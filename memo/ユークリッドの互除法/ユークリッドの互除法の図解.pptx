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1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5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3F2C14-6ED5-9E80-6C73-89EFA1CD4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DEA2E8-312F-08C6-2A39-2D424BF52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8B7F14-1023-85AE-A97D-CAB733EB2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CE67-90B6-48C8-A007-B90349DC9477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1A1DE3-C01A-B3BE-6EAB-F1C385DC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F4C344-90BB-9AC3-87EE-382F3FA9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16EB0-4B9E-4E16-8C63-E68C6143A1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930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97D843-C1C3-1C7C-46B7-98715AF3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3BF5B4-3991-2313-026C-005EF14C1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067DC8-7D84-51BE-BF7A-1D62BBAD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CE67-90B6-48C8-A007-B90349DC9477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12AC34-6FCF-EABD-557C-76DAC24B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2FDF5A-C543-D0F8-A486-5478FE5F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16EB0-4B9E-4E16-8C63-E68C6143A1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049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47BE8B-199B-76D1-B4B9-F1B6DB2FA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612517-8157-4078-CDB6-D70071C09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B734E9-1F7E-04E8-F258-B96CD508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CE67-90B6-48C8-A007-B90349DC9477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AD2C4A-902A-6488-124A-4291ED792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26D7F9-0698-C926-F8E1-4540B0F67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16EB0-4B9E-4E16-8C63-E68C6143A1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1363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A5A9B-4CE2-CBA7-2435-F322F636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246DBC-BB49-9495-A1D8-C35256336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358D45-D859-4D41-4D2D-EC9BE0ED8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3AEA1F-8DD4-8348-A93A-3D75F1FF6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CE67-90B6-48C8-A007-B90349DC9477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5660E3-E8D2-93D6-1375-63554A94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7DB972-5BED-007A-4C8C-67721990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16EB0-4B9E-4E16-8C63-E68C6143A1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097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528376-5573-C9BE-5E7B-B2677184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49997F-A3D3-5697-C3FE-EBA5E0952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CEE5CB-0300-CD95-EE53-D68A17942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DA4DC5-8126-9DE1-518F-DF6E7316D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38B3796-CD01-7324-0DC8-3D2408106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9E32E15-76A7-2119-98DC-6C391A29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CE67-90B6-48C8-A007-B90349DC9477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53C9FB-F9FF-BD89-710D-BBD207F2D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CC3EAA7-7207-B32E-89B1-BAA00BAD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16EB0-4B9E-4E16-8C63-E68C6143A1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2761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F06A5E-88DB-E8C6-80E8-6EFDBECF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2DAA42-E294-5ED7-CCF3-1A10730D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CE67-90B6-48C8-A007-B90349DC9477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1DA7DF0-3B66-B0D7-8A36-D44632B3B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BA1433-B12E-E206-2B24-324FD010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16EB0-4B9E-4E16-8C63-E68C6143A1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559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6EC22F2-8667-4817-C769-016F929C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CE67-90B6-48C8-A007-B90349DC9477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1FECDB-08D1-6DCD-1F48-C172D2E5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BAB103-5314-C139-62F8-9CB5B278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16EB0-4B9E-4E16-8C63-E68C6143A1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702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433FBD-C861-D26D-41DC-B7D3A991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E6F382-D688-15A4-9D3F-AE3A9F559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CC4403-6C4B-E81E-59EE-AFD4BAA90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3E02B3-A3C9-153C-CEB4-84764C952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CE67-90B6-48C8-A007-B90349DC9477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0631E3-98FA-0343-6D03-F8EB1D5E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F8C184-EDC9-E5BC-D5C7-E3DA06C9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16EB0-4B9E-4E16-8C63-E68C6143A1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31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0EACC0-944E-A904-8F3E-FD3CBF46E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72715F3-05A6-98A4-E49E-5F0378BA4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3D7378-A6A0-56C5-B293-06726C86D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8FF374-2F31-07C3-0347-3EDBA292B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CE67-90B6-48C8-A007-B90349DC9477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84EC34-ED60-306D-FE9D-FB96814D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DDEA61-2DA5-14EA-2099-845F710B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16EB0-4B9E-4E16-8C63-E68C6143A1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96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6C526D-661C-0D96-3165-7D68A50D0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EBF4B2-9C43-4E3E-21F6-EF241C73B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E8B94F-50F5-DA7E-489F-703C36055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CE67-90B6-48C8-A007-B90349DC9477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B1E6EE-50C7-149E-90EB-F69126869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D8D097-A0D5-CB3F-5A54-CDBFABD7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16EB0-4B9E-4E16-8C63-E68C6143A1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87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A48B1EA-ED05-B2EF-52AE-ABB97EFC5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0BAC85-2B17-F4CA-1B18-63FAD6825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0958F0-6DDC-D534-9E0F-04AEECCB6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2CE67-90B6-48C8-A007-B90349DC9477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07F866-5F06-6DC9-718F-B2E4B7DB2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18F32E-7922-5AD1-6C76-9E37877A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16EB0-4B9E-4E16-8C63-E68C6143A1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164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887327-A8AC-4553-A488-B77DA90B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A30051-D627-174E-D4D3-BA2CBEDB1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8BAAD3-3387-CCB5-F588-6D59D6ED9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2CE67-90B6-48C8-A007-B90349DC9477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1FCC8E-F170-DBE5-3F46-B585B56E8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4710EC-A0EE-8A32-5946-2E0B9D399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16EB0-4B9E-4E16-8C63-E68C6143A1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332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A7A7A6F-8E6D-6400-A970-E13984302C54}"/>
              </a:ext>
            </a:extLst>
          </p:cNvPr>
          <p:cNvSpPr>
            <a:spLocks/>
          </p:cNvSpPr>
          <p:nvPr/>
        </p:nvSpPr>
        <p:spPr>
          <a:xfrm>
            <a:off x="1455132" y="1539000"/>
            <a:ext cx="9072000" cy="37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9177BC-DA8C-304C-3DC4-E86F42F05E92}"/>
              </a:ext>
            </a:extLst>
          </p:cNvPr>
          <p:cNvSpPr txBox="1"/>
          <p:nvPr/>
        </p:nvSpPr>
        <p:spPr>
          <a:xfrm>
            <a:off x="5421745" y="95134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252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8C9D064-F3B8-F3F1-9227-13B17D96E0FC}"/>
              </a:ext>
            </a:extLst>
          </p:cNvPr>
          <p:cNvSpPr txBox="1"/>
          <p:nvPr/>
        </p:nvSpPr>
        <p:spPr>
          <a:xfrm>
            <a:off x="503381" y="30596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105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6960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59328-EFA6-97C3-AF5B-5256D33F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99845D-27CB-E92A-53BC-E9B3A7D5AC5B}"/>
              </a:ext>
            </a:extLst>
          </p:cNvPr>
          <p:cNvSpPr>
            <a:spLocks/>
          </p:cNvSpPr>
          <p:nvPr/>
        </p:nvSpPr>
        <p:spPr>
          <a:xfrm>
            <a:off x="1455132" y="1539000"/>
            <a:ext cx="9072000" cy="37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7BD1A6-B022-AE7C-4912-D53615A78485}"/>
              </a:ext>
            </a:extLst>
          </p:cNvPr>
          <p:cNvSpPr txBox="1"/>
          <p:nvPr/>
        </p:nvSpPr>
        <p:spPr>
          <a:xfrm>
            <a:off x="4695943" y="951345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105 × 2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C1423A7-ECB6-7D83-AF82-E948B925B520}"/>
              </a:ext>
            </a:extLst>
          </p:cNvPr>
          <p:cNvSpPr txBox="1"/>
          <p:nvPr/>
        </p:nvSpPr>
        <p:spPr>
          <a:xfrm>
            <a:off x="503381" y="30596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105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C85506-88B0-AF90-A485-9BE7DE31E81D}"/>
              </a:ext>
            </a:extLst>
          </p:cNvPr>
          <p:cNvSpPr>
            <a:spLocks noChangeAspect="1"/>
          </p:cNvSpPr>
          <p:nvPr/>
        </p:nvSpPr>
        <p:spPr>
          <a:xfrm>
            <a:off x="1455132" y="1539000"/>
            <a:ext cx="3780000" cy="378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F49BFB3-8E8F-DB21-F1E8-7DF5E849B246}"/>
              </a:ext>
            </a:extLst>
          </p:cNvPr>
          <p:cNvSpPr>
            <a:spLocks noChangeAspect="1"/>
          </p:cNvSpPr>
          <p:nvPr/>
        </p:nvSpPr>
        <p:spPr>
          <a:xfrm>
            <a:off x="5225896" y="1539000"/>
            <a:ext cx="3780000" cy="378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93AD0B0-C45D-6E9F-D7A6-EDC944C80327}"/>
              </a:ext>
            </a:extLst>
          </p:cNvPr>
          <p:cNvSpPr txBox="1"/>
          <p:nvPr/>
        </p:nvSpPr>
        <p:spPr>
          <a:xfrm>
            <a:off x="8705272" y="95134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＋ </a:t>
            </a:r>
            <a:r>
              <a:rPr lang="en-US" altLang="ja-JP" dirty="0"/>
              <a:t>4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978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E449B-B21B-C780-EA9A-FB234E158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59D5F55-9603-2CEB-233F-193C74C3F3EC}"/>
              </a:ext>
            </a:extLst>
          </p:cNvPr>
          <p:cNvSpPr>
            <a:spLocks/>
          </p:cNvSpPr>
          <p:nvPr/>
        </p:nvSpPr>
        <p:spPr>
          <a:xfrm>
            <a:off x="1455132" y="1539000"/>
            <a:ext cx="9072000" cy="37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E5455B-8C6F-C587-438F-2D9A3CD756AF}"/>
              </a:ext>
            </a:extLst>
          </p:cNvPr>
          <p:cNvSpPr txBox="1"/>
          <p:nvPr/>
        </p:nvSpPr>
        <p:spPr>
          <a:xfrm>
            <a:off x="4695943" y="951345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105 × 2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6C7D065-6110-37CB-2E7E-463510FEE862}"/>
              </a:ext>
            </a:extLst>
          </p:cNvPr>
          <p:cNvSpPr txBox="1"/>
          <p:nvPr/>
        </p:nvSpPr>
        <p:spPr>
          <a:xfrm>
            <a:off x="503381" y="30596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105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60FDFAD-AD70-61AE-CC56-E1F73825D38C}"/>
              </a:ext>
            </a:extLst>
          </p:cNvPr>
          <p:cNvSpPr>
            <a:spLocks noChangeAspect="1"/>
          </p:cNvSpPr>
          <p:nvPr/>
        </p:nvSpPr>
        <p:spPr>
          <a:xfrm>
            <a:off x="1455132" y="1539000"/>
            <a:ext cx="3780000" cy="378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F5411E9-2B11-31C5-A83E-90D9A170B7D2}"/>
              </a:ext>
            </a:extLst>
          </p:cNvPr>
          <p:cNvSpPr>
            <a:spLocks noChangeAspect="1"/>
          </p:cNvSpPr>
          <p:nvPr/>
        </p:nvSpPr>
        <p:spPr>
          <a:xfrm>
            <a:off x="5225896" y="1539000"/>
            <a:ext cx="3780000" cy="378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530B3E6-EA08-91FD-2B61-37475C37238C}"/>
              </a:ext>
            </a:extLst>
          </p:cNvPr>
          <p:cNvSpPr txBox="1"/>
          <p:nvPr/>
        </p:nvSpPr>
        <p:spPr>
          <a:xfrm>
            <a:off x="8705272" y="95134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＋ </a:t>
            </a:r>
            <a:r>
              <a:rPr lang="en-US" altLang="ja-JP" dirty="0"/>
              <a:t>4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F3021B9-6E91-8D39-BCBC-D09EDA68FF03}"/>
              </a:ext>
            </a:extLst>
          </p:cNvPr>
          <p:cNvSpPr>
            <a:spLocks noChangeAspect="1"/>
          </p:cNvSpPr>
          <p:nvPr/>
        </p:nvSpPr>
        <p:spPr>
          <a:xfrm>
            <a:off x="9015132" y="1541091"/>
            <a:ext cx="1512000" cy="1512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0A74F69-E1D1-73F8-4F68-F7B3359A7879}"/>
              </a:ext>
            </a:extLst>
          </p:cNvPr>
          <p:cNvSpPr>
            <a:spLocks noChangeAspect="1"/>
          </p:cNvSpPr>
          <p:nvPr/>
        </p:nvSpPr>
        <p:spPr>
          <a:xfrm>
            <a:off x="9015132" y="3059668"/>
            <a:ext cx="1512000" cy="1512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594702-23A7-9FE5-5A98-F31AB73B9A07}"/>
              </a:ext>
            </a:extLst>
          </p:cNvPr>
          <p:cNvSpPr txBox="1"/>
          <p:nvPr/>
        </p:nvSpPr>
        <p:spPr>
          <a:xfrm>
            <a:off x="10736868" y="287500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42×2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51F757-B184-9AB7-CB06-2B29BD57ED08}"/>
              </a:ext>
            </a:extLst>
          </p:cNvPr>
          <p:cNvSpPr txBox="1"/>
          <p:nvPr/>
        </p:nvSpPr>
        <p:spPr>
          <a:xfrm>
            <a:off x="10736868" y="4715163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＋ </a:t>
            </a:r>
            <a:r>
              <a:rPr lang="en-US" altLang="ja-JP" dirty="0"/>
              <a:t>21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9805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26A11-337B-BBB5-6737-A1CBEFD8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DB380AB-6B4C-FFA4-2E0F-07BE2142F9AC}"/>
              </a:ext>
            </a:extLst>
          </p:cNvPr>
          <p:cNvSpPr>
            <a:spLocks/>
          </p:cNvSpPr>
          <p:nvPr/>
        </p:nvSpPr>
        <p:spPr>
          <a:xfrm>
            <a:off x="1455132" y="1539000"/>
            <a:ext cx="9072000" cy="37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44610DA-4AD2-4468-98E8-2ECFAD11E9B9}"/>
              </a:ext>
            </a:extLst>
          </p:cNvPr>
          <p:cNvSpPr txBox="1"/>
          <p:nvPr/>
        </p:nvSpPr>
        <p:spPr>
          <a:xfrm>
            <a:off x="4695943" y="951345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105 × 2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155945-5FA4-98A4-DFB6-16F64CE061BE}"/>
              </a:ext>
            </a:extLst>
          </p:cNvPr>
          <p:cNvSpPr txBox="1"/>
          <p:nvPr/>
        </p:nvSpPr>
        <p:spPr>
          <a:xfrm>
            <a:off x="503381" y="30596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105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FAD4D5E-90B2-38CB-7942-FC99AEBF1828}"/>
              </a:ext>
            </a:extLst>
          </p:cNvPr>
          <p:cNvSpPr>
            <a:spLocks noChangeAspect="1"/>
          </p:cNvSpPr>
          <p:nvPr/>
        </p:nvSpPr>
        <p:spPr>
          <a:xfrm>
            <a:off x="1455132" y="1539000"/>
            <a:ext cx="3780000" cy="378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94EC1C2-1D5C-BF0B-2B93-4AA0A9878DB8}"/>
              </a:ext>
            </a:extLst>
          </p:cNvPr>
          <p:cNvSpPr>
            <a:spLocks noChangeAspect="1"/>
          </p:cNvSpPr>
          <p:nvPr/>
        </p:nvSpPr>
        <p:spPr>
          <a:xfrm>
            <a:off x="5225896" y="1539000"/>
            <a:ext cx="3780000" cy="378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25E3DF9-5FAF-B4D7-3DD1-B837A3BDBE5E}"/>
              </a:ext>
            </a:extLst>
          </p:cNvPr>
          <p:cNvSpPr txBox="1"/>
          <p:nvPr/>
        </p:nvSpPr>
        <p:spPr>
          <a:xfrm>
            <a:off x="8705272" y="95134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＋ </a:t>
            </a:r>
            <a:r>
              <a:rPr lang="en-US" altLang="ja-JP" dirty="0"/>
              <a:t>4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F791614-9DC5-394C-950C-42CE61E5121D}"/>
              </a:ext>
            </a:extLst>
          </p:cNvPr>
          <p:cNvSpPr>
            <a:spLocks noChangeAspect="1"/>
          </p:cNvSpPr>
          <p:nvPr/>
        </p:nvSpPr>
        <p:spPr>
          <a:xfrm>
            <a:off x="9015132" y="1541091"/>
            <a:ext cx="1512000" cy="1512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36B1CD9-30CB-2301-2F7F-8C0F3A0FBEE2}"/>
              </a:ext>
            </a:extLst>
          </p:cNvPr>
          <p:cNvSpPr>
            <a:spLocks noChangeAspect="1"/>
          </p:cNvSpPr>
          <p:nvPr/>
        </p:nvSpPr>
        <p:spPr>
          <a:xfrm>
            <a:off x="9015132" y="3059668"/>
            <a:ext cx="1512000" cy="1512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68D45A7-EE9B-390E-AD9B-2D445E5EE70B}"/>
              </a:ext>
            </a:extLst>
          </p:cNvPr>
          <p:cNvSpPr txBox="1"/>
          <p:nvPr/>
        </p:nvSpPr>
        <p:spPr>
          <a:xfrm>
            <a:off x="10736868" y="287500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42×2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EDBF97-367F-A91F-BEDE-D2BD2A5AB606}"/>
              </a:ext>
            </a:extLst>
          </p:cNvPr>
          <p:cNvSpPr txBox="1"/>
          <p:nvPr/>
        </p:nvSpPr>
        <p:spPr>
          <a:xfrm>
            <a:off x="10736868" y="4715163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＋ </a:t>
            </a:r>
            <a:r>
              <a:rPr lang="en-US" altLang="ja-JP" dirty="0"/>
              <a:t>21</a:t>
            </a:r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DD847AC-8B20-65BA-0C31-83BFBEC61B14}"/>
              </a:ext>
            </a:extLst>
          </p:cNvPr>
          <p:cNvSpPr>
            <a:spLocks noChangeAspect="1"/>
          </p:cNvSpPr>
          <p:nvPr/>
        </p:nvSpPr>
        <p:spPr>
          <a:xfrm>
            <a:off x="9015132" y="4567334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D3E0A74-703E-64C7-2E67-131CE7874106}"/>
              </a:ext>
            </a:extLst>
          </p:cNvPr>
          <p:cNvSpPr>
            <a:spLocks noChangeAspect="1"/>
          </p:cNvSpPr>
          <p:nvPr/>
        </p:nvSpPr>
        <p:spPr>
          <a:xfrm>
            <a:off x="9780368" y="4565091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6C45FA3-37F4-EBFC-40D8-3D16061AEC49}"/>
              </a:ext>
            </a:extLst>
          </p:cNvPr>
          <p:cNvSpPr txBox="1"/>
          <p:nvPr/>
        </p:nvSpPr>
        <p:spPr>
          <a:xfrm>
            <a:off x="9442974" y="5508000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21</a:t>
            </a:r>
            <a:r>
              <a:rPr kumimoji="1" lang="en-US" altLang="ja-JP" dirty="0"/>
              <a:t>×2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48912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5358C-65A8-CADB-7323-8F7CDF728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E0F2825-C963-7294-8B46-4AB2DC732FFA}"/>
              </a:ext>
            </a:extLst>
          </p:cNvPr>
          <p:cNvSpPr>
            <a:spLocks/>
          </p:cNvSpPr>
          <p:nvPr/>
        </p:nvSpPr>
        <p:spPr>
          <a:xfrm>
            <a:off x="1455132" y="1539000"/>
            <a:ext cx="9072000" cy="37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FE25EA-9359-9C92-332F-9D6872F799C6}"/>
              </a:ext>
            </a:extLst>
          </p:cNvPr>
          <p:cNvSpPr txBox="1"/>
          <p:nvPr/>
        </p:nvSpPr>
        <p:spPr>
          <a:xfrm>
            <a:off x="5566047" y="971619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21 × 12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3D66DF-8ABE-EE12-4C6F-8EF255E1411D}"/>
              </a:ext>
            </a:extLst>
          </p:cNvPr>
          <p:cNvSpPr txBox="1"/>
          <p:nvPr/>
        </p:nvSpPr>
        <p:spPr>
          <a:xfrm>
            <a:off x="454140" y="3224196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21 × 5</a:t>
            </a:r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9BEF93F-E9B9-E4C2-140A-4401D74632D6}"/>
              </a:ext>
            </a:extLst>
          </p:cNvPr>
          <p:cNvSpPr>
            <a:spLocks noChangeAspect="1"/>
          </p:cNvSpPr>
          <p:nvPr/>
        </p:nvSpPr>
        <p:spPr>
          <a:xfrm>
            <a:off x="1455198" y="1546145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5B51CA4-F45C-D3D8-CE9B-01FA81407C4D}"/>
              </a:ext>
            </a:extLst>
          </p:cNvPr>
          <p:cNvSpPr>
            <a:spLocks noChangeAspect="1"/>
          </p:cNvSpPr>
          <p:nvPr/>
        </p:nvSpPr>
        <p:spPr>
          <a:xfrm>
            <a:off x="2220434" y="1543902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83B32C5-9F0C-B823-903B-E529816B2EC5}"/>
              </a:ext>
            </a:extLst>
          </p:cNvPr>
          <p:cNvSpPr>
            <a:spLocks noChangeAspect="1"/>
          </p:cNvSpPr>
          <p:nvPr/>
        </p:nvSpPr>
        <p:spPr>
          <a:xfrm>
            <a:off x="1455132" y="2290666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FC0CF40-5DF7-D642-E214-3EA9516433CB}"/>
              </a:ext>
            </a:extLst>
          </p:cNvPr>
          <p:cNvSpPr>
            <a:spLocks noChangeAspect="1"/>
          </p:cNvSpPr>
          <p:nvPr/>
        </p:nvSpPr>
        <p:spPr>
          <a:xfrm>
            <a:off x="2220368" y="2288423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175A8FB-9C6F-431A-1F3F-B83854E9158C}"/>
              </a:ext>
            </a:extLst>
          </p:cNvPr>
          <p:cNvSpPr>
            <a:spLocks noChangeAspect="1"/>
          </p:cNvSpPr>
          <p:nvPr/>
        </p:nvSpPr>
        <p:spPr>
          <a:xfrm>
            <a:off x="1455132" y="3033105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20BB163-C51A-ACC3-6EB3-6F5D67A22A5B}"/>
              </a:ext>
            </a:extLst>
          </p:cNvPr>
          <p:cNvSpPr>
            <a:spLocks noChangeAspect="1"/>
          </p:cNvSpPr>
          <p:nvPr/>
        </p:nvSpPr>
        <p:spPr>
          <a:xfrm>
            <a:off x="2220368" y="3030862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81B6B64-9941-7718-79AF-86914695F195}"/>
              </a:ext>
            </a:extLst>
          </p:cNvPr>
          <p:cNvSpPr>
            <a:spLocks noChangeAspect="1"/>
          </p:cNvSpPr>
          <p:nvPr/>
        </p:nvSpPr>
        <p:spPr>
          <a:xfrm>
            <a:off x="1455132" y="3787287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95D91B6-EB4D-5C94-0D7F-A045D557438A}"/>
              </a:ext>
            </a:extLst>
          </p:cNvPr>
          <p:cNvSpPr>
            <a:spLocks noChangeAspect="1"/>
          </p:cNvSpPr>
          <p:nvPr/>
        </p:nvSpPr>
        <p:spPr>
          <a:xfrm>
            <a:off x="2220368" y="3785044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C427F55-95D6-E7CA-F88B-E377EF05DF24}"/>
              </a:ext>
            </a:extLst>
          </p:cNvPr>
          <p:cNvSpPr>
            <a:spLocks noChangeAspect="1"/>
          </p:cNvSpPr>
          <p:nvPr/>
        </p:nvSpPr>
        <p:spPr>
          <a:xfrm>
            <a:off x="1445896" y="4551734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39C6991-71BD-2060-1D0A-4727F6EAC6FD}"/>
              </a:ext>
            </a:extLst>
          </p:cNvPr>
          <p:cNvSpPr>
            <a:spLocks noChangeAspect="1"/>
          </p:cNvSpPr>
          <p:nvPr/>
        </p:nvSpPr>
        <p:spPr>
          <a:xfrm>
            <a:off x="2211132" y="4549491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4D0A261-EA98-A64C-5CF0-7D889E6FE12B}"/>
              </a:ext>
            </a:extLst>
          </p:cNvPr>
          <p:cNvSpPr>
            <a:spLocks noChangeAspect="1"/>
          </p:cNvSpPr>
          <p:nvPr/>
        </p:nvSpPr>
        <p:spPr>
          <a:xfrm>
            <a:off x="2957896" y="1546145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8FBE7D7-77EC-FCD5-D42C-3091BC98F8A6}"/>
              </a:ext>
            </a:extLst>
          </p:cNvPr>
          <p:cNvSpPr>
            <a:spLocks noChangeAspect="1"/>
          </p:cNvSpPr>
          <p:nvPr/>
        </p:nvSpPr>
        <p:spPr>
          <a:xfrm>
            <a:off x="3723132" y="1543902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B6BD2B8-58E7-2DC8-FC48-73BD34AE05D9}"/>
              </a:ext>
            </a:extLst>
          </p:cNvPr>
          <p:cNvSpPr>
            <a:spLocks noChangeAspect="1"/>
          </p:cNvSpPr>
          <p:nvPr/>
        </p:nvSpPr>
        <p:spPr>
          <a:xfrm>
            <a:off x="2957830" y="2290666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0175B65-19B3-1886-0B17-0D096C1E7780}"/>
              </a:ext>
            </a:extLst>
          </p:cNvPr>
          <p:cNvSpPr>
            <a:spLocks noChangeAspect="1"/>
          </p:cNvSpPr>
          <p:nvPr/>
        </p:nvSpPr>
        <p:spPr>
          <a:xfrm>
            <a:off x="3723066" y="2288423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A266859F-703B-D855-6FC3-74C0FDAB1F85}"/>
              </a:ext>
            </a:extLst>
          </p:cNvPr>
          <p:cNvSpPr>
            <a:spLocks noChangeAspect="1"/>
          </p:cNvSpPr>
          <p:nvPr/>
        </p:nvSpPr>
        <p:spPr>
          <a:xfrm>
            <a:off x="2957830" y="3033105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A8AB9AF-55CD-893F-700C-3EF023EF721F}"/>
              </a:ext>
            </a:extLst>
          </p:cNvPr>
          <p:cNvSpPr>
            <a:spLocks noChangeAspect="1"/>
          </p:cNvSpPr>
          <p:nvPr/>
        </p:nvSpPr>
        <p:spPr>
          <a:xfrm>
            <a:off x="3723066" y="3030862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5E862F8-EFB6-6EFC-ECDD-253B74BFE2B6}"/>
              </a:ext>
            </a:extLst>
          </p:cNvPr>
          <p:cNvSpPr>
            <a:spLocks noChangeAspect="1"/>
          </p:cNvSpPr>
          <p:nvPr/>
        </p:nvSpPr>
        <p:spPr>
          <a:xfrm>
            <a:off x="2957830" y="3787287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15715C6-90F6-AA4B-542F-CFAB883846AB}"/>
              </a:ext>
            </a:extLst>
          </p:cNvPr>
          <p:cNvSpPr>
            <a:spLocks noChangeAspect="1"/>
          </p:cNvSpPr>
          <p:nvPr/>
        </p:nvSpPr>
        <p:spPr>
          <a:xfrm>
            <a:off x="3723066" y="3785044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EFCACA2-6902-6E58-1080-C94FE3C4A019}"/>
              </a:ext>
            </a:extLst>
          </p:cNvPr>
          <p:cNvSpPr>
            <a:spLocks noChangeAspect="1"/>
          </p:cNvSpPr>
          <p:nvPr/>
        </p:nvSpPr>
        <p:spPr>
          <a:xfrm>
            <a:off x="2948594" y="4551734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C09E365-6815-71ED-AFAF-7F5B8998481F}"/>
              </a:ext>
            </a:extLst>
          </p:cNvPr>
          <p:cNvSpPr>
            <a:spLocks noChangeAspect="1"/>
          </p:cNvSpPr>
          <p:nvPr/>
        </p:nvSpPr>
        <p:spPr>
          <a:xfrm>
            <a:off x="3713830" y="4549491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33D0B8A-89C5-1059-DBAD-0C9D8E3A8D91}"/>
              </a:ext>
            </a:extLst>
          </p:cNvPr>
          <p:cNvSpPr>
            <a:spLocks noChangeAspect="1"/>
          </p:cNvSpPr>
          <p:nvPr/>
        </p:nvSpPr>
        <p:spPr>
          <a:xfrm>
            <a:off x="4488500" y="1546145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E55E6C8-924B-B808-BA66-E7C5BDF600A1}"/>
              </a:ext>
            </a:extLst>
          </p:cNvPr>
          <p:cNvSpPr>
            <a:spLocks noChangeAspect="1"/>
          </p:cNvSpPr>
          <p:nvPr/>
        </p:nvSpPr>
        <p:spPr>
          <a:xfrm>
            <a:off x="5253736" y="1543902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879D734-9771-11DB-72B3-DBD9BF0AFB5D}"/>
              </a:ext>
            </a:extLst>
          </p:cNvPr>
          <p:cNvSpPr>
            <a:spLocks noChangeAspect="1"/>
          </p:cNvSpPr>
          <p:nvPr/>
        </p:nvSpPr>
        <p:spPr>
          <a:xfrm>
            <a:off x="4488434" y="2290666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9C9BE1C-B37F-B429-A390-4E005A85563D}"/>
              </a:ext>
            </a:extLst>
          </p:cNvPr>
          <p:cNvSpPr>
            <a:spLocks noChangeAspect="1"/>
          </p:cNvSpPr>
          <p:nvPr/>
        </p:nvSpPr>
        <p:spPr>
          <a:xfrm>
            <a:off x="5253670" y="2288423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E715E38-5FCA-E07E-E555-214CEFB5CD24}"/>
              </a:ext>
            </a:extLst>
          </p:cNvPr>
          <p:cNvSpPr>
            <a:spLocks noChangeAspect="1"/>
          </p:cNvSpPr>
          <p:nvPr/>
        </p:nvSpPr>
        <p:spPr>
          <a:xfrm>
            <a:off x="4488434" y="3033105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7A64244-6DCC-E6D1-DF3A-192AC8B90821}"/>
              </a:ext>
            </a:extLst>
          </p:cNvPr>
          <p:cNvSpPr>
            <a:spLocks noChangeAspect="1"/>
          </p:cNvSpPr>
          <p:nvPr/>
        </p:nvSpPr>
        <p:spPr>
          <a:xfrm>
            <a:off x="5253670" y="3030862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CAE7AAB-4843-9404-8ADD-74F449795474}"/>
              </a:ext>
            </a:extLst>
          </p:cNvPr>
          <p:cNvSpPr>
            <a:spLocks noChangeAspect="1"/>
          </p:cNvSpPr>
          <p:nvPr/>
        </p:nvSpPr>
        <p:spPr>
          <a:xfrm>
            <a:off x="4488434" y="3787287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528633A-DD5A-74A3-D164-17C3C5CC1BCE}"/>
              </a:ext>
            </a:extLst>
          </p:cNvPr>
          <p:cNvSpPr>
            <a:spLocks noChangeAspect="1"/>
          </p:cNvSpPr>
          <p:nvPr/>
        </p:nvSpPr>
        <p:spPr>
          <a:xfrm>
            <a:off x="5253670" y="3785044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EA45720-39FF-F22B-8D57-73D3F05A4E77}"/>
              </a:ext>
            </a:extLst>
          </p:cNvPr>
          <p:cNvSpPr>
            <a:spLocks noChangeAspect="1"/>
          </p:cNvSpPr>
          <p:nvPr/>
        </p:nvSpPr>
        <p:spPr>
          <a:xfrm>
            <a:off x="4479198" y="4551734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510C4ADB-3C29-97A4-A494-4E3760941166}"/>
              </a:ext>
            </a:extLst>
          </p:cNvPr>
          <p:cNvSpPr>
            <a:spLocks noChangeAspect="1"/>
          </p:cNvSpPr>
          <p:nvPr/>
        </p:nvSpPr>
        <p:spPr>
          <a:xfrm>
            <a:off x="5244434" y="4549491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943F6C0-983D-ABD9-15C2-FEA9ED3F6865}"/>
              </a:ext>
            </a:extLst>
          </p:cNvPr>
          <p:cNvSpPr>
            <a:spLocks noChangeAspect="1"/>
          </p:cNvSpPr>
          <p:nvPr/>
        </p:nvSpPr>
        <p:spPr>
          <a:xfrm>
            <a:off x="5991198" y="1546145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460F71D-AF6F-A9F1-DA9F-438B16266C72}"/>
              </a:ext>
            </a:extLst>
          </p:cNvPr>
          <p:cNvSpPr>
            <a:spLocks noChangeAspect="1"/>
          </p:cNvSpPr>
          <p:nvPr/>
        </p:nvSpPr>
        <p:spPr>
          <a:xfrm>
            <a:off x="6756434" y="1543902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F3E0B0D-1972-A50F-F42C-570EC35EF3CC}"/>
              </a:ext>
            </a:extLst>
          </p:cNvPr>
          <p:cNvSpPr>
            <a:spLocks noChangeAspect="1"/>
          </p:cNvSpPr>
          <p:nvPr/>
        </p:nvSpPr>
        <p:spPr>
          <a:xfrm>
            <a:off x="5991132" y="2290666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3B432F6D-DD7F-2B98-5E6F-E955E66FADCE}"/>
              </a:ext>
            </a:extLst>
          </p:cNvPr>
          <p:cNvSpPr>
            <a:spLocks noChangeAspect="1"/>
          </p:cNvSpPr>
          <p:nvPr/>
        </p:nvSpPr>
        <p:spPr>
          <a:xfrm>
            <a:off x="6756368" y="2288423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9E1DF858-2A49-3014-E6C4-224C387F4F7B}"/>
              </a:ext>
            </a:extLst>
          </p:cNvPr>
          <p:cNvSpPr>
            <a:spLocks noChangeAspect="1"/>
          </p:cNvSpPr>
          <p:nvPr/>
        </p:nvSpPr>
        <p:spPr>
          <a:xfrm>
            <a:off x="5991132" y="3033105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9A27929E-C2E5-DA05-13EA-6992129AC87C}"/>
              </a:ext>
            </a:extLst>
          </p:cNvPr>
          <p:cNvSpPr>
            <a:spLocks noChangeAspect="1"/>
          </p:cNvSpPr>
          <p:nvPr/>
        </p:nvSpPr>
        <p:spPr>
          <a:xfrm>
            <a:off x="6756368" y="3030862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38797343-2CBB-9D3D-CDE8-E440FFDB008A}"/>
              </a:ext>
            </a:extLst>
          </p:cNvPr>
          <p:cNvSpPr>
            <a:spLocks noChangeAspect="1"/>
          </p:cNvSpPr>
          <p:nvPr/>
        </p:nvSpPr>
        <p:spPr>
          <a:xfrm>
            <a:off x="5991132" y="3787287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DC24D6D4-F952-896E-BDDF-04B3252BE66B}"/>
              </a:ext>
            </a:extLst>
          </p:cNvPr>
          <p:cNvSpPr>
            <a:spLocks noChangeAspect="1"/>
          </p:cNvSpPr>
          <p:nvPr/>
        </p:nvSpPr>
        <p:spPr>
          <a:xfrm>
            <a:off x="6756368" y="3785044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49B506AD-B0AA-3980-A1E6-F52D97057CEE}"/>
              </a:ext>
            </a:extLst>
          </p:cNvPr>
          <p:cNvSpPr>
            <a:spLocks noChangeAspect="1"/>
          </p:cNvSpPr>
          <p:nvPr/>
        </p:nvSpPr>
        <p:spPr>
          <a:xfrm>
            <a:off x="5981896" y="4551734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60C42EA4-FD0A-A948-CA24-460EEA086064}"/>
              </a:ext>
            </a:extLst>
          </p:cNvPr>
          <p:cNvSpPr>
            <a:spLocks noChangeAspect="1"/>
          </p:cNvSpPr>
          <p:nvPr/>
        </p:nvSpPr>
        <p:spPr>
          <a:xfrm>
            <a:off x="6747132" y="4549491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1C801E5B-A79C-B4E2-6844-5A3D13B33E6F}"/>
              </a:ext>
            </a:extLst>
          </p:cNvPr>
          <p:cNvSpPr>
            <a:spLocks noChangeAspect="1"/>
          </p:cNvSpPr>
          <p:nvPr/>
        </p:nvSpPr>
        <p:spPr>
          <a:xfrm>
            <a:off x="7512500" y="1554752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C9A2B182-6537-3A7E-03F0-AA6237459CA4}"/>
              </a:ext>
            </a:extLst>
          </p:cNvPr>
          <p:cNvSpPr>
            <a:spLocks noChangeAspect="1"/>
          </p:cNvSpPr>
          <p:nvPr/>
        </p:nvSpPr>
        <p:spPr>
          <a:xfrm>
            <a:off x="8277736" y="1552509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F53BD227-47CD-6447-F155-8BAC18DC24E8}"/>
              </a:ext>
            </a:extLst>
          </p:cNvPr>
          <p:cNvSpPr>
            <a:spLocks noChangeAspect="1"/>
          </p:cNvSpPr>
          <p:nvPr/>
        </p:nvSpPr>
        <p:spPr>
          <a:xfrm>
            <a:off x="7512434" y="2299273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5E540BA0-34FE-5305-F2E3-EB481366F15B}"/>
              </a:ext>
            </a:extLst>
          </p:cNvPr>
          <p:cNvSpPr>
            <a:spLocks noChangeAspect="1"/>
          </p:cNvSpPr>
          <p:nvPr/>
        </p:nvSpPr>
        <p:spPr>
          <a:xfrm>
            <a:off x="8277670" y="2297030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56ECFC5A-C674-57E9-7C4B-9BE15F370650}"/>
              </a:ext>
            </a:extLst>
          </p:cNvPr>
          <p:cNvSpPr>
            <a:spLocks noChangeAspect="1"/>
          </p:cNvSpPr>
          <p:nvPr/>
        </p:nvSpPr>
        <p:spPr>
          <a:xfrm>
            <a:off x="7512434" y="3041712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76B06858-272B-0394-5EEA-BCEA8DB886B4}"/>
              </a:ext>
            </a:extLst>
          </p:cNvPr>
          <p:cNvSpPr>
            <a:spLocks noChangeAspect="1"/>
          </p:cNvSpPr>
          <p:nvPr/>
        </p:nvSpPr>
        <p:spPr>
          <a:xfrm>
            <a:off x="8277670" y="3039469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F15283C9-7E27-1FE1-24CC-8543F870D903}"/>
              </a:ext>
            </a:extLst>
          </p:cNvPr>
          <p:cNvSpPr>
            <a:spLocks noChangeAspect="1"/>
          </p:cNvSpPr>
          <p:nvPr/>
        </p:nvSpPr>
        <p:spPr>
          <a:xfrm>
            <a:off x="7512434" y="3795894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B694AF24-51CD-0399-7A94-1769B23D9682}"/>
              </a:ext>
            </a:extLst>
          </p:cNvPr>
          <p:cNvSpPr>
            <a:spLocks noChangeAspect="1"/>
          </p:cNvSpPr>
          <p:nvPr/>
        </p:nvSpPr>
        <p:spPr>
          <a:xfrm>
            <a:off x="8277670" y="3793651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A0B6B5FC-274E-1E2C-9529-5CF6425ED14D}"/>
              </a:ext>
            </a:extLst>
          </p:cNvPr>
          <p:cNvSpPr>
            <a:spLocks noChangeAspect="1"/>
          </p:cNvSpPr>
          <p:nvPr/>
        </p:nvSpPr>
        <p:spPr>
          <a:xfrm>
            <a:off x="7503198" y="4560341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3E93C3CA-A17E-639D-4042-9C2374579845}"/>
              </a:ext>
            </a:extLst>
          </p:cNvPr>
          <p:cNvSpPr>
            <a:spLocks noChangeAspect="1"/>
          </p:cNvSpPr>
          <p:nvPr/>
        </p:nvSpPr>
        <p:spPr>
          <a:xfrm>
            <a:off x="8268434" y="4558098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DBC6BF22-7566-7BF1-3438-0A72FFEAC113}"/>
              </a:ext>
            </a:extLst>
          </p:cNvPr>
          <p:cNvSpPr>
            <a:spLocks noChangeAspect="1"/>
          </p:cNvSpPr>
          <p:nvPr/>
        </p:nvSpPr>
        <p:spPr>
          <a:xfrm>
            <a:off x="9015198" y="1554752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D16C93D-B484-A4DB-298E-6C566FB32D9F}"/>
              </a:ext>
            </a:extLst>
          </p:cNvPr>
          <p:cNvSpPr>
            <a:spLocks noChangeAspect="1"/>
          </p:cNvSpPr>
          <p:nvPr/>
        </p:nvSpPr>
        <p:spPr>
          <a:xfrm>
            <a:off x="9780434" y="1552509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59E483B3-1C46-A2C4-FC21-92488DF01F4B}"/>
              </a:ext>
            </a:extLst>
          </p:cNvPr>
          <p:cNvSpPr>
            <a:spLocks noChangeAspect="1"/>
          </p:cNvSpPr>
          <p:nvPr/>
        </p:nvSpPr>
        <p:spPr>
          <a:xfrm>
            <a:off x="9015132" y="2299273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06D11FDF-5B2F-246E-76F5-FF697CCFE709}"/>
              </a:ext>
            </a:extLst>
          </p:cNvPr>
          <p:cNvSpPr>
            <a:spLocks noChangeAspect="1"/>
          </p:cNvSpPr>
          <p:nvPr/>
        </p:nvSpPr>
        <p:spPr>
          <a:xfrm>
            <a:off x="9780368" y="2297030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68707CED-22A4-0DFF-CEE6-6A5F6CC61AF3}"/>
              </a:ext>
            </a:extLst>
          </p:cNvPr>
          <p:cNvSpPr>
            <a:spLocks noChangeAspect="1"/>
          </p:cNvSpPr>
          <p:nvPr/>
        </p:nvSpPr>
        <p:spPr>
          <a:xfrm>
            <a:off x="9015132" y="3041712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6CA76B1E-E11C-9983-862D-539A2574CCB7}"/>
              </a:ext>
            </a:extLst>
          </p:cNvPr>
          <p:cNvSpPr>
            <a:spLocks noChangeAspect="1"/>
          </p:cNvSpPr>
          <p:nvPr/>
        </p:nvSpPr>
        <p:spPr>
          <a:xfrm>
            <a:off x="9780368" y="3039469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221D7CD8-41ED-7EB9-9971-A62924FDD39D}"/>
              </a:ext>
            </a:extLst>
          </p:cNvPr>
          <p:cNvSpPr>
            <a:spLocks noChangeAspect="1"/>
          </p:cNvSpPr>
          <p:nvPr/>
        </p:nvSpPr>
        <p:spPr>
          <a:xfrm>
            <a:off x="9015132" y="3795894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2C41D063-4477-08C5-6476-2CE9314C40A7}"/>
              </a:ext>
            </a:extLst>
          </p:cNvPr>
          <p:cNvSpPr>
            <a:spLocks noChangeAspect="1"/>
          </p:cNvSpPr>
          <p:nvPr/>
        </p:nvSpPr>
        <p:spPr>
          <a:xfrm>
            <a:off x="9780368" y="3793651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65A61EC6-325E-F54D-895D-9B766F91D761}"/>
              </a:ext>
            </a:extLst>
          </p:cNvPr>
          <p:cNvSpPr>
            <a:spLocks noChangeAspect="1"/>
          </p:cNvSpPr>
          <p:nvPr/>
        </p:nvSpPr>
        <p:spPr>
          <a:xfrm>
            <a:off x="9005896" y="4560341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32EB32A7-478C-6A77-97DF-F37110FDFAF5}"/>
              </a:ext>
            </a:extLst>
          </p:cNvPr>
          <p:cNvSpPr>
            <a:spLocks noChangeAspect="1"/>
          </p:cNvSpPr>
          <p:nvPr/>
        </p:nvSpPr>
        <p:spPr>
          <a:xfrm>
            <a:off x="9771132" y="4558098"/>
            <a:ext cx="756000" cy="756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506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33</Words>
  <Application>Microsoft Office PowerPoint</Application>
  <PresentationFormat>ワイド画面</PresentationFormat>
  <Paragraphs>18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2026-07-13T15:53:07Z</dcterms:created>
  <dcterms:modified xsi:type="dcterms:W3CDTF">2026-07-13T21:23:06Z</dcterms:modified>
</cp:coreProperties>
</file>