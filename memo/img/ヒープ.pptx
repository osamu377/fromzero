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7" r:id="rId4"/>
    <p:sldId id="263" r:id="rId5"/>
    <p:sldId id="264" r:id="rId6"/>
    <p:sldId id="265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58" r:id="rId15"/>
    <p:sldId id="277" r:id="rId16"/>
    <p:sldId id="280" r:id="rId17"/>
    <p:sldId id="260" r:id="rId18"/>
    <p:sldId id="261" r:id="rId19"/>
    <p:sldId id="279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47A511-7F40-4FDA-9EC0-5068BD568772}" v="255" dt="2026-06-08T12:06:55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C847A511-7F40-4FDA-9EC0-5068BD568772}"/>
    <pc:docChg chg="undo custSel addSld delSld modSld">
      <pc:chgData name="越智 統" userId="2de33d77-a65a-42d1-92e2-b40da65bb07e" providerId="ADAL" clId="{C847A511-7F40-4FDA-9EC0-5068BD568772}" dt="2026-06-08T12:09:04.319" v="421" actId="2696"/>
      <pc:docMkLst>
        <pc:docMk/>
      </pc:docMkLst>
      <pc:sldChg chg="del">
        <pc:chgData name="越智 統" userId="2de33d77-a65a-42d1-92e2-b40da65bb07e" providerId="ADAL" clId="{C847A511-7F40-4FDA-9EC0-5068BD568772}" dt="2026-06-08T12:09:04.319" v="421" actId="2696"/>
        <pc:sldMkLst>
          <pc:docMk/>
          <pc:sldMk cId="520272404" sldId="256"/>
        </pc:sldMkLst>
      </pc:sldChg>
      <pc:sldChg chg="modSp">
        <pc:chgData name="越智 統" userId="2de33d77-a65a-42d1-92e2-b40da65bb07e" providerId="ADAL" clId="{C847A511-7F40-4FDA-9EC0-5068BD568772}" dt="2026-06-08T11:47:22.812" v="209" actId="20577"/>
        <pc:sldMkLst>
          <pc:docMk/>
          <pc:sldMk cId="1941517135" sldId="257"/>
        </pc:sldMkLst>
        <pc:graphicFrameChg chg="mod">
          <ac:chgData name="越智 統" userId="2de33d77-a65a-42d1-92e2-b40da65bb07e" providerId="ADAL" clId="{C847A511-7F40-4FDA-9EC0-5068BD568772}" dt="2026-06-08T11:47:22.812" v="209" actId="20577"/>
          <ac:graphicFrameMkLst>
            <pc:docMk/>
            <pc:sldMk cId="1941517135" sldId="257"/>
            <ac:graphicFrameMk id="4" creationId="{2BB4B27A-0ABB-D4EB-F651-2D8FEF8633FB}"/>
          </ac:graphicFrameMkLst>
        </pc:graphicFrameChg>
      </pc:sldChg>
      <pc:sldChg chg="modSp mod">
        <pc:chgData name="越智 統" userId="2de33d77-a65a-42d1-92e2-b40da65bb07e" providerId="ADAL" clId="{C847A511-7F40-4FDA-9EC0-5068BD568772}" dt="2026-06-08T11:58:41.012" v="356" actId="20577"/>
        <pc:sldMkLst>
          <pc:docMk/>
          <pc:sldMk cId="2061377836" sldId="258"/>
        </pc:sldMkLst>
        <pc:spChg chg="mod">
          <ac:chgData name="越智 統" userId="2de33d77-a65a-42d1-92e2-b40da65bb07e" providerId="ADAL" clId="{C847A511-7F40-4FDA-9EC0-5068BD568772}" dt="2026-06-08T11:58:02.809" v="354" actId="20577"/>
          <ac:spMkLst>
            <pc:docMk/>
            <pc:sldMk cId="2061377836" sldId="258"/>
            <ac:spMk id="7" creationId="{FF9653D9-9A03-A0FB-244E-05095C77A8EB}"/>
          </ac:spMkLst>
        </pc:spChg>
        <pc:graphicFrameChg chg="mod modGraphic">
          <ac:chgData name="越智 統" userId="2de33d77-a65a-42d1-92e2-b40da65bb07e" providerId="ADAL" clId="{C847A511-7F40-4FDA-9EC0-5068BD568772}" dt="2026-06-08T11:58:41.012" v="356" actId="20577"/>
          <ac:graphicFrameMkLst>
            <pc:docMk/>
            <pc:sldMk cId="2061377836" sldId="258"/>
            <ac:graphicFrameMk id="4" creationId="{F322A906-6429-279D-9CCC-1FBA12215B84}"/>
          </ac:graphicFrameMkLst>
        </pc:graphicFrameChg>
      </pc:sldChg>
      <pc:sldChg chg="addSp delSp modSp del mod">
        <pc:chgData name="越智 統" userId="2de33d77-a65a-42d1-92e2-b40da65bb07e" providerId="ADAL" clId="{C847A511-7F40-4FDA-9EC0-5068BD568772}" dt="2026-06-08T12:04:29.066" v="406" actId="2696"/>
        <pc:sldMkLst>
          <pc:docMk/>
          <pc:sldMk cId="3922702021" sldId="259"/>
        </pc:sldMkLst>
        <pc:spChg chg="add del">
          <ac:chgData name="越智 統" userId="2de33d77-a65a-42d1-92e2-b40da65bb07e" providerId="ADAL" clId="{C847A511-7F40-4FDA-9EC0-5068BD568772}" dt="2026-06-08T12:01:58.072" v="393" actId="478"/>
          <ac:spMkLst>
            <pc:docMk/>
            <pc:sldMk cId="3922702021" sldId="259"/>
            <ac:spMk id="2" creationId="{6110321C-6E38-862A-1D3E-1DB7E3B7A2CA}"/>
          </ac:spMkLst>
        </pc:spChg>
        <pc:graphicFrameChg chg="mod">
          <ac:chgData name="越智 統" userId="2de33d77-a65a-42d1-92e2-b40da65bb07e" providerId="ADAL" clId="{C847A511-7F40-4FDA-9EC0-5068BD568772}" dt="2026-06-08T11:58:57.499" v="360" actId="20577"/>
          <ac:graphicFrameMkLst>
            <pc:docMk/>
            <pc:sldMk cId="3922702021" sldId="259"/>
            <ac:graphicFrameMk id="4" creationId="{1CB5161B-1D75-063F-306A-EA0D937671B8}"/>
          </ac:graphicFrameMkLst>
        </pc:graphicFrameChg>
      </pc:sldChg>
      <pc:sldChg chg="addSp modSp mod">
        <pc:chgData name="越智 統" userId="2de33d77-a65a-42d1-92e2-b40da65bb07e" providerId="ADAL" clId="{C847A511-7F40-4FDA-9EC0-5068BD568772}" dt="2026-06-08T12:04:55.961" v="409"/>
        <pc:sldMkLst>
          <pc:docMk/>
          <pc:sldMk cId="3961366415" sldId="260"/>
        </pc:sldMkLst>
        <pc:spChg chg="add mod">
          <ac:chgData name="越智 統" userId="2de33d77-a65a-42d1-92e2-b40da65bb07e" providerId="ADAL" clId="{C847A511-7F40-4FDA-9EC0-5068BD568772}" dt="2026-06-08T12:04:55.961" v="409"/>
          <ac:spMkLst>
            <pc:docMk/>
            <pc:sldMk cId="3961366415" sldId="260"/>
            <ac:spMk id="2" creationId="{BEDF2D61-B41D-4AA8-428E-E4666F5862E4}"/>
          </ac:spMkLst>
        </pc:spChg>
        <pc:graphicFrameChg chg="mod">
          <ac:chgData name="越智 統" userId="2de33d77-a65a-42d1-92e2-b40da65bb07e" providerId="ADAL" clId="{C847A511-7F40-4FDA-9EC0-5068BD568772}" dt="2026-06-08T11:59:03.512" v="362" actId="20577"/>
          <ac:graphicFrameMkLst>
            <pc:docMk/>
            <pc:sldMk cId="3961366415" sldId="260"/>
            <ac:graphicFrameMk id="4" creationId="{C5E2C602-71E1-C2E9-D147-CECB501DB35E}"/>
          </ac:graphicFrameMkLst>
        </pc:graphicFrameChg>
      </pc:sldChg>
      <pc:sldChg chg="addSp delSp modSp mod">
        <pc:chgData name="越智 統" userId="2de33d77-a65a-42d1-92e2-b40da65bb07e" providerId="ADAL" clId="{C847A511-7F40-4FDA-9EC0-5068BD568772}" dt="2026-06-08T12:06:21.302" v="417"/>
        <pc:sldMkLst>
          <pc:docMk/>
          <pc:sldMk cId="1411607089" sldId="261"/>
        </pc:sldMkLst>
        <pc:spChg chg="add del">
          <ac:chgData name="越智 統" userId="2de33d77-a65a-42d1-92e2-b40da65bb07e" providerId="ADAL" clId="{C847A511-7F40-4FDA-9EC0-5068BD568772}" dt="2026-06-08T12:00:42.370" v="380" actId="478"/>
          <ac:spMkLst>
            <pc:docMk/>
            <pc:sldMk cId="1411607089" sldId="261"/>
            <ac:spMk id="2" creationId="{4AD90B69-4405-7463-AFBE-DAEE0B43614F}"/>
          </ac:spMkLst>
        </pc:spChg>
        <pc:spChg chg="add del">
          <ac:chgData name="越智 統" userId="2de33d77-a65a-42d1-92e2-b40da65bb07e" providerId="ADAL" clId="{C847A511-7F40-4FDA-9EC0-5068BD568772}" dt="2026-06-08T12:00:39.847" v="379" actId="478"/>
          <ac:spMkLst>
            <pc:docMk/>
            <pc:sldMk cId="1411607089" sldId="261"/>
            <ac:spMk id="3" creationId="{121CCE18-9AEE-CC36-77AB-C22B9AA4538D}"/>
          </ac:spMkLst>
        </pc:spChg>
        <pc:spChg chg="add del mod">
          <ac:chgData name="越智 統" userId="2de33d77-a65a-42d1-92e2-b40da65bb07e" providerId="ADAL" clId="{C847A511-7F40-4FDA-9EC0-5068BD568772}" dt="2026-06-08T12:05:56.715" v="414" actId="478"/>
          <ac:spMkLst>
            <pc:docMk/>
            <pc:sldMk cId="1411607089" sldId="261"/>
            <ac:spMk id="5" creationId="{0561C6F0-960F-7172-FA35-7BE4193E340B}"/>
          </ac:spMkLst>
        </pc:spChg>
        <pc:spChg chg="add mod">
          <ac:chgData name="越智 統" userId="2de33d77-a65a-42d1-92e2-b40da65bb07e" providerId="ADAL" clId="{C847A511-7F40-4FDA-9EC0-5068BD568772}" dt="2026-06-08T12:06:21.302" v="417"/>
          <ac:spMkLst>
            <pc:docMk/>
            <pc:sldMk cId="1411607089" sldId="261"/>
            <ac:spMk id="6" creationId="{68BF8C19-358C-02EF-BD75-0BDD2698B2A3}"/>
          </ac:spMkLst>
        </pc:spChg>
        <pc:spChg chg="mod">
          <ac:chgData name="越智 統" userId="2de33d77-a65a-42d1-92e2-b40da65bb07e" providerId="ADAL" clId="{C847A511-7F40-4FDA-9EC0-5068BD568772}" dt="2026-06-08T12:00:07.152" v="373" actId="20577"/>
          <ac:spMkLst>
            <pc:docMk/>
            <pc:sldMk cId="1411607089" sldId="261"/>
            <ac:spMk id="7" creationId="{DB6A0528-F6D4-B310-AB4B-34333884F01B}"/>
          </ac:spMkLst>
        </pc:spChg>
        <pc:graphicFrameChg chg="mod modGraphic">
          <ac:chgData name="越智 統" userId="2de33d77-a65a-42d1-92e2-b40da65bb07e" providerId="ADAL" clId="{C847A511-7F40-4FDA-9EC0-5068BD568772}" dt="2026-06-08T12:00:01.848" v="371" actId="207"/>
          <ac:graphicFrameMkLst>
            <pc:docMk/>
            <pc:sldMk cId="1411607089" sldId="261"/>
            <ac:graphicFrameMk id="4" creationId="{D46BC4A0-2C54-069F-3A07-731D8C2C090D}"/>
          </ac:graphicFrameMkLst>
        </pc:graphicFrameChg>
      </pc:sldChg>
      <pc:sldChg chg="modSp add">
        <pc:chgData name="越智 統" userId="2de33d77-a65a-42d1-92e2-b40da65bb07e" providerId="ADAL" clId="{C847A511-7F40-4FDA-9EC0-5068BD568772}" dt="2026-06-08T11:47:29.540" v="212" actId="20577"/>
        <pc:sldMkLst>
          <pc:docMk/>
          <pc:sldMk cId="247523141" sldId="262"/>
        </pc:sldMkLst>
        <pc:graphicFrameChg chg="mod">
          <ac:chgData name="越智 統" userId="2de33d77-a65a-42d1-92e2-b40da65bb07e" providerId="ADAL" clId="{C847A511-7F40-4FDA-9EC0-5068BD568772}" dt="2026-06-08T11:47:29.540" v="212" actId="20577"/>
          <ac:graphicFrameMkLst>
            <pc:docMk/>
            <pc:sldMk cId="247523141" sldId="262"/>
            <ac:graphicFrameMk id="4" creationId="{1549715A-1A1E-4860-8809-F506E224B26F}"/>
          </ac:graphicFrameMkLst>
        </pc:graphicFrameChg>
      </pc:sldChg>
      <pc:sldChg chg="addSp modSp add mod">
        <pc:chgData name="越智 統" userId="2de33d77-a65a-42d1-92e2-b40da65bb07e" providerId="ADAL" clId="{C847A511-7F40-4FDA-9EC0-5068BD568772}" dt="2026-06-08T11:48:40.830" v="232"/>
        <pc:sldMkLst>
          <pc:docMk/>
          <pc:sldMk cId="2846186589" sldId="263"/>
        </pc:sldMkLst>
        <pc:spChg chg="add mod">
          <ac:chgData name="越智 統" userId="2de33d77-a65a-42d1-92e2-b40da65bb07e" providerId="ADAL" clId="{C847A511-7F40-4FDA-9EC0-5068BD568772}" dt="2026-06-08T11:48:40.830" v="232"/>
          <ac:spMkLst>
            <pc:docMk/>
            <pc:sldMk cId="2846186589" sldId="263"/>
            <ac:spMk id="2" creationId="{F2B26E3F-4224-F2A4-473A-4EA60A4B5916}"/>
          </ac:spMkLst>
        </pc:spChg>
        <pc:graphicFrameChg chg="mod">
          <ac:chgData name="越智 統" userId="2de33d77-a65a-42d1-92e2-b40da65bb07e" providerId="ADAL" clId="{C847A511-7F40-4FDA-9EC0-5068BD568772}" dt="2026-06-08T11:48:18.457" v="229" actId="13926"/>
          <ac:graphicFrameMkLst>
            <pc:docMk/>
            <pc:sldMk cId="2846186589" sldId="263"/>
            <ac:graphicFrameMk id="4" creationId="{859216D7-E168-5738-E6E2-8CF64A7E64DC}"/>
          </ac:graphicFrameMkLst>
        </pc:graphicFrameChg>
      </pc:sldChg>
      <pc:sldChg chg="addSp modSp add mod">
        <pc:chgData name="越智 統" userId="2de33d77-a65a-42d1-92e2-b40da65bb07e" providerId="ADAL" clId="{C847A511-7F40-4FDA-9EC0-5068BD568772}" dt="2026-06-08T11:47:49.448" v="221" actId="20577"/>
        <pc:sldMkLst>
          <pc:docMk/>
          <pc:sldMk cId="1070144587" sldId="264"/>
        </pc:sldMkLst>
        <pc:spChg chg="add mod">
          <ac:chgData name="越智 統" userId="2de33d77-a65a-42d1-92e2-b40da65bb07e" providerId="ADAL" clId="{C847A511-7F40-4FDA-9EC0-5068BD568772}" dt="2026-06-08T11:41:35.160" v="149"/>
          <ac:spMkLst>
            <pc:docMk/>
            <pc:sldMk cId="1070144587" sldId="264"/>
            <ac:spMk id="2" creationId="{6CE82A46-D7C6-7B17-CED1-A2B6EF54D237}"/>
          </ac:spMkLst>
        </pc:spChg>
        <pc:graphicFrameChg chg="mod">
          <ac:chgData name="越智 統" userId="2de33d77-a65a-42d1-92e2-b40da65bb07e" providerId="ADAL" clId="{C847A511-7F40-4FDA-9EC0-5068BD568772}" dt="2026-06-08T11:47:49.448" v="221" actId="20577"/>
          <ac:graphicFrameMkLst>
            <pc:docMk/>
            <pc:sldMk cId="1070144587" sldId="264"/>
            <ac:graphicFrameMk id="4" creationId="{C4E51F08-2C21-D52A-DD1F-A23F3365B44F}"/>
          </ac:graphicFrameMkLst>
        </pc:graphicFrameChg>
      </pc:sldChg>
      <pc:sldChg chg="addSp delSp modSp add del mod">
        <pc:chgData name="越智 統" userId="2de33d77-a65a-42d1-92e2-b40da65bb07e" providerId="ADAL" clId="{C847A511-7F40-4FDA-9EC0-5068BD568772}" dt="2026-06-08T11:37:43.792" v="107" actId="2696"/>
        <pc:sldMkLst>
          <pc:docMk/>
          <pc:sldMk cId="2592840587" sldId="264"/>
        </pc:sldMkLst>
        <pc:spChg chg="add del mod">
          <ac:chgData name="越智 統" userId="2de33d77-a65a-42d1-92e2-b40da65bb07e" providerId="ADAL" clId="{C847A511-7F40-4FDA-9EC0-5068BD568772}" dt="2026-06-08T11:32:53.680" v="69" actId="478"/>
          <ac:spMkLst>
            <pc:docMk/>
            <pc:sldMk cId="2592840587" sldId="264"/>
            <ac:spMk id="2" creationId="{7A7EDB24-08E0-8622-402F-EDB50D532335}"/>
          </ac:spMkLst>
        </pc:spChg>
        <pc:graphicFrameChg chg="mod">
          <ac:chgData name="越智 統" userId="2de33d77-a65a-42d1-92e2-b40da65bb07e" providerId="ADAL" clId="{C847A511-7F40-4FDA-9EC0-5068BD568772}" dt="2026-06-08T11:33:33.641" v="80" actId="13926"/>
          <ac:graphicFrameMkLst>
            <pc:docMk/>
            <pc:sldMk cId="2592840587" sldId="264"/>
            <ac:graphicFrameMk id="4" creationId="{B42C27DD-094E-0D50-AFA7-F95686991626}"/>
          </ac:graphicFrameMkLst>
        </pc:graphicFrameChg>
        <pc:cxnChg chg="add mod">
          <ac:chgData name="越智 統" userId="2de33d77-a65a-42d1-92e2-b40da65bb07e" providerId="ADAL" clId="{C847A511-7F40-4FDA-9EC0-5068BD568772}" dt="2026-06-08T11:34:55.029" v="88" actId="13822"/>
          <ac:cxnSpMkLst>
            <pc:docMk/>
            <pc:sldMk cId="2592840587" sldId="264"/>
            <ac:cxnSpMk id="5" creationId="{7BDA3396-B653-9F63-0801-DB9FEA73EF94}"/>
          </ac:cxnSpMkLst>
        </pc:cxnChg>
      </pc:sldChg>
      <pc:sldChg chg="addSp delSp modSp add del mod">
        <pc:chgData name="越智 統" userId="2de33d77-a65a-42d1-92e2-b40da65bb07e" providerId="ADAL" clId="{C847A511-7F40-4FDA-9EC0-5068BD568772}" dt="2026-06-08T11:40:51.732" v="141" actId="2696"/>
        <pc:sldMkLst>
          <pc:docMk/>
          <pc:sldMk cId="1977616141" sldId="265"/>
        </pc:sldMkLst>
        <pc:spChg chg="add del">
          <ac:chgData name="越智 統" userId="2de33d77-a65a-42d1-92e2-b40da65bb07e" providerId="ADAL" clId="{C847A511-7F40-4FDA-9EC0-5068BD568772}" dt="2026-06-08T11:36:52.975" v="102" actId="478"/>
          <ac:spMkLst>
            <pc:docMk/>
            <pc:sldMk cId="1977616141" sldId="265"/>
            <ac:spMk id="12" creationId="{03C02FD0-3BCF-D279-2420-3A22DF8F64FC}"/>
          </ac:spMkLst>
        </pc:spChg>
        <pc:spChg chg="add mod">
          <ac:chgData name="越智 統" userId="2de33d77-a65a-42d1-92e2-b40da65bb07e" providerId="ADAL" clId="{C847A511-7F40-4FDA-9EC0-5068BD568772}" dt="2026-06-08T11:40:40.738" v="140" actId="1076"/>
          <ac:spMkLst>
            <pc:docMk/>
            <pc:sldMk cId="1977616141" sldId="265"/>
            <ac:spMk id="13" creationId="{9E39BD6D-85D0-A7CE-3EBE-2973C8A75126}"/>
          </ac:spMkLst>
        </pc:spChg>
        <pc:graphicFrameChg chg="mod">
          <ac:chgData name="越智 統" userId="2de33d77-a65a-42d1-92e2-b40da65bb07e" providerId="ADAL" clId="{C847A511-7F40-4FDA-9EC0-5068BD568772}" dt="2026-06-08T11:40:36.982" v="139" actId="14100"/>
          <ac:graphicFrameMkLst>
            <pc:docMk/>
            <pc:sldMk cId="1977616141" sldId="265"/>
            <ac:graphicFrameMk id="4" creationId="{6045F40D-A6C0-52E2-4254-DC78C67677DE}"/>
          </ac:graphicFrameMkLst>
        </pc:graphicFrameChg>
        <pc:cxnChg chg="del mod">
          <ac:chgData name="越智 統" userId="2de33d77-a65a-42d1-92e2-b40da65bb07e" providerId="ADAL" clId="{C847A511-7F40-4FDA-9EC0-5068BD568772}" dt="2026-06-08T11:36:15.055" v="100" actId="478"/>
          <ac:cxnSpMkLst>
            <pc:docMk/>
            <pc:sldMk cId="1977616141" sldId="265"/>
            <ac:cxnSpMk id="5" creationId="{2767955D-ABA9-AC7F-903D-BF7C8BBF1560}"/>
          </ac:cxnSpMkLst>
        </pc:cxnChg>
      </pc:sldChg>
      <pc:sldChg chg="modSp add del mod">
        <pc:chgData name="越智 統" userId="2de33d77-a65a-42d1-92e2-b40da65bb07e" providerId="ADAL" clId="{C847A511-7F40-4FDA-9EC0-5068BD568772}" dt="2026-06-08T11:35:23.073" v="89" actId="2696"/>
        <pc:sldMkLst>
          <pc:docMk/>
          <pc:sldMk cId="3299619084" sldId="265"/>
        </pc:sldMkLst>
        <pc:spChg chg="mod">
          <ac:chgData name="越智 統" userId="2de33d77-a65a-42d1-92e2-b40da65bb07e" providerId="ADAL" clId="{C847A511-7F40-4FDA-9EC0-5068BD568772}" dt="2026-06-08T11:30:48.970" v="62" actId="1076"/>
          <ac:spMkLst>
            <pc:docMk/>
            <pc:sldMk cId="3299619084" sldId="265"/>
            <ac:spMk id="2" creationId="{3C52EC90-33AD-BBD3-4007-E4E72D286298}"/>
          </ac:spMkLst>
        </pc:spChg>
      </pc:sldChg>
      <pc:sldChg chg="addSp delSp modSp add mod">
        <pc:chgData name="越智 統" userId="2de33d77-a65a-42d1-92e2-b40da65bb07e" providerId="ADAL" clId="{C847A511-7F40-4FDA-9EC0-5068BD568772}" dt="2026-06-08T11:47:44.460" v="218" actId="20577"/>
        <pc:sldMkLst>
          <pc:docMk/>
          <pc:sldMk cId="3735919820" sldId="265"/>
        </pc:sldMkLst>
        <pc:spChg chg="del">
          <ac:chgData name="越智 統" userId="2de33d77-a65a-42d1-92e2-b40da65bb07e" providerId="ADAL" clId="{C847A511-7F40-4FDA-9EC0-5068BD568772}" dt="2026-06-08T11:41:52.159" v="152" actId="478"/>
          <ac:spMkLst>
            <pc:docMk/>
            <pc:sldMk cId="3735919820" sldId="265"/>
            <ac:spMk id="2" creationId="{C8B264D8-F483-4823-5B07-B481BD303131}"/>
          </ac:spMkLst>
        </pc:spChg>
        <pc:spChg chg="add mod">
          <ac:chgData name="越智 統" userId="2de33d77-a65a-42d1-92e2-b40da65bb07e" providerId="ADAL" clId="{C847A511-7F40-4FDA-9EC0-5068BD568772}" dt="2026-06-08T11:42:32.524" v="161"/>
          <ac:spMkLst>
            <pc:docMk/>
            <pc:sldMk cId="3735919820" sldId="265"/>
            <ac:spMk id="3" creationId="{1E6F8D6E-0EE5-5991-B2E9-0DAE2B06F1F4}"/>
          </ac:spMkLst>
        </pc:spChg>
        <pc:graphicFrameChg chg="mod">
          <ac:chgData name="越智 統" userId="2de33d77-a65a-42d1-92e2-b40da65bb07e" providerId="ADAL" clId="{C847A511-7F40-4FDA-9EC0-5068BD568772}" dt="2026-06-08T11:47:44.460" v="218" actId="20577"/>
          <ac:graphicFrameMkLst>
            <pc:docMk/>
            <pc:sldMk cId="3735919820" sldId="265"/>
            <ac:graphicFrameMk id="4" creationId="{0E2CEA2E-F365-DE13-6C0B-FE261A24AE8A}"/>
          </ac:graphicFrameMkLst>
        </pc:graphicFrameChg>
      </pc:sldChg>
      <pc:sldChg chg="addSp delSp modSp add del mod">
        <pc:chgData name="越智 統" userId="2de33d77-a65a-42d1-92e2-b40da65bb07e" providerId="ADAL" clId="{C847A511-7F40-4FDA-9EC0-5068BD568772}" dt="2026-06-08T11:40:51.732" v="141" actId="2696"/>
        <pc:sldMkLst>
          <pc:docMk/>
          <pc:sldMk cId="1672887937" sldId="266"/>
        </pc:sldMkLst>
        <pc:spChg chg="add del">
          <ac:chgData name="越智 統" userId="2de33d77-a65a-42d1-92e2-b40da65bb07e" providerId="ADAL" clId="{C847A511-7F40-4FDA-9EC0-5068BD568772}" dt="2026-06-08T11:38:38.096" v="117" actId="478"/>
          <ac:spMkLst>
            <pc:docMk/>
            <pc:sldMk cId="1672887937" sldId="266"/>
            <ac:spMk id="2" creationId="{881FC3D3-FBEC-F634-F288-5E4587EC7F9E}"/>
          </ac:spMkLst>
        </pc:spChg>
        <pc:spChg chg="add del">
          <ac:chgData name="越智 統" userId="2de33d77-a65a-42d1-92e2-b40da65bb07e" providerId="ADAL" clId="{C847A511-7F40-4FDA-9EC0-5068BD568772}" dt="2026-06-08T11:39:20.567" v="122" actId="478"/>
          <ac:spMkLst>
            <pc:docMk/>
            <pc:sldMk cId="1672887937" sldId="266"/>
            <ac:spMk id="3" creationId="{068D0A91-116E-1B08-17E3-098BD1291DD2}"/>
          </ac:spMkLst>
        </pc:spChg>
        <pc:spChg chg="add mod">
          <ac:chgData name="越智 統" userId="2de33d77-a65a-42d1-92e2-b40da65bb07e" providerId="ADAL" clId="{C847A511-7F40-4FDA-9EC0-5068BD568772}" dt="2026-06-08T11:39:42.157" v="125"/>
          <ac:spMkLst>
            <pc:docMk/>
            <pc:sldMk cId="1672887937" sldId="266"/>
            <ac:spMk id="5" creationId="{439F65CE-5ED7-4928-F388-F18A5A374EAF}"/>
          </ac:spMkLst>
        </pc:spChg>
        <pc:spChg chg="del">
          <ac:chgData name="越智 統" userId="2de33d77-a65a-42d1-92e2-b40da65bb07e" providerId="ADAL" clId="{C847A511-7F40-4FDA-9EC0-5068BD568772}" dt="2026-06-08T11:38:21.001" v="115" actId="478"/>
          <ac:spMkLst>
            <pc:docMk/>
            <pc:sldMk cId="1672887937" sldId="266"/>
            <ac:spMk id="13" creationId="{FC582664-8DC7-66EE-5FD0-AE26AE383957}"/>
          </ac:spMkLst>
        </pc:spChg>
        <pc:graphicFrameChg chg="mod">
          <ac:chgData name="越智 統" userId="2de33d77-a65a-42d1-92e2-b40da65bb07e" providerId="ADAL" clId="{C847A511-7F40-4FDA-9EC0-5068BD568772}" dt="2026-06-08T11:39:06.284" v="120" actId="13926"/>
          <ac:graphicFrameMkLst>
            <pc:docMk/>
            <pc:sldMk cId="1672887937" sldId="266"/>
            <ac:graphicFrameMk id="4" creationId="{C6FA39C8-EC81-85BC-C405-704747854151}"/>
          </ac:graphicFrameMkLst>
        </pc:graphicFrameChg>
      </pc:sldChg>
      <pc:sldChg chg="delSp modSp add del mod">
        <pc:chgData name="越智 統" userId="2de33d77-a65a-42d1-92e2-b40da65bb07e" providerId="ADAL" clId="{C847A511-7F40-4FDA-9EC0-5068BD568772}" dt="2026-06-08T11:51:33.719" v="261" actId="2696"/>
        <pc:sldMkLst>
          <pc:docMk/>
          <pc:sldMk cId="4241767143" sldId="266"/>
        </pc:sldMkLst>
        <pc:spChg chg="del">
          <ac:chgData name="越智 統" userId="2de33d77-a65a-42d1-92e2-b40da65bb07e" providerId="ADAL" clId="{C847A511-7F40-4FDA-9EC0-5068BD568772}" dt="2026-06-08T11:42:52.207" v="163" actId="478"/>
          <ac:spMkLst>
            <pc:docMk/>
            <pc:sldMk cId="4241767143" sldId="266"/>
            <ac:spMk id="3" creationId="{10B15370-50DD-BE6D-A7F4-892551588E92}"/>
          </ac:spMkLst>
        </pc:spChg>
        <pc:graphicFrameChg chg="mod">
          <ac:chgData name="越智 統" userId="2de33d77-a65a-42d1-92e2-b40da65bb07e" providerId="ADAL" clId="{C847A511-7F40-4FDA-9EC0-5068BD568772}" dt="2026-06-08T11:45:45.700" v="192" actId="693"/>
          <ac:graphicFrameMkLst>
            <pc:docMk/>
            <pc:sldMk cId="4241767143" sldId="266"/>
            <ac:graphicFrameMk id="4" creationId="{D6384977-A427-A1BD-4AA1-7B57546D4724}"/>
          </ac:graphicFrameMkLst>
        </pc:graphicFrameChg>
      </pc:sldChg>
      <pc:sldChg chg="delSp modSp add del mod">
        <pc:chgData name="越智 統" userId="2de33d77-a65a-42d1-92e2-b40da65bb07e" providerId="ADAL" clId="{C847A511-7F40-4FDA-9EC0-5068BD568772}" dt="2026-06-08T11:40:51.732" v="141" actId="2696"/>
        <pc:sldMkLst>
          <pc:docMk/>
          <pc:sldMk cId="1865288126" sldId="267"/>
        </pc:sldMkLst>
        <pc:spChg chg="del">
          <ac:chgData name="越智 統" userId="2de33d77-a65a-42d1-92e2-b40da65bb07e" providerId="ADAL" clId="{C847A511-7F40-4FDA-9EC0-5068BD568772}" dt="2026-06-08T11:40:22.263" v="138" actId="478"/>
          <ac:spMkLst>
            <pc:docMk/>
            <pc:sldMk cId="1865288126" sldId="267"/>
            <ac:spMk id="5" creationId="{6BF9A7A2-77AA-AAA6-8DBD-3054075E1EE2}"/>
          </ac:spMkLst>
        </pc:spChg>
        <pc:graphicFrameChg chg="mod">
          <ac:chgData name="越智 統" userId="2de33d77-a65a-42d1-92e2-b40da65bb07e" providerId="ADAL" clId="{C847A511-7F40-4FDA-9EC0-5068BD568772}" dt="2026-06-08T11:40:20.082" v="137" actId="13926"/>
          <ac:graphicFrameMkLst>
            <pc:docMk/>
            <pc:sldMk cId="1865288126" sldId="267"/>
            <ac:graphicFrameMk id="4" creationId="{69AB374D-E253-B4A5-F16B-F42156D7CD6B}"/>
          </ac:graphicFrameMkLst>
        </pc:graphicFrameChg>
      </pc:sldChg>
      <pc:sldChg chg="addSp modSp add mod">
        <pc:chgData name="越智 統" userId="2de33d77-a65a-42d1-92e2-b40da65bb07e" providerId="ADAL" clId="{C847A511-7F40-4FDA-9EC0-5068BD568772}" dt="2026-06-08T11:47:35.979" v="215" actId="20577"/>
        <pc:sldMkLst>
          <pc:docMk/>
          <pc:sldMk cId="3371907637" sldId="267"/>
        </pc:sldMkLst>
        <pc:spChg chg="add mod">
          <ac:chgData name="越智 統" userId="2de33d77-a65a-42d1-92e2-b40da65bb07e" providerId="ADAL" clId="{C847A511-7F40-4FDA-9EC0-5068BD568772}" dt="2026-06-08T11:44:17.904" v="184"/>
          <ac:spMkLst>
            <pc:docMk/>
            <pc:sldMk cId="3371907637" sldId="267"/>
            <ac:spMk id="2" creationId="{7D1C00C8-54BC-9465-D063-9C9F8B32021A}"/>
          </ac:spMkLst>
        </pc:spChg>
        <pc:graphicFrameChg chg="mod">
          <ac:chgData name="越智 統" userId="2de33d77-a65a-42d1-92e2-b40da65bb07e" providerId="ADAL" clId="{C847A511-7F40-4FDA-9EC0-5068BD568772}" dt="2026-06-08T11:47:35.979" v="215" actId="20577"/>
          <ac:graphicFrameMkLst>
            <pc:docMk/>
            <pc:sldMk cId="3371907637" sldId="267"/>
            <ac:graphicFrameMk id="4" creationId="{7A02866E-4F05-0A98-7F11-44F297A7DE2C}"/>
          </ac:graphicFrameMkLst>
        </pc:graphicFrameChg>
      </pc:sldChg>
      <pc:sldChg chg="addSp modSp add del mod">
        <pc:chgData name="越智 統" userId="2de33d77-a65a-42d1-92e2-b40da65bb07e" providerId="ADAL" clId="{C847A511-7F40-4FDA-9EC0-5068BD568772}" dt="2026-06-08T11:51:33.719" v="261" actId="2696"/>
        <pc:sldMkLst>
          <pc:docMk/>
          <pc:sldMk cId="1569835887" sldId="268"/>
        </pc:sldMkLst>
        <pc:spChg chg="add mod">
          <ac:chgData name="越智 統" userId="2de33d77-a65a-42d1-92e2-b40da65bb07e" providerId="ADAL" clId="{C847A511-7F40-4FDA-9EC0-5068BD568772}" dt="2026-06-08T11:46:26.910" v="198"/>
          <ac:spMkLst>
            <pc:docMk/>
            <pc:sldMk cId="1569835887" sldId="268"/>
            <ac:spMk id="2" creationId="{91A4E9D2-AA9C-BB38-5A72-58171B639E42}"/>
          </ac:spMkLst>
        </pc:spChg>
        <pc:graphicFrameChg chg="mod">
          <ac:chgData name="越智 統" userId="2de33d77-a65a-42d1-92e2-b40da65bb07e" providerId="ADAL" clId="{C847A511-7F40-4FDA-9EC0-5068BD568772}" dt="2026-06-08T11:45:58.640" v="195" actId="20577"/>
          <ac:graphicFrameMkLst>
            <pc:docMk/>
            <pc:sldMk cId="1569835887" sldId="268"/>
            <ac:graphicFrameMk id="4" creationId="{8AFFC276-4900-6CB4-89FE-B887FA764D52}"/>
          </ac:graphicFrameMkLst>
        </pc:graphicFrameChg>
      </pc:sldChg>
      <pc:sldChg chg="delSp modSp add del mod">
        <pc:chgData name="越智 統" userId="2de33d77-a65a-42d1-92e2-b40da65bb07e" providerId="ADAL" clId="{C847A511-7F40-4FDA-9EC0-5068BD568772}" dt="2026-06-08T11:51:33.719" v="261" actId="2696"/>
        <pc:sldMkLst>
          <pc:docMk/>
          <pc:sldMk cId="2567734094" sldId="269"/>
        </pc:sldMkLst>
        <pc:spChg chg="del">
          <ac:chgData name="越智 統" userId="2de33d77-a65a-42d1-92e2-b40da65bb07e" providerId="ADAL" clId="{C847A511-7F40-4FDA-9EC0-5068BD568772}" dt="2026-06-08T11:46:44.897" v="200" actId="478"/>
          <ac:spMkLst>
            <pc:docMk/>
            <pc:sldMk cId="2567734094" sldId="269"/>
            <ac:spMk id="2" creationId="{AA80EC02-8F36-C4DB-DBC9-4F1C6C04B856}"/>
          </ac:spMkLst>
        </pc:spChg>
        <pc:graphicFrameChg chg="mod">
          <ac:chgData name="越智 統" userId="2de33d77-a65a-42d1-92e2-b40da65bb07e" providerId="ADAL" clId="{C847A511-7F40-4FDA-9EC0-5068BD568772}" dt="2026-06-08T11:47:00.020" v="206" actId="20577"/>
          <ac:graphicFrameMkLst>
            <pc:docMk/>
            <pc:sldMk cId="2567734094" sldId="269"/>
            <ac:graphicFrameMk id="4" creationId="{76726522-F9DA-89E6-0305-ACE893A48927}"/>
          </ac:graphicFrameMkLst>
        </pc:graphicFrameChg>
      </pc:sldChg>
      <pc:sldChg chg="delSp modSp add mod">
        <pc:chgData name="越智 統" userId="2de33d77-a65a-42d1-92e2-b40da65bb07e" providerId="ADAL" clId="{C847A511-7F40-4FDA-9EC0-5068BD568772}" dt="2026-06-08T11:50:02.429" v="253" actId="693"/>
        <pc:sldMkLst>
          <pc:docMk/>
          <pc:sldMk cId="655927047" sldId="270"/>
        </pc:sldMkLst>
        <pc:spChg chg="del">
          <ac:chgData name="越智 統" userId="2de33d77-a65a-42d1-92e2-b40da65bb07e" providerId="ADAL" clId="{C847A511-7F40-4FDA-9EC0-5068BD568772}" dt="2026-06-08T11:48:59.447" v="234" actId="478"/>
          <ac:spMkLst>
            <pc:docMk/>
            <pc:sldMk cId="655927047" sldId="270"/>
            <ac:spMk id="3" creationId="{489AD633-8F52-31D2-21E9-A88ADFC127C8}"/>
          </ac:spMkLst>
        </pc:spChg>
        <pc:graphicFrameChg chg="mod">
          <ac:chgData name="越智 統" userId="2de33d77-a65a-42d1-92e2-b40da65bb07e" providerId="ADAL" clId="{C847A511-7F40-4FDA-9EC0-5068BD568772}" dt="2026-06-08T11:50:02.429" v="253" actId="693"/>
          <ac:graphicFrameMkLst>
            <pc:docMk/>
            <pc:sldMk cId="655927047" sldId="270"/>
            <ac:graphicFrameMk id="4" creationId="{6851EF3C-6297-CA94-F645-382FE12C5A34}"/>
          </ac:graphicFrameMkLst>
        </pc:graphicFrameChg>
      </pc:sldChg>
      <pc:sldChg chg="addSp delSp modSp add mod">
        <pc:chgData name="越智 統" userId="2de33d77-a65a-42d1-92e2-b40da65bb07e" providerId="ADAL" clId="{C847A511-7F40-4FDA-9EC0-5068BD568772}" dt="2026-06-08T11:51:07.214" v="259"/>
        <pc:sldMkLst>
          <pc:docMk/>
          <pc:sldMk cId="158704237" sldId="271"/>
        </pc:sldMkLst>
        <pc:spChg chg="add del">
          <ac:chgData name="越智 統" userId="2de33d77-a65a-42d1-92e2-b40da65bb07e" providerId="ADAL" clId="{C847A511-7F40-4FDA-9EC0-5068BD568772}" dt="2026-06-08T11:50:38.320" v="256" actId="478"/>
          <ac:spMkLst>
            <pc:docMk/>
            <pc:sldMk cId="158704237" sldId="271"/>
            <ac:spMk id="2" creationId="{F0805F39-ABB6-930A-0EB5-89892C2147C0}"/>
          </ac:spMkLst>
        </pc:spChg>
        <pc:spChg chg="add mod">
          <ac:chgData name="越智 統" userId="2de33d77-a65a-42d1-92e2-b40da65bb07e" providerId="ADAL" clId="{C847A511-7F40-4FDA-9EC0-5068BD568772}" dt="2026-06-08T11:51:07.214" v="259"/>
          <ac:spMkLst>
            <pc:docMk/>
            <pc:sldMk cId="158704237" sldId="271"/>
            <ac:spMk id="3" creationId="{BDF31BC1-96CB-EB02-8852-AE24B2A9226A}"/>
          </ac:spMkLst>
        </pc:spChg>
        <pc:graphicFrameChg chg="mod">
          <ac:chgData name="越智 統" userId="2de33d77-a65a-42d1-92e2-b40da65bb07e" providerId="ADAL" clId="{C847A511-7F40-4FDA-9EC0-5068BD568772}" dt="2026-06-08T11:50:21.987" v="254" actId="693"/>
          <ac:graphicFrameMkLst>
            <pc:docMk/>
            <pc:sldMk cId="158704237" sldId="271"/>
            <ac:graphicFrameMk id="4" creationId="{6F23BA76-AA5E-ED68-BCFF-F347FD422988}"/>
          </ac:graphicFrameMkLst>
        </pc:graphicFrameChg>
      </pc:sldChg>
      <pc:sldChg chg="add del">
        <pc:chgData name="越智 統" userId="2de33d77-a65a-42d1-92e2-b40da65bb07e" providerId="ADAL" clId="{C847A511-7F40-4FDA-9EC0-5068BD568772}" dt="2026-06-08T11:51:33.719" v="261" actId="2696"/>
        <pc:sldMkLst>
          <pc:docMk/>
          <pc:sldMk cId="1097798365" sldId="272"/>
        </pc:sldMkLst>
      </pc:sldChg>
      <pc:sldChg chg="addSp delSp modSp add mod">
        <pc:chgData name="越智 統" userId="2de33d77-a65a-42d1-92e2-b40da65bb07e" providerId="ADAL" clId="{C847A511-7F40-4FDA-9EC0-5068BD568772}" dt="2026-06-08T11:52:37.657" v="277"/>
        <pc:sldMkLst>
          <pc:docMk/>
          <pc:sldMk cId="2569992122" sldId="272"/>
        </pc:sldMkLst>
        <pc:spChg chg="add mod">
          <ac:chgData name="越智 統" userId="2de33d77-a65a-42d1-92e2-b40da65bb07e" providerId="ADAL" clId="{C847A511-7F40-4FDA-9EC0-5068BD568772}" dt="2026-06-08T11:52:37.657" v="277"/>
          <ac:spMkLst>
            <pc:docMk/>
            <pc:sldMk cId="2569992122" sldId="272"/>
            <ac:spMk id="2" creationId="{012A5B59-91AB-1EA9-4F88-67079AEB6B4B}"/>
          </ac:spMkLst>
        </pc:spChg>
        <pc:spChg chg="del">
          <ac:chgData name="越智 統" userId="2de33d77-a65a-42d1-92e2-b40da65bb07e" providerId="ADAL" clId="{C847A511-7F40-4FDA-9EC0-5068BD568772}" dt="2026-06-08T11:51:46.016" v="263" actId="478"/>
          <ac:spMkLst>
            <pc:docMk/>
            <pc:sldMk cId="2569992122" sldId="272"/>
            <ac:spMk id="3" creationId="{B8C1494B-E665-7FB4-AC6E-F15BAB0CFB7B}"/>
          </ac:spMkLst>
        </pc:spChg>
        <pc:graphicFrameChg chg="mod">
          <ac:chgData name="越智 統" userId="2de33d77-a65a-42d1-92e2-b40da65bb07e" providerId="ADAL" clId="{C847A511-7F40-4FDA-9EC0-5068BD568772}" dt="2026-06-08T11:52:14.570" v="274" actId="13926"/>
          <ac:graphicFrameMkLst>
            <pc:docMk/>
            <pc:sldMk cId="2569992122" sldId="272"/>
            <ac:graphicFrameMk id="4" creationId="{02368234-FA9F-B13E-C409-9C7AD41B868E}"/>
          </ac:graphicFrameMkLst>
        </pc:graphicFrameChg>
      </pc:sldChg>
      <pc:sldChg chg="addSp delSp modSp add mod">
        <pc:chgData name="越智 統" userId="2de33d77-a65a-42d1-92e2-b40da65bb07e" providerId="ADAL" clId="{C847A511-7F40-4FDA-9EC0-5068BD568772}" dt="2026-06-08T11:53:34.566" v="290"/>
        <pc:sldMkLst>
          <pc:docMk/>
          <pc:sldMk cId="803130419" sldId="273"/>
        </pc:sldMkLst>
        <pc:spChg chg="del">
          <ac:chgData name="越智 統" userId="2de33d77-a65a-42d1-92e2-b40da65bb07e" providerId="ADAL" clId="{C847A511-7F40-4FDA-9EC0-5068BD568772}" dt="2026-06-08T11:52:57.360" v="280" actId="478"/>
          <ac:spMkLst>
            <pc:docMk/>
            <pc:sldMk cId="803130419" sldId="273"/>
            <ac:spMk id="2" creationId="{D985173A-BAC3-4F88-BB5F-941917C7C381}"/>
          </ac:spMkLst>
        </pc:spChg>
        <pc:spChg chg="add mod">
          <ac:chgData name="越智 統" userId="2de33d77-a65a-42d1-92e2-b40da65bb07e" providerId="ADAL" clId="{C847A511-7F40-4FDA-9EC0-5068BD568772}" dt="2026-06-08T11:53:34.566" v="290"/>
          <ac:spMkLst>
            <pc:docMk/>
            <pc:sldMk cId="803130419" sldId="273"/>
            <ac:spMk id="3" creationId="{C276CB1A-B440-D555-4F61-691473FE713A}"/>
          </ac:spMkLst>
        </pc:spChg>
        <pc:graphicFrameChg chg="mod">
          <ac:chgData name="越智 統" userId="2de33d77-a65a-42d1-92e2-b40da65bb07e" providerId="ADAL" clId="{C847A511-7F40-4FDA-9EC0-5068BD568772}" dt="2026-06-08T11:53:08.618" v="287" actId="13926"/>
          <ac:graphicFrameMkLst>
            <pc:docMk/>
            <pc:sldMk cId="803130419" sldId="273"/>
            <ac:graphicFrameMk id="4" creationId="{560F2383-9773-9617-5F97-AB050403198E}"/>
          </ac:graphicFrameMkLst>
        </pc:graphicFrameChg>
      </pc:sldChg>
      <pc:sldChg chg="addSp delSp modSp add mod">
        <pc:chgData name="越智 統" userId="2de33d77-a65a-42d1-92e2-b40da65bb07e" providerId="ADAL" clId="{C847A511-7F40-4FDA-9EC0-5068BD568772}" dt="2026-06-08T11:54:56.786" v="318" actId="14100"/>
        <pc:sldMkLst>
          <pc:docMk/>
          <pc:sldMk cId="1718458322" sldId="274"/>
        </pc:sldMkLst>
        <pc:spChg chg="add mod">
          <ac:chgData name="越智 統" userId="2de33d77-a65a-42d1-92e2-b40da65bb07e" providerId="ADAL" clId="{C847A511-7F40-4FDA-9EC0-5068BD568772}" dt="2026-06-08T11:54:56.786" v="318" actId="14100"/>
          <ac:spMkLst>
            <pc:docMk/>
            <pc:sldMk cId="1718458322" sldId="274"/>
            <ac:spMk id="2" creationId="{3C6E3046-8B20-B049-F8FC-06DB4A180233}"/>
          </ac:spMkLst>
        </pc:spChg>
        <pc:spChg chg="del">
          <ac:chgData name="越智 統" userId="2de33d77-a65a-42d1-92e2-b40da65bb07e" providerId="ADAL" clId="{C847A511-7F40-4FDA-9EC0-5068BD568772}" dt="2026-06-08T11:53:51.352" v="292" actId="478"/>
          <ac:spMkLst>
            <pc:docMk/>
            <pc:sldMk cId="1718458322" sldId="274"/>
            <ac:spMk id="3" creationId="{B088865B-08A3-E821-3C52-468C1E97890E}"/>
          </ac:spMkLst>
        </pc:spChg>
        <pc:graphicFrameChg chg="mod">
          <ac:chgData name="越智 統" userId="2de33d77-a65a-42d1-92e2-b40da65bb07e" providerId="ADAL" clId="{C847A511-7F40-4FDA-9EC0-5068BD568772}" dt="2026-06-08T11:54:09.234" v="298" actId="13926"/>
          <ac:graphicFrameMkLst>
            <pc:docMk/>
            <pc:sldMk cId="1718458322" sldId="274"/>
            <ac:graphicFrameMk id="4" creationId="{9437961D-DA30-48BE-A999-2F15027595FE}"/>
          </ac:graphicFrameMkLst>
        </pc:graphicFrameChg>
      </pc:sldChg>
      <pc:sldChg chg="delSp modSp add mod">
        <pc:chgData name="越智 統" userId="2de33d77-a65a-42d1-92e2-b40da65bb07e" providerId="ADAL" clId="{C847A511-7F40-4FDA-9EC0-5068BD568772}" dt="2026-06-08T11:55:54.986" v="331" actId="13926"/>
        <pc:sldMkLst>
          <pc:docMk/>
          <pc:sldMk cId="113171208" sldId="275"/>
        </pc:sldMkLst>
        <pc:spChg chg="del">
          <ac:chgData name="越智 統" userId="2de33d77-a65a-42d1-92e2-b40da65bb07e" providerId="ADAL" clId="{C847A511-7F40-4FDA-9EC0-5068BD568772}" dt="2026-06-08T11:55:34.231" v="320" actId="478"/>
          <ac:spMkLst>
            <pc:docMk/>
            <pc:sldMk cId="113171208" sldId="275"/>
            <ac:spMk id="2" creationId="{DF9B72C1-351A-D414-C565-3405DC2D0A44}"/>
          </ac:spMkLst>
        </pc:spChg>
        <pc:graphicFrameChg chg="mod">
          <ac:chgData name="越智 統" userId="2de33d77-a65a-42d1-92e2-b40da65bb07e" providerId="ADAL" clId="{C847A511-7F40-4FDA-9EC0-5068BD568772}" dt="2026-06-08T11:55:54.986" v="331" actId="13926"/>
          <ac:graphicFrameMkLst>
            <pc:docMk/>
            <pc:sldMk cId="113171208" sldId="275"/>
            <ac:graphicFrameMk id="4" creationId="{8B1D1833-A6B1-E26E-E1C6-4525F1C338C2}"/>
          </ac:graphicFrameMkLst>
        </pc:graphicFrameChg>
      </pc:sldChg>
      <pc:sldChg chg="add">
        <pc:chgData name="越智 統" userId="2de33d77-a65a-42d1-92e2-b40da65bb07e" providerId="ADAL" clId="{C847A511-7F40-4FDA-9EC0-5068BD568772}" dt="2026-06-08T11:56:00.112" v="332" actId="2890"/>
        <pc:sldMkLst>
          <pc:docMk/>
          <pc:sldMk cId="4075458137" sldId="276"/>
        </pc:sldMkLst>
      </pc:sldChg>
      <pc:sldChg chg="modSp add">
        <pc:chgData name="越智 統" userId="2de33d77-a65a-42d1-92e2-b40da65bb07e" providerId="ADAL" clId="{C847A511-7F40-4FDA-9EC0-5068BD568772}" dt="2026-06-08T11:58:50.739" v="358" actId="20577"/>
        <pc:sldMkLst>
          <pc:docMk/>
          <pc:sldMk cId="135790792" sldId="277"/>
        </pc:sldMkLst>
        <pc:graphicFrameChg chg="mod">
          <ac:chgData name="越智 統" userId="2de33d77-a65a-42d1-92e2-b40da65bb07e" providerId="ADAL" clId="{C847A511-7F40-4FDA-9EC0-5068BD568772}" dt="2026-06-08T11:58:50.739" v="358" actId="20577"/>
          <ac:graphicFrameMkLst>
            <pc:docMk/>
            <pc:sldMk cId="135790792" sldId="277"/>
            <ac:graphicFrameMk id="4" creationId="{9150329E-DB0F-F5A8-5D8D-455CF3A6D6AB}"/>
          </ac:graphicFrameMkLst>
        </pc:graphicFrameChg>
      </pc:sldChg>
      <pc:sldChg chg="add del">
        <pc:chgData name="越智 統" userId="2de33d77-a65a-42d1-92e2-b40da65bb07e" providerId="ADAL" clId="{C847A511-7F40-4FDA-9EC0-5068BD568772}" dt="2026-06-08T12:05:12.593" v="410" actId="2696"/>
        <pc:sldMkLst>
          <pc:docMk/>
          <pc:sldMk cId="1372918283" sldId="278"/>
        </pc:sldMkLst>
      </pc:sldChg>
      <pc:sldChg chg="addSp modSp add mod">
        <pc:chgData name="越智 統" userId="2de33d77-a65a-42d1-92e2-b40da65bb07e" providerId="ADAL" clId="{C847A511-7F40-4FDA-9EC0-5068BD568772}" dt="2026-06-08T12:06:55.078" v="420"/>
        <pc:sldMkLst>
          <pc:docMk/>
          <pc:sldMk cId="2902483182" sldId="279"/>
        </pc:sldMkLst>
        <pc:spChg chg="add mod">
          <ac:chgData name="越智 統" userId="2de33d77-a65a-42d1-92e2-b40da65bb07e" providerId="ADAL" clId="{C847A511-7F40-4FDA-9EC0-5068BD568772}" dt="2026-06-08T12:06:55.078" v="420"/>
          <ac:spMkLst>
            <pc:docMk/>
            <pc:sldMk cId="2902483182" sldId="279"/>
            <ac:spMk id="5" creationId="{420FB702-51B9-7B28-A35A-0D71813D33C6}"/>
          </ac:spMkLst>
        </pc:spChg>
        <pc:spChg chg="mod">
          <ac:chgData name="越智 統" userId="2de33d77-a65a-42d1-92e2-b40da65bb07e" providerId="ADAL" clId="{C847A511-7F40-4FDA-9EC0-5068BD568772}" dt="2026-06-08T12:00:52.032" v="384" actId="20577"/>
          <ac:spMkLst>
            <pc:docMk/>
            <pc:sldMk cId="2902483182" sldId="279"/>
            <ac:spMk id="7" creationId="{3ECDA019-3CBB-930F-2714-B5E69009CFC6}"/>
          </ac:spMkLst>
        </pc:spChg>
        <pc:graphicFrameChg chg="mod modGraphic">
          <ac:chgData name="越智 統" userId="2de33d77-a65a-42d1-92e2-b40da65bb07e" providerId="ADAL" clId="{C847A511-7F40-4FDA-9EC0-5068BD568772}" dt="2026-06-08T12:01:20.608" v="391" actId="20577"/>
          <ac:graphicFrameMkLst>
            <pc:docMk/>
            <pc:sldMk cId="2902483182" sldId="279"/>
            <ac:graphicFrameMk id="4" creationId="{D4B3D414-8CE5-A9AE-4EA6-572590EB4CC4}"/>
          </ac:graphicFrameMkLst>
        </pc:graphicFrameChg>
      </pc:sldChg>
      <pc:sldChg chg="addSp delSp modSp add mod">
        <pc:chgData name="越智 統" userId="2de33d77-a65a-42d1-92e2-b40da65bb07e" providerId="ADAL" clId="{C847A511-7F40-4FDA-9EC0-5068BD568772}" dt="2026-06-08T12:04:12.317" v="405" actId="15174"/>
        <pc:sldMkLst>
          <pc:docMk/>
          <pc:sldMk cId="659678219" sldId="280"/>
        </pc:sldMkLst>
        <pc:spChg chg="add del">
          <ac:chgData name="越智 統" userId="2de33d77-a65a-42d1-92e2-b40da65bb07e" providerId="ADAL" clId="{C847A511-7F40-4FDA-9EC0-5068BD568772}" dt="2026-06-08T12:03:01.114" v="401" actId="478"/>
          <ac:spMkLst>
            <pc:docMk/>
            <pc:sldMk cId="659678219" sldId="280"/>
            <ac:spMk id="2" creationId="{B8E83D0C-9EAC-3A7E-5EA1-98816CEC6802}"/>
          </ac:spMkLst>
        </pc:spChg>
        <pc:spChg chg="add mod">
          <ac:chgData name="越智 統" userId="2de33d77-a65a-42d1-92e2-b40da65bb07e" providerId="ADAL" clId="{C847A511-7F40-4FDA-9EC0-5068BD568772}" dt="2026-06-08T12:03:31.725" v="404"/>
          <ac:spMkLst>
            <pc:docMk/>
            <pc:sldMk cId="659678219" sldId="280"/>
            <ac:spMk id="3" creationId="{AD942854-53BD-5EC7-DA58-2A3FADFAF0E2}"/>
          </ac:spMkLst>
        </pc:spChg>
        <pc:graphicFrameChg chg="mod">
          <ac:chgData name="越智 統" userId="2de33d77-a65a-42d1-92e2-b40da65bb07e" providerId="ADAL" clId="{C847A511-7F40-4FDA-9EC0-5068BD568772}" dt="2026-06-08T12:04:12.317" v="405" actId="15174"/>
          <ac:graphicFrameMkLst>
            <pc:docMk/>
            <pc:sldMk cId="659678219" sldId="280"/>
            <ac:graphicFrameMk id="4" creationId="{F6397579-7AE8-7AAF-C371-717D11B97F21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/>
            <a:t>21</a:t>
          </a:r>
          <a:endParaRPr kumimoji="1" lang="ja-JP" altLang="en-US" dirty="0"/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17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15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C74BAF66-DF80-490F-A451-376168C521FA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4F3281F1-FD17-4113-8CF1-EBB9585EFB5F}" type="par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0F2F27E2-C35E-4600-A9ED-F0ED16D16668}" type="sib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2ED90B67-23A7-419C-B3F4-C30850CA4CD1}">
      <dgm:prSet phldrT="[テキスト]"/>
      <dgm:spPr/>
      <dgm:t>
        <a:bodyPr/>
        <a:lstStyle/>
        <a:p>
          <a:r>
            <a:rPr kumimoji="1" lang="en-US" altLang="ja-JP" dirty="0"/>
            <a:t>12</a:t>
          </a:r>
          <a:endParaRPr kumimoji="1" lang="ja-JP" altLang="en-US" dirty="0"/>
        </a:p>
      </dgm:t>
    </dgm:pt>
    <dgm:pt modelId="{0BACAA3B-CC9B-4693-A772-CA4FF421E058}" type="parTrans" cxnId="{C4AE81BA-7846-423B-A657-B7C09CA6578F}">
      <dgm:prSet/>
      <dgm:spPr/>
      <dgm:t>
        <a:bodyPr/>
        <a:lstStyle/>
        <a:p>
          <a:endParaRPr kumimoji="1" lang="ja-JP" altLang="en-US"/>
        </a:p>
      </dgm:t>
    </dgm:pt>
    <dgm:pt modelId="{4676E913-81D5-42FF-BA02-CEA3ECF8486E}" type="sibTrans" cxnId="{C4AE81BA-7846-423B-A657-B7C09CA6578F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7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7"/>
      <dgm:spPr/>
    </dgm:pt>
    <dgm:pt modelId="{A86DEE73-2F28-49E0-A3F9-180F64286C56}" type="pres">
      <dgm:prSet presAssocID="{A3D0A9B6-8DF9-4E4E-93E2-3EB4E6E9E1D4}" presName="text4" presStyleLbl="fgAcc4" presStyleIdx="0" presStyleCnt="7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7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7"/>
      <dgm:spPr/>
    </dgm:pt>
    <dgm:pt modelId="{9C28E605-E3D8-45EC-B9BB-A2DBD449D534}" type="pres">
      <dgm:prSet presAssocID="{19C2DE14-2A21-40BB-B561-F00148818697}" presName="text4" presStyleLbl="fgAcc4" presStyleIdx="1" presStyleCnt="7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7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7"/>
      <dgm:spPr/>
    </dgm:pt>
    <dgm:pt modelId="{8536616F-3801-481E-BC87-CDF6F0BDFFA0}" type="pres">
      <dgm:prSet presAssocID="{B5ABB4A0-D348-444E-A688-5B33CEF30949}" presName="text4" presStyleLbl="fgAcc4" presStyleIdx="2" presStyleCnt="7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7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7"/>
      <dgm:spPr/>
    </dgm:pt>
    <dgm:pt modelId="{E1B6BB89-C999-49E6-A807-540829090298}" type="pres">
      <dgm:prSet presAssocID="{B34D5FFE-AAEE-4A66-B517-B57695113D34}" presName="text4" presStyleLbl="fgAcc4" presStyleIdx="3" presStyleCnt="7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7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7"/>
      <dgm:spPr/>
    </dgm:pt>
    <dgm:pt modelId="{AC52B9C4-8AC7-404C-A445-62ADCB85C9E4}" type="pres">
      <dgm:prSet presAssocID="{630097A4-A8B3-4BE9-A2F9-BBB3D5DD2EB1}" presName="text4" presStyleLbl="fgAcc4" presStyleIdx="4" presStyleCnt="7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  <dgm:pt modelId="{BC7588D9-AA17-4430-94C4-562096F3B853}" type="pres">
      <dgm:prSet presAssocID="{4F3281F1-FD17-4113-8CF1-EBB9585EFB5F}" presName="Name23" presStyleLbl="parChTrans1D4" presStyleIdx="5" presStyleCnt="7"/>
      <dgm:spPr/>
    </dgm:pt>
    <dgm:pt modelId="{D2C39420-C267-4435-88E6-F97C2A093154}" type="pres">
      <dgm:prSet presAssocID="{C74BAF66-DF80-490F-A451-376168C521FA}" presName="hierRoot4" presStyleCnt="0"/>
      <dgm:spPr/>
    </dgm:pt>
    <dgm:pt modelId="{66FCC3E0-58E4-4581-86A1-C01BA46223E9}" type="pres">
      <dgm:prSet presAssocID="{C74BAF66-DF80-490F-A451-376168C521FA}" presName="composite4" presStyleCnt="0"/>
      <dgm:spPr/>
    </dgm:pt>
    <dgm:pt modelId="{BFC09D35-31A1-45A9-9BCD-F2D4DACAC571}" type="pres">
      <dgm:prSet presAssocID="{C74BAF66-DF80-490F-A451-376168C521FA}" presName="background4" presStyleLbl="node4" presStyleIdx="5" presStyleCnt="7"/>
      <dgm:spPr/>
    </dgm:pt>
    <dgm:pt modelId="{C0F68CD4-0A48-4128-A12F-35711B5CBA4F}" type="pres">
      <dgm:prSet presAssocID="{C74BAF66-DF80-490F-A451-376168C521FA}" presName="text4" presStyleLbl="fgAcc4" presStyleIdx="5" presStyleCnt="7">
        <dgm:presLayoutVars>
          <dgm:chPref val="3"/>
        </dgm:presLayoutVars>
      </dgm:prSet>
      <dgm:spPr/>
    </dgm:pt>
    <dgm:pt modelId="{D6966BEF-1657-4BD4-AA79-9866F7CC35F5}" type="pres">
      <dgm:prSet presAssocID="{C74BAF66-DF80-490F-A451-376168C521FA}" presName="hierChild5" presStyleCnt="0"/>
      <dgm:spPr/>
    </dgm:pt>
    <dgm:pt modelId="{9BDD2BE1-278D-47DF-AB07-F68E73D04202}" type="pres">
      <dgm:prSet presAssocID="{0BACAA3B-CC9B-4693-A772-CA4FF421E058}" presName="Name23" presStyleLbl="parChTrans1D4" presStyleIdx="6" presStyleCnt="7"/>
      <dgm:spPr/>
    </dgm:pt>
    <dgm:pt modelId="{9210D55D-8463-446B-8D3F-F9C748DCFEEC}" type="pres">
      <dgm:prSet presAssocID="{2ED90B67-23A7-419C-B3F4-C30850CA4CD1}" presName="hierRoot4" presStyleCnt="0"/>
      <dgm:spPr/>
    </dgm:pt>
    <dgm:pt modelId="{FB379E7A-CCE7-4F8A-91EC-81E83138D8C8}" type="pres">
      <dgm:prSet presAssocID="{2ED90B67-23A7-419C-B3F4-C30850CA4CD1}" presName="composite4" presStyleCnt="0"/>
      <dgm:spPr/>
    </dgm:pt>
    <dgm:pt modelId="{14337C2E-DB6A-4EBC-ADC7-1C6282AC32FE}" type="pres">
      <dgm:prSet presAssocID="{2ED90B67-23A7-419C-B3F4-C30850CA4CD1}" presName="background4" presStyleLbl="node4" presStyleIdx="6" presStyleCnt="7"/>
      <dgm:spPr/>
    </dgm:pt>
    <dgm:pt modelId="{0E624DF4-DDDC-4A40-8163-50AFA69E21A2}" type="pres">
      <dgm:prSet presAssocID="{2ED90B67-23A7-419C-B3F4-C30850CA4CD1}" presName="text4" presStyleLbl="fgAcc4" presStyleIdx="6" presStyleCnt="7">
        <dgm:presLayoutVars>
          <dgm:chPref val="3"/>
        </dgm:presLayoutVars>
      </dgm:prSet>
      <dgm:spPr/>
    </dgm:pt>
    <dgm:pt modelId="{3BC39666-8B38-44CE-B6F1-0B9122D34D6E}" type="pres">
      <dgm:prSet presAssocID="{2ED90B67-23A7-419C-B3F4-C30850CA4CD1}" presName="hierChild5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6F2F8660-2C6F-43DA-91E3-4DDCD2E3F392}" srcId="{7851E381-AC86-4FD2-B275-6081CB1B65DF}" destId="{C74BAF66-DF80-490F-A451-376168C521FA}" srcOrd="0" destOrd="0" parTransId="{4F3281F1-FD17-4113-8CF1-EBB9585EFB5F}" sibTransId="{0F2F27E2-C35E-4600-A9ED-F0ED16D16668}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1C2B1F91-31D3-4D0A-BC21-73BB61589479}" type="presOf" srcId="{2ED90B67-23A7-419C-B3F4-C30850CA4CD1}" destId="{0E624DF4-DDDC-4A40-8163-50AFA69E21A2}" srcOrd="0" destOrd="0" presId="urn:microsoft.com/office/officeart/2005/8/layout/hierarchy1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C4AE81BA-7846-423B-A657-B7C09CA6578F}" srcId="{7851E381-AC86-4FD2-B275-6081CB1B65DF}" destId="{2ED90B67-23A7-419C-B3F4-C30850CA4CD1}" srcOrd="1" destOrd="0" parTransId="{0BACAA3B-CC9B-4693-A772-CA4FF421E058}" sibTransId="{4676E913-81D5-42FF-BA02-CEA3ECF8486E}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5FE05CD0-9107-4EFF-AEEF-F074C9A57615}" type="presOf" srcId="{C74BAF66-DF80-490F-A451-376168C521FA}" destId="{C0F68CD4-0A48-4128-A12F-35711B5CBA4F}" srcOrd="0" destOrd="0" presId="urn:microsoft.com/office/officeart/2005/8/layout/hierarchy1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A1AA0BDC-2ACE-4762-B227-00545C8B8450}" type="presOf" srcId="{4F3281F1-FD17-4113-8CF1-EBB9585EFB5F}" destId="{BC7588D9-AA17-4430-94C4-562096F3B853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CE942DF3-676C-4BFD-A461-B62DE530472B}" type="presOf" srcId="{0BACAA3B-CC9B-4693-A772-CA4FF421E058}" destId="{9BDD2BE1-278D-47DF-AB07-F68E73D04202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  <dgm:cxn modelId="{0B9895FF-72DF-4D47-B539-C5B435CEEB9A}" type="presParOf" srcId="{A5F5C9CB-D4CF-4B81-93AE-5572E88867F9}" destId="{BC7588D9-AA17-4430-94C4-562096F3B853}" srcOrd="0" destOrd="0" presId="urn:microsoft.com/office/officeart/2005/8/layout/hierarchy1"/>
    <dgm:cxn modelId="{BF40BED8-63F2-47EE-A403-3FC6A37AA551}" type="presParOf" srcId="{A5F5C9CB-D4CF-4B81-93AE-5572E88867F9}" destId="{D2C39420-C267-4435-88E6-F97C2A093154}" srcOrd="1" destOrd="0" presId="urn:microsoft.com/office/officeart/2005/8/layout/hierarchy1"/>
    <dgm:cxn modelId="{B7F83EDE-8E62-495C-AA32-3296AE6D91F3}" type="presParOf" srcId="{D2C39420-C267-4435-88E6-F97C2A093154}" destId="{66FCC3E0-58E4-4581-86A1-C01BA46223E9}" srcOrd="0" destOrd="0" presId="urn:microsoft.com/office/officeart/2005/8/layout/hierarchy1"/>
    <dgm:cxn modelId="{20C26B8B-B8CB-41D9-960D-7631BBECF368}" type="presParOf" srcId="{66FCC3E0-58E4-4581-86A1-C01BA46223E9}" destId="{BFC09D35-31A1-45A9-9BCD-F2D4DACAC571}" srcOrd="0" destOrd="0" presId="urn:microsoft.com/office/officeart/2005/8/layout/hierarchy1"/>
    <dgm:cxn modelId="{D34D6F4D-42B8-442C-9AEC-A135EBD51031}" type="presParOf" srcId="{66FCC3E0-58E4-4581-86A1-C01BA46223E9}" destId="{C0F68CD4-0A48-4128-A12F-35711B5CBA4F}" srcOrd="1" destOrd="0" presId="urn:microsoft.com/office/officeart/2005/8/layout/hierarchy1"/>
    <dgm:cxn modelId="{8ADD07B5-5CAF-4E10-A355-70DB9AF74297}" type="presParOf" srcId="{D2C39420-C267-4435-88E6-F97C2A093154}" destId="{D6966BEF-1657-4BD4-AA79-9866F7CC35F5}" srcOrd="1" destOrd="0" presId="urn:microsoft.com/office/officeart/2005/8/layout/hierarchy1"/>
    <dgm:cxn modelId="{F5928464-406B-4F78-B8BD-5B3A62DC4803}" type="presParOf" srcId="{A5F5C9CB-D4CF-4B81-93AE-5572E88867F9}" destId="{9BDD2BE1-278D-47DF-AB07-F68E73D04202}" srcOrd="2" destOrd="0" presId="urn:microsoft.com/office/officeart/2005/8/layout/hierarchy1"/>
    <dgm:cxn modelId="{61624969-F284-40F4-87AF-33E2E4E08025}" type="presParOf" srcId="{A5F5C9CB-D4CF-4B81-93AE-5572E88867F9}" destId="{9210D55D-8463-446B-8D3F-F9C748DCFEEC}" srcOrd="3" destOrd="0" presId="urn:microsoft.com/office/officeart/2005/8/layout/hierarchy1"/>
    <dgm:cxn modelId="{98C55160-7051-4306-99F9-C1294DBB26D6}" type="presParOf" srcId="{9210D55D-8463-446B-8D3F-F9C748DCFEEC}" destId="{FB379E7A-CCE7-4F8A-91EC-81E83138D8C8}" srcOrd="0" destOrd="0" presId="urn:microsoft.com/office/officeart/2005/8/layout/hierarchy1"/>
    <dgm:cxn modelId="{B6785F54-347C-48FC-ADF5-BBF692233162}" type="presParOf" srcId="{FB379E7A-CCE7-4F8A-91EC-81E83138D8C8}" destId="{14337C2E-DB6A-4EBC-ADC7-1C6282AC32FE}" srcOrd="0" destOrd="0" presId="urn:microsoft.com/office/officeart/2005/8/layout/hierarchy1"/>
    <dgm:cxn modelId="{8F036F1E-6EAC-4776-95AE-2B8209D2A015}" type="presParOf" srcId="{FB379E7A-CCE7-4F8A-91EC-81E83138D8C8}" destId="{0E624DF4-DDDC-4A40-8163-50AFA69E21A2}" srcOrd="1" destOrd="0" presId="urn:microsoft.com/office/officeart/2005/8/layout/hierarchy1"/>
    <dgm:cxn modelId="{38CC26FB-FA3F-4904-8A4A-67E9D4F5A2D3}" type="presParOf" srcId="{9210D55D-8463-446B-8D3F-F9C748DCFEEC}" destId="{3BC39666-8B38-44CE-B6F1-0B9122D34D6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>
        <a:ln>
          <a:prstDash val="sysDash"/>
        </a:ln>
      </dgm:spPr>
      <dgm:t>
        <a:bodyPr/>
        <a:lstStyle/>
        <a:p>
          <a:r>
            <a:rPr kumimoji="1" lang="ja-JP" altLang="en-US" dirty="0">
              <a:highlight>
                <a:srgbClr val="FFFF00"/>
              </a:highlight>
            </a:rPr>
            <a:t>削除</a:t>
          </a: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17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15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C74BAF66-DF80-490F-A451-376168C521FA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4F3281F1-FD17-4113-8CF1-EBB9585EFB5F}" type="par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0F2F27E2-C35E-4600-A9ED-F0ED16D16668}" type="sib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2ED90B67-23A7-419C-B3F4-C30850CA4CD1}">
      <dgm:prSet phldrT="[テキスト]"/>
      <dgm:spPr/>
      <dgm:t>
        <a:bodyPr/>
        <a:lstStyle/>
        <a:p>
          <a:r>
            <a:rPr kumimoji="1" lang="en-US" altLang="ja-JP" dirty="0"/>
            <a:t>12</a:t>
          </a:r>
          <a:endParaRPr kumimoji="1" lang="ja-JP" altLang="en-US" dirty="0"/>
        </a:p>
      </dgm:t>
    </dgm:pt>
    <dgm:pt modelId="{0BACAA3B-CC9B-4693-A772-CA4FF421E058}" type="parTrans" cxnId="{C4AE81BA-7846-423B-A657-B7C09CA6578F}">
      <dgm:prSet/>
      <dgm:spPr/>
      <dgm:t>
        <a:bodyPr/>
        <a:lstStyle/>
        <a:p>
          <a:endParaRPr kumimoji="1" lang="ja-JP" altLang="en-US"/>
        </a:p>
      </dgm:t>
    </dgm:pt>
    <dgm:pt modelId="{4676E913-81D5-42FF-BA02-CEA3ECF8486E}" type="sibTrans" cxnId="{C4AE81BA-7846-423B-A657-B7C09CA6578F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7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7"/>
      <dgm:spPr/>
    </dgm:pt>
    <dgm:pt modelId="{A86DEE73-2F28-49E0-A3F9-180F64286C56}" type="pres">
      <dgm:prSet presAssocID="{A3D0A9B6-8DF9-4E4E-93E2-3EB4E6E9E1D4}" presName="text4" presStyleLbl="fgAcc4" presStyleIdx="0" presStyleCnt="7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7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7"/>
      <dgm:spPr/>
    </dgm:pt>
    <dgm:pt modelId="{9C28E605-E3D8-45EC-B9BB-A2DBD449D534}" type="pres">
      <dgm:prSet presAssocID="{19C2DE14-2A21-40BB-B561-F00148818697}" presName="text4" presStyleLbl="fgAcc4" presStyleIdx="1" presStyleCnt="7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7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7"/>
      <dgm:spPr/>
    </dgm:pt>
    <dgm:pt modelId="{8536616F-3801-481E-BC87-CDF6F0BDFFA0}" type="pres">
      <dgm:prSet presAssocID="{B5ABB4A0-D348-444E-A688-5B33CEF30949}" presName="text4" presStyleLbl="fgAcc4" presStyleIdx="2" presStyleCnt="7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7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7"/>
      <dgm:spPr/>
    </dgm:pt>
    <dgm:pt modelId="{E1B6BB89-C999-49E6-A807-540829090298}" type="pres">
      <dgm:prSet presAssocID="{B34D5FFE-AAEE-4A66-B517-B57695113D34}" presName="text4" presStyleLbl="fgAcc4" presStyleIdx="3" presStyleCnt="7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7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7"/>
      <dgm:spPr/>
    </dgm:pt>
    <dgm:pt modelId="{AC52B9C4-8AC7-404C-A445-62ADCB85C9E4}" type="pres">
      <dgm:prSet presAssocID="{630097A4-A8B3-4BE9-A2F9-BBB3D5DD2EB1}" presName="text4" presStyleLbl="fgAcc4" presStyleIdx="4" presStyleCnt="7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  <dgm:pt modelId="{BC7588D9-AA17-4430-94C4-562096F3B853}" type="pres">
      <dgm:prSet presAssocID="{4F3281F1-FD17-4113-8CF1-EBB9585EFB5F}" presName="Name23" presStyleLbl="parChTrans1D4" presStyleIdx="5" presStyleCnt="7"/>
      <dgm:spPr/>
    </dgm:pt>
    <dgm:pt modelId="{D2C39420-C267-4435-88E6-F97C2A093154}" type="pres">
      <dgm:prSet presAssocID="{C74BAF66-DF80-490F-A451-376168C521FA}" presName="hierRoot4" presStyleCnt="0"/>
      <dgm:spPr/>
    </dgm:pt>
    <dgm:pt modelId="{66FCC3E0-58E4-4581-86A1-C01BA46223E9}" type="pres">
      <dgm:prSet presAssocID="{C74BAF66-DF80-490F-A451-376168C521FA}" presName="composite4" presStyleCnt="0"/>
      <dgm:spPr/>
    </dgm:pt>
    <dgm:pt modelId="{BFC09D35-31A1-45A9-9BCD-F2D4DACAC571}" type="pres">
      <dgm:prSet presAssocID="{C74BAF66-DF80-490F-A451-376168C521FA}" presName="background4" presStyleLbl="node4" presStyleIdx="5" presStyleCnt="7"/>
      <dgm:spPr/>
    </dgm:pt>
    <dgm:pt modelId="{C0F68CD4-0A48-4128-A12F-35711B5CBA4F}" type="pres">
      <dgm:prSet presAssocID="{C74BAF66-DF80-490F-A451-376168C521FA}" presName="text4" presStyleLbl="fgAcc4" presStyleIdx="5" presStyleCnt="7">
        <dgm:presLayoutVars>
          <dgm:chPref val="3"/>
        </dgm:presLayoutVars>
      </dgm:prSet>
      <dgm:spPr/>
    </dgm:pt>
    <dgm:pt modelId="{D6966BEF-1657-4BD4-AA79-9866F7CC35F5}" type="pres">
      <dgm:prSet presAssocID="{C74BAF66-DF80-490F-A451-376168C521FA}" presName="hierChild5" presStyleCnt="0"/>
      <dgm:spPr/>
    </dgm:pt>
    <dgm:pt modelId="{9BDD2BE1-278D-47DF-AB07-F68E73D04202}" type="pres">
      <dgm:prSet presAssocID="{0BACAA3B-CC9B-4693-A772-CA4FF421E058}" presName="Name23" presStyleLbl="parChTrans1D4" presStyleIdx="6" presStyleCnt="7"/>
      <dgm:spPr/>
    </dgm:pt>
    <dgm:pt modelId="{9210D55D-8463-446B-8D3F-F9C748DCFEEC}" type="pres">
      <dgm:prSet presAssocID="{2ED90B67-23A7-419C-B3F4-C30850CA4CD1}" presName="hierRoot4" presStyleCnt="0"/>
      <dgm:spPr/>
    </dgm:pt>
    <dgm:pt modelId="{FB379E7A-CCE7-4F8A-91EC-81E83138D8C8}" type="pres">
      <dgm:prSet presAssocID="{2ED90B67-23A7-419C-B3F4-C30850CA4CD1}" presName="composite4" presStyleCnt="0"/>
      <dgm:spPr/>
    </dgm:pt>
    <dgm:pt modelId="{14337C2E-DB6A-4EBC-ADC7-1C6282AC32FE}" type="pres">
      <dgm:prSet presAssocID="{2ED90B67-23A7-419C-B3F4-C30850CA4CD1}" presName="background4" presStyleLbl="node4" presStyleIdx="6" presStyleCnt="7"/>
      <dgm:spPr/>
    </dgm:pt>
    <dgm:pt modelId="{0E624DF4-DDDC-4A40-8163-50AFA69E21A2}" type="pres">
      <dgm:prSet presAssocID="{2ED90B67-23A7-419C-B3F4-C30850CA4CD1}" presName="text4" presStyleLbl="fgAcc4" presStyleIdx="6" presStyleCnt="7">
        <dgm:presLayoutVars>
          <dgm:chPref val="3"/>
        </dgm:presLayoutVars>
      </dgm:prSet>
      <dgm:spPr/>
    </dgm:pt>
    <dgm:pt modelId="{3BC39666-8B38-44CE-B6F1-0B9122D34D6E}" type="pres">
      <dgm:prSet presAssocID="{2ED90B67-23A7-419C-B3F4-C30850CA4CD1}" presName="hierChild5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6F2F8660-2C6F-43DA-91E3-4DDCD2E3F392}" srcId="{7851E381-AC86-4FD2-B275-6081CB1B65DF}" destId="{C74BAF66-DF80-490F-A451-376168C521FA}" srcOrd="0" destOrd="0" parTransId="{4F3281F1-FD17-4113-8CF1-EBB9585EFB5F}" sibTransId="{0F2F27E2-C35E-4600-A9ED-F0ED16D16668}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1C2B1F91-31D3-4D0A-BC21-73BB61589479}" type="presOf" srcId="{2ED90B67-23A7-419C-B3F4-C30850CA4CD1}" destId="{0E624DF4-DDDC-4A40-8163-50AFA69E21A2}" srcOrd="0" destOrd="0" presId="urn:microsoft.com/office/officeart/2005/8/layout/hierarchy1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C4AE81BA-7846-423B-A657-B7C09CA6578F}" srcId="{7851E381-AC86-4FD2-B275-6081CB1B65DF}" destId="{2ED90B67-23A7-419C-B3F4-C30850CA4CD1}" srcOrd="1" destOrd="0" parTransId="{0BACAA3B-CC9B-4693-A772-CA4FF421E058}" sibTransId="{4676E913-81D5-42FF-BA02-CEA3ECF8486E}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5FE05CD0-9107-4EFF-AEEF-F074C9A57615}" type="presOf" srcId="{C74BAF66-DF80-490F-A451-376168C521FA}" destId="{C0F68CD4-0A48-4128-A12F-35711B5CBA4F}" srcOrd="0" destOrd="0" presId="urn:microsoft.com/office/officeart/2005/8/layout/hierarchy1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A1AA0BDC-2ACE-4762-B227-00545C8B8450}" type="presOf" srcId="{4F3281F1-FD17-4113-8CF1-EBB9585EFB5F}" destId="{BC7588D9-AA17-4430-94C4-562096F3B853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CE942DF3-676C-4BFD-A461-B62DE530472B}" type="presOf" srcId="{0BACAA3B-CC9B-4693-A772-CA4FF421E058}" destId="{9BDD2BE1-278D-47DF-AB07-F68E73D04202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  <dgm:cxn modelId="{0B9895FF-72DF-4D47-B539-C5B435CEEB9A}" type="presParOf" srcId="{A5F5C9CB-D4CF-4B81-93AE-5572E88867F9}" destId="{BC7588D9-AA17-4430-94C4-562096F3B853}" srcOrd="0" destOrd="0" presId="urn:microsoft.com/office/officeart/2005/8/layout/hierarchy1"/>
    <dgm:cxn modelId="{BF40BED8-63F2-47EE-A403-3FC6A37AA551}" type="presParOf" srcId="{A5F5C9CB-D4CF-4B81-93AE-5572E88867F9}" destId="{D2C39420-C267-4435-88E6-F97C2A093154}" srcOrd="1" destOrd="0" presId="urn:microsoft.com/office/officeart/2005/8/layout/hierarchy1"/>
    <dgm:cxn modelId="{B7F83EDE-8E62-495C-AA32-3296AE6D91F3}" type="presParOf" srcId="{D2C39420-C267-4435-88E6-F97C2A093154}" destId="{66FCC3E0-58E4-4581-86A1-C01BA46223E9}" srcOrd="0" destOrd="0" presId="urn:microsoft.com/office/officeart/2005/8/layout/hierarchy1"/>
    <dgm:cxn modelId="{20C26B8B-B8CB-41D9-960D-7631BBECF368}" type="presParOf" srcId="{66FCC3E0-58E4-4581-86A1-C01BA46223E9}" destId="{BFC09D35-31A1-45A9-9BCD-F2D4DACAC571}" srcOrd="0" destOrd="0" presId="urn:microsoft.com/office/officeart/2005/8/layout/hierarchy1"/>
    <dgm:cxn modelId="{D34D6F4D-42B8-442C-9AEC-A135EBD51031}" type="presParOf" srcId="{66FCC3E0-58E4-4581-86A1-C01BA46223E9}" destId="{C0F68CD4-0A48-4128-A12F-35711B5CBA4F}" srcOrd="1" destOrd="0" presId="urn:microsoft.com/office/officeart/2005/8/layout/hierarchy1"/>
    <dgm:cxn modelId="{8ADD07B5-5CAF-4E10-A355-70DB9AF74297}" type="presParOf" srcId="{D2C39420-C267-4435-88E6-F97C2A093154}" destId="{D6966BEF-1657-4BD4-AA79-9866F7CC35F5}" srcOrd="1" destOrd="0" presId="urn:microsoft.com/office/officeart/2005/8/layout/hierarchy1"/>
    <dgm:cxn modelId="{F5928464-406B-4F78-B8BD-5B3A62DC4803}" type="presParOf" srcId="{A5F5C9CB-D4CF-4B81-93AE-5572E88867F9}" destId="{9BDD2BE1-278D-47DF-AB07-F68E73D04202}" srcOrd="2" destOrd="0" presId="urn:microsoft.com/office/officeart/2005/8/layout/hierarchy1"/>
    <dgm:cxn modelId="{61624969-F284-40F4-87AF-33E2E4E08025}" type="presParOf" srcId="{A5F5C9CB-D4CF-4B81-93AE-5572E88867F9}" destId="{9210D55D-8463-446B-8D3F-F9C748DCFEEC}" srcOrd="3" destOrd="0" presId="urn:microsoft.com/office/officeart/2005/8/layout/hierarchy1"/>
    <dgm:cxn modelId="{98C55160-7051-4306-99F9-C1294DBB26D6}" type="presParOf" srcId="{9210D55D-8463-446B-8D3F-F9C748DCFEEC}" destId="{FB379E7A-CCE7-4F8A-91EC-81E83138D8C8}" srcOrd="0" destOrd="0" presId="urn:microsoft.com/office/officeart/2005/8/layout/hierarchy1"/>
    <dgm:cxn modelId="{B6785F54-347C-48FC-ADF5-BBF692233162}" type="presParOf" srcId="{FB379E7A-CCE7-4F8A-91EC-81E83138D8C8}" destId="{14337C2E-DB6A-4EBC-ADC7-1C6282AC32FE}" srcOrd="0" destOrd="0" presId="urn:microsoft.com/office/officeart/2005/8/layout/hierarchy1"/>
    <dgm:cxn modelId="{8F036F1E-6EAC-4776-95AE-2B8209D2A015}" type="presParOf" srcId="{FB379E7A-CCE7-4F8A-91EC-81E83138D8C8}" destId="{0E624DF4-DDDC-4A40-8163-50AFA69E21A2}" srcOrd="1" destOrd="0" presId="urn:microsoft.com/office/officeart/2005/8/layout/hierarchy1"/>
    <dgm:cxn modelId="{38CC26FB-FA3F-4904-8A4A-67E9D4F5A2D3}" type="presParOf" srcId="{9210D55D-8463-446B-8D3F-F9C748DCFEEC}" destId="{3BC39666-8B38-44CE-B6F1-0B9122D34D6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12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17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15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C74BAF66-DF80-490F-A451-376168C521FA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4F3281F1-FD17-4113-8CF1-EBB9585EFB5F}" type="par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0F2F27E2-C35E-4600-A9ED-F0ED16D16668}" type="sib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2ED90B67-23A7-419C-B3F4-C30850CA4CD1}">
      <dgm:prSet phldrT="[テキスト]"/>
      <dgm:spPr>
        <a:ln>
          <a:prstDash val="sysDash"/>
        </a:ln>
      </dgm:spPr>
      <dgm:t>
        <a:bodyPr/>
        <a:lstStyle/>
        <a:p>
          <a:endParaRPr kumimoji="1" lang="ja-JP" altLang="en-US" dirty="0"/>
        </a:p>
      </dgm:t>
    </dgm:pt>
    <dgm:pt modelId="{0BACAA3B-CC9B-4693-A772-CA4FF421E058}" type="parTrans" cxnId="{C4AE81BA-7846-423B-A657-B7C09CA6578F}">
      <dgm:prSet/>
      <dgm:spPr/>
      <dgm:t>
        <a:bodyPr/>
        <a:lstStyle/>
        <a:p>
          <a:endParaRPr kumimoji="1" lang="ja-JP" altLang="en-US"/>
        </a:p>
      </dgm:t>
    </dgm:pt>
    <dgm:pt modelId="{4676E913-81D5-42FF-BA02-CEA3ECF8486E}" type="sibTrans" cxnId="{C4AE81BA-7846-423B-A657-B7C09CA6578F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7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7"/>
      <dgm:spPr/>
    </dgm:pt>
    <dgm:pt modelId="{A86DEE73-2F28-49E0-A3F9-180F64286C56}" type="pres">
      <dgm:prSet presAssocID="{A3D0A9B6-8DF9-4E4E-93E2-3EB4E6E9E1D4}" presName="text4" presStyleLbl="fgAcc4" presStyleIdx="0" presStyleCnt="7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7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7"/>
      <dgm:spPr/>
    </dgm:pt>
    <dgm:pt modelId="{9C28E605-E3D8-45EC-B9BB-A2DBD449D534}" type="pres">
      <dgm:prSet presAssocID="{19C2DE14-2A21-40BB-B561-F00148818697}" presName="text4" presStyleLbl="fgAcc4" presStyleIdx="1" presStyleCnt="7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7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7"/>
      <dgm:spPr/>
    </dgm:pt>
    <dgm:pt modelId="{8536616F-3801-481E-BC87-CDF6F0BDFFA0}" type="pres">
      <dgm:prSet presAssocID="{B5ABB4A0-D348-444E-A688-5B33CEF30949}" presName="text4" presStyleLbl="fgAcc4" presStyleIdx="2" presStyleCnt="7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7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7"/>
      <dgm:spPr/>
    </dgm:pt>
    <dgm:pt modelId="{E1B6BB89-C999-49E6-A807-540829090298}" type="pres">
      <dgm:prSet presAssocID="{B34D5FFE-AAEE-4A66-B517-B57695113D34}" presName="text4" presStyleLbl="fgAcc4" presStyleIdx="3" presStyleCnt="7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7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7"/>
      <dgm:spPr/>
    </dgm:pt>
    <dgm:pt modelId="{AC52B9C4-8AC7-404C-A445-62ADCB85C9E4}" type="pres">
      <dgm:prSet presAssocID="{630097A4-A8B3-4BE9-A2F9-BBB3D5DD2EB1}" presName="text4" presStyleLbl="fgAcc4" presStyleIdx="4" presStyleCnt="7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  <dgm:pt modelId="{BC7588D9-AA17-4430-94C4-562096F3B853}" type="pres">
      <dgm:prSet presAssocID="{4F3281F1-FD17-4113-8CF1-EBB9585EFB5F}" presName="Name23" presStyleLbl="parChTrans1D4" presStyleIdx="5" presStyleCnt="7"/>
      <dgm:spPr/>
    </dgm:pt>
    <dgm:pt modelId="{D2C39420-C267-4435-88E6-F97C2A093154}" type="pres">
      <dgm:prSet presAssocID="{C74BAF66-DF80-490F-A451-376168C521FA}" presName="hierRoot4" presStyleCnt="0"/>
      <dgm:spPr/>
    </dgm:pt>
    <dgm:pt modelId="{66FCC3E0-58E4-4581-86A1-C01BA46223E9}" type="pres">
      <dgm:prSet presAssocID="{C74BAF66-DF80-490F-A451-376168C521FA}" presName="composite4" presStyleCnt="0"/>
      <dgm:spPr/>
    </dgm:pt>
    <dgm:pt modelId="{BFC09D35-31A1-45A9-9BCD-F2D4DACAC571}" type="pres">
      <dgm:prSet presAssocID="{C74BAF66-DF80-490F-A451-376168C521FA}" presName="background4" presStyleLbl="node4" presStyleIdx="5" presStyleCnt="7"/>
      <dgm:spPr/>
    </dgm:pt>
    <dgm:pt modelId="{C0F68CD4-0A48-4128-A12F-35711B5CBA4F}" type="pres">
      <dgm:prSet presAssocID="{C74BAF66-DF80-490F-A451-376168C521FA}" presName="text4" presStyleLbl="fgAcc4" presStyleIdx="5" presStyleCnt="7">
        <dgm:presLayoutVars>
          <dgm:chPref val="3"/>
        </dgm:presLayoutVars>
      </dgm:prSet>
      <dgm:spPr/>
    </dgm:pt>
    <dgm:pt modelId="{D6966BEF-1657-4BD4-AA79-9866F7CC35F5}" type="pres">
      <dgm:prSet presAssocID="{C74BAF66-DF80-490F-A451-376168C521FA}" presName="hierChild5" presStyleCnt="0"/>
      <dgm:spPr/>
    </dgm:pt>
    <dgm:pt modelId="{9BDD2BE1-278D-47DF-AB07-F68E73D04202}" type="pres">
      <dgm:prSet presAssocID="{0BACAA3B-CC9B-4693-A772-CA4FF421E058}" presName="Name23" presStyleLbl="parChTrans1D4" presStyleIdx="6" presStyleCnt="7"/>
      <dgm:spPr/>
    </dgm:pt>
    <dgm:pt modelId="{9210D55D-8463-446B-8D3F-F9C748DCFEEC}" type="pres">
      <dgm:prSet presAssocID="{2ED90B67-23A7-419C-B3F4-C30850CA4CD1}" presName="hierRoot4" presStyleCnt="0"/>
      <dgm:spPr/>
    </dgm:pt>
    <dgm:pt modelId="{FB379E7A-CCE7-4F8A-91EC-81E83138D8C8}" type="pres">
      <dgm:prSet presAssocID="{2ED90B67-23A7-419C-B3F4-C30850CA4CD1}" presName="composite4" presStyleCnt="0"/>
      <dgm:spPr/>
    </dgm:pt>
    <dgm:pt modelId="{14337C2E-DB6A-4EBC-ADC7-1C6282AC32FE}" type="pres">
      <dgm:prSet presAssocID="{2ED90B67-23A7-419C-B3F4-C30850CA4CD1}" presName="background4" presStyleLbl="node4" presStyleIdx="6" presStyleCnt="7"/>
      <dgm:spPr/>
    </dgm:pt>
    <dgm:pt modelId="{0E624DF4-DDDC-4A40-8163-50AFA69E21A2}" type="pres">
      <dgm:prSet presAssocID="{2ED90B67-23A7-419C-B3F4-C30850CA4CD1}" presName="text4" presStyleLbl="fgAcc4" presStyleIdx="6" presStyleCnt="7">
        <dgm:presLayoutVars>
          <dgm:chPref val="3"/>
        </dgm:presLayoutVars>
      </dgm:prSet>
      <dgm:spPr/>
    </dgm:pt>
    <dgm:pt modelId="{3BC39666-8B38-44CE-B6F1-0B9122D34D6E}" type="pres">
      <dgm:prSet presAssocID="{2ED90B67-23A7-419C-B3F4-C30850CA4CD1}" presName="hierChild5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6F2F8660-2C6F-43DA-91E3-4DDCD2E3F392}" srcId="{7851E381-AC86-4FD2-B275-6081CB1B65DF}" destId="{C74BAF66-DF80-490F-A451-376168C521FA}" srcOrd="0" destOrd="0" parTransId="{4F3281F1-FD17-4113-8CF1-EBB9585EFB5F}" sibTransId="{0F2F27E2-C35E-4600-A9ED-F0ED16D16668}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1C2B1F91-31D3-4D0A-BC21-73BB61589479}" type="presOf" srcId="{2ED90B67-23A7-419C-B3F4-C30850CA4CD1}" destId="{0E624DF4-DDDC-4A40-8163-50AFA69E21A2}" srcOrd="0" destOrd="0" presId="urn:microsoft.com/office/officeart/2005/8/layout/hierarchy1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C4AE81BA-7846-423B-A657-B7C09CA6578F}" srcId="{7851E381-AC86-4FD2-B275-6081CB1B65DF}" destId="{2ED90B67-23A7-419C-B3F4-C30850CA4CD1}" srcOrd="1" destOrd="0" parTransId="{0BACAA3B-CC9B-4693-A772-CA4FF421E058}" sibTransId="{4676E913-81D5-42FF-BA02-CEA3ECF8486E}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5FE05CD0-9107-4EFF-AEEF-F074C9A57615}" type="presOf" srcId="{C74BAF66-DF80-490F-A451-376168C521FA}" destId="{C0F68CD4-0A48-4128-A12F-35711B5CBA4F}" srcOrd="0" destOrd="0" presId="urn:microsoft.com/office/officeart/2005/8/layout/hierarchy1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A1AA0BDC-2ACE-4762-B227-00545C8B8450}" type="presOf" srcId="{4F3281F1-FD17-4113-8CF1-EBB9585EFB5F}" destId="{BC7588D9-AA17-4430-94C4-562096F3B853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CE942DF3-676C-4BFD-A461-B62DE530472B}" type="presOf" srcId="{0BACAA3B-CC9B-4693-A772-CA4FF421E058}" destId="{9BDD2BE1-278D-47DF-AB07-F68E73D04202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  <dgm:cxn modelId="{0B9895FF-72DF-4D47-B539-C5B435CEEB9A}" type="presParOf" srcId="{A5F5C9CB-D4CF-4B81-93AE-5572E88867F9}" destId="{BC7588D9-AA17-4430-94C4-562096F3B853}" srcOrd="0" destOrd="0" presId="urn:microsoft.com/office/officeart/2005/8/layout/hierarchy1"/>
    <dgm:cxn modelId="{BF40BED8-63F2-47EE-A403-3FC6A37AA551}" type="presParOf" srcId="{A5F5C9CB-D4CF-4B81-93AE-5572E88867F9}" destId="{D2C39420-C267-4435-88E6-F97C2A093154}" srcOrd="1" destOrd="0" presId="urn:microsoft.com/office/officeart/2005/8/layout/hierarchy1"/>
    <dgm:cxn modelId="{B7F83EDE-8E62-495C-AA32-3296AE6D91F3}" type="presParOf" srcId="{D2C39420-C267-4435-88E6-F97C2A093154}" destId="{66FCC3E0-58E4-4581-86A1-C01BA46223E9}" srcOrd="0" destOrd="0" presId="urn:microsoft.com/office/officeart/2005/8/layout/hierarchy1"/>
    <dgm:cxn modelId="{20C26B8B-B8CB-41D9-960D-7631BBECF368}" type="presParOf" srcId="{66FCC3E0-58E4-4581-86A1-C01BA46223E9}" destId="{BFC09D35-31A1-45A9-9BCD-F2D4DACAC571}" srcOrd="0" destOrd="0" presId="urn:microsoft.com/office/officeart/2005/8/layout/hierarchy1"/>
    <dgm:cxn modelId="{D34D6F4D-42B8-442C-9AEC-A135EBD51031}" type="presParOf" srcId="{66FCC3E0-58E4-4581-86A1-C01BA46223E9}" destId="{C0F68CD4-0A48-4128-A12F-35711B5CBA4F}" srcOrd="1" destOrd="0" presId="urn:microsoft.com/office/officeart/2005/8/layout/hierarchy1"/>
    <dgm:cxn modelId="{8ADD07B5-5CAF-4E10-A355-70DB9AF74297}" type="presParOf" srcId="{D2C39420-C267-4435-88E6-F97C2A093154}" destId="{D6966BEF-1657-4BD4-AA79-9866F7CC35F5}" srcOrd="1" destOrd="0" presId="urn:microsoft.com/office/officeart/2005/8/layout/hierarchy1"/>
    <dgm:cxn modelId="{F5928464-406B-4F78-B8BD-5B3A62DC4803}" type="presParOf" srcId="{A5F5C9CB-D4CF-4B81-93AE-5572E88867F9}" destId="{9BDD2BE1-278D-47DF-AB07-F68E73D04202}" srcOrd="2" destOrd="0" presId="urn:microsoft.com/office/officeart/2005/8/layout/hierarchy1"/>
    <dgm:cxn modelId="{61624969-F284-40F4-87AF-33E2E4E08025}" type="presParOf" srcId="{A5F5C9CB-D4CF-4B81-93AE-5572E88867F9}" destId="{9210D55D-8463-446B-8D3F-F9C748DCFEEC}" srcOrd="3" destOrd="0" presId="urn:microsoft.com/office/officeart/2005/8/layout/hierarchy1"/>
    <dgm:cxn modelId="{98C55160-7051-4306-99F9-C1294DBB26D6}" type="presParOf" srcId="{9210D55D-8463-446B-8D3F-F9C748DCFEEC}" destId="{FB379E7A-CCE7-4F8A-91EC-81E83138D8C8}" srcOrd="0" destOrd="0" presId="urn:microsoft.com/office/officeart/2005/8/layout/hierarchy1"/>
    <dgm:cxn modelId="{B6785F54-347C-48FC-ADF5-BBF692233162}" type="presParOf" srcId="{FB379E7A-CCE7-4F8A-91EC-81E83138D8C8}" destId="{14337C2E-DB6A-4EBC-ADC7-1C6282AC32FE}" srcOrd="0" destOrd="0" presId="urn:microsoft.com/office/officeart/2005/8/layout/hierarchy1"/>
    <dgm:cxn modelId="{8F036F1E-6EAC-4776-95AE-2B8209D2A015}" type="presParOf" srcId="{FB379E7A-CCE7-4F8A-91EC-81E83138D8C8}" destId="{0E624DF4-DDDC-4A40-8163-50AFA69E21A2}" srcOrd="1" destOrd="0" presId="urn:microsoft.com/office/officeart/2005/8/layout/hierarchy1"/>
    <dgm:cxn modelId="{38CC26FB-FA3F-4904-8A4A-67E9D4F5A2D3}" type="presParOf" srcId="{9210D55D-8463-446B-8D3F-F9C748DCFEEC}" destId="{3BC39666-8B38-44CE-B6F1-0B9122D34D6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17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12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15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C74BAF66-DF80-490F-A451-376168C521FA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4F3281F1-FD17-4113-8CF1-EBB9585EFB5F}" type="par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0F2F27E2-C35E-4600-A9ED-F0ED16D16668}" type="sib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6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6"/>
      <dgm:spPr/>
    </dgm:pt>
    <dgm:pt modelId="{A86DEE73-2F28-49E0-A3F9-180F64286C56}" type="pres">
      <dgm:prSet presAssocID="{A3D0A9B6-8DF9-4E4E-93E2-3EB4E6E9E1D4}" presName="text4" presStyleLbl="fgAcc4" presStyleIdx="0" presStyleCnt="6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6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6"/>
      <dgm:spPr/>
    </dgm:pt>
    <dgm:pt modelId="{9C28E605-E3D8-45EC-B9BB-A2DBD449D534}" type="pres">
      <dgm:prSet presAssocID="{19C2DE14-2A21-40BB-B561-F00148818697}" presName="text4" presStyleLbl="fgAcc4" presStyleIdx="1" presStyleCnt="6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6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6"/>
      <dgm:spPr/>
    </dgm:pt>
    <dgm:pt modelId="{8536616F-3801-481E-BC87-CDF6F0BDFFA0}" type="pres">
      <dgm:prSet presAssocID="{B5ABB4A0-D348-444E-A688-5B33CEF30949}" presName="text4" presStyleLbl="fgAcc4" presStyleIdx="2" presStyleCnt="6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6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6"/>
      <dgm:spPr/>
    </dgm:pt>
    <dgm:pt modelId="{E1B6BB89-C999-49E6-A807-540829090298}" type="pres">
      <dgm:prSet presAssocID="{B34D5FFE-AAEE-4A66-B517-B57695113D34}" presName="text4" presStyleLbl="fgAcc4" presStyleIdx="3" presStyleCnt="6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6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6"/>
      <dgm:spPr/>
    </dgm:pt>
    <dgm:pt modelId="{AC52B9C4-8AC7-404C-A445-62ADCB85C9E4}" type="pres">
      <dgm:prSet presAssocID="{630097A4-A8B3-4BE9-A2F9-BBB3D5DD2EB1}" presName="text4" presStyleLbl="fgAcc4" presStyleIdx="4" presStyleCnt="6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  <dgm:pt modelId="{BC7588D9-AA17-4430-94C4-562096F3B853}" type="pres">
      <dgm:prSet presAssocID="{4F3281F1-FD17-4113-8CF1-EBB9585EFB5F}" presName="Name23" presStyleLbl="parChTrans1D4" presStyleIdx="5" presStyleCnt="6"/>
      <dgm:spPr/>
    </dgm:pt>
    <dgm:pt modelId="{D2C39420-C267-4435-88E6-F97C2A093154}" type="pres">
      <dgm:prSet presAssocID="{C74BAF66-DF80-490F-A451-376168C521FA}" presName="hierRoot4" presStyleCnt="0"/>
      <dgm:spPr/>
    </dgm:pt>
    <dgm:pt modelId="{66FCC3E0-58E4-4581-86A1-C01BA46223E9}" type="pres">
      <dgm:prSet presAssocID="{C74BAF66-DF80-490F-A451-376168C521FA}" presName="composite4" presStyleCnt="0"/>
      <dgm:spPr/>
    </dgm:pt>
    <dgm:pt modelId="{BFC09D35-31A1-45A9-9BCD-F2D4DACAC571}" type="pres">
      <dgm:prSet presAssocID="{C74BAF66-DF80-490F-A451-376168C521FA}" presName="background4" presStyleLbl="node4" presStyleIdx="5" presStyleCnt="6"/>
      <dgm:spPr/>
    </dgm:pt>
    <dgm:pt modelId="{C0F68CD4-0A48-4128-A12F-35711B5CBA4F}" type="pres">
      <dgm:prSet presAssocID="{C74BAF66-DF80-490F-A451-376168C521FA}" presName="text4" presStyleLbl="fgAcc4" presStyleIdx="5" presStyleCnt="6">
        <dgm:presLayoutVars>
          <dgm:chPref val="3"/>
        </dgm:presLayoutVars>
      </dgm:prSet>
      <dgm:spPr/>
    </dgm:pt>
    <dgm:pt modelId="{D6966BEF-1657-4BD4-AA79-9866F7CC35F5}" type="pres">
      <dgm:prSet presAssocID="{C74BAF66-DF80-490F-A451-376168C521FA}" presName="hierChild5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6F2F8660-2C6F-43DA-91E3-4DDCD2E3F392}" srcId="{7851E381-AC86-4FD2-B275-6081CB1B65DF}" destId="{C74BAF66-DF80-490F-A451-376168C521FA}" srcOrd="0" destOrd="0" parTransId="{4F3281F1-FD17-4113-8CF1-EBB9585EFB5F}" sibTransId="{0F2F27E2-C35E-4600-A9ED-F0ED16D16668}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5FE05CD0-9107-4EFF-AEEF-F074C9A57615}" type="presOf" srcId="{C74BAF66-DF80-490F-A451-376168C521FA}" destId="{C0F68CD4-0A48-4128-A12F-35711B5CBA4F}" srcOrd="0" destOrd="0" presId="urn:microsoft.com/office/officeart/2005/8/layout/hierarchy1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A1AA0BDC-2ACE-4762-B227-00545C8B8450}" type="presOf" srcId="{4F3281F1-FD17-4113-8CF1-EBB9585EFB5F}" destId="{BC7588D9-AA17-4430-94C4-562096F3B853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  <dgm:cxn modelId="{0B9895FF-72DF-4D47-B539-C5B435CEEB9A}" type="presParOf" srcId="{A5F5C9CB-D4CF-4B81-93AE-5572E88867F9}" destId="{BC7588D9-AA17-4430-94C4-562096F3B853}" srcOrd="0" destOrd="0" presId="urn:microsoft.com/office/officeart/2005/8/layout/hierarchy1"/>
    <dgm:cxn modelId="{BF40BED8-63F2-47EE-A403-3FC6A37AA551}" type="presParOf" srcId="{A5F5C9CB-D4CF-4B81-93AE-5572E88867F9}" destId="{D2C39420-C267-4435-88E6-F97C2A093154}" srcOrd="1" destOrd="0" presId="urn:microsoft.com/office/officeart/2005/8/layout/hierarchy1"/>
    <dgm:cxn modelId="{B7F83EDE-8E62-495C-AA32-3296AE6D91F3}" type="presParOf" srcId="{D2C39420-C267-4435-88E6-F97C2A093154}" destId="{66FCC3E0-58E4-4581-86A1-C01BA46223E9}" srcOrd="0" destOrd="0" presId="urn:microsoft.com/office/officeart/2005/8/layout/hierarchy1"/>
    <dgm:cxn modelId="{20C26B8B-B8CB-41D9-960D-7631BBECF368}" type="presParOf" srcId="{66FCC3E0-58E4-4581-86A1-C01BA46223E9}" destId="{BFC09D35-31A1-45A9-9BCD-F2D4DACAC571}" srcOrd="0" destOrd="0" presId="urn:microsoft.com/office/officeart/2005/8/layout/hierarchy1"/>
    <dgm:cxn modelId="{D34D6F4D-42B8-442C-9AEC-A135EBD51031}" type="presParOf" srcId="{66FCC3E0-58E4-4581-86A1-C01BA46223E9}" destId="{C0F68CD4-0A48-4128-A12F-35711B5CBA4F}" srcOrd="1" destOrd="0" presId="urn:microsoft.com/office/officeart/2005/8/layout/hierarchy1"/>
    <dgm:cxn modelId="{8ADD07B5-5CAF-4E10-A355-70DB9AF74297}" type="presParOf" srcId="{D2C39420-C267-4435-88E6-F97C2A093154}" destId="{D6966BEF-1657-4BD4-AA79-9866F7CC35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17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12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15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C74BAF66-DF80-490F-A451-376168C521FA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4F3281F1-FD17-4113-8CF1-EBB9585EFB5F}" type="par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0F2F27E2-C35E-4600-A9ED-F0ED16D16668}" type="sib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6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6"/>
      <dgm:spPr/>
    </dgm:pt>
    <dgm:pt modelId="{A86DEE73-2F28-49E0-A3F9-180F64286C56}" type="pres">
      <dgm:prSet presAssocID="{A3D0A9B6-8DF9-4E4E-93E2-3EB4E6E9E1D4}" presName="text4" presStyleLbl="fgAcc4" presStyleIdx="0" presStyleCnt="6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6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6"/>
      <dgm:spPr/>
    </dgm:pt>
    <dgm:pt modelId="{9C28E605-E3D8-45EC-B9BB-A2DBD449D534}" type="pres">
      <dgm:prSet presAssocID="{19C2DE14-2A21-40BB-B561-F00148818697}" presName="text4" presStyleLbl="fgAcc4" presStyleIdx="1" presStyleCnt="6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6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6"/>
      <dgm:spPr/>
    </dgm:pt>
    <dgm:pt modelId="{8536616F-3801-481E-BC87-CDF6F0BDFFA0}" type="pres">
      <dgm:prSet presAssocID="{B5ABB4A0-D348-444E-A688-5B33CEF30949}" presName="text4" presStyleLbl="fgAcc4" presStyleIdx="2" presStyleCnt="6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6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6"/>
      <dgm:spPr/>
    </dgm:pt>
    <dgm:pt modelId="{E1B6BB89-C999-49E6-A807-540829090298}" type="pres">
      <dgm:prSet presAssocID="{B34D5FFE-AAEE-4A66-B517-B57695113D34}" presName="text4" presStyleLbl="fgAcc4" presStyleIdx="3" presStyleCnt="6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6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6"/>
      <dgm:spPr/>
    </dgm:pt>
    <dgm:pt modelId="{AC52B9C4-8AC7-404C-A445-62ADCB85C9E4}" type="pres">
      <dgm:prSet presAssocID="{630097A4-A8B3-4BE9-A2F9-BBB3D5DD2EB1}" presName="text4" presStyleLbl="fgAcc4" presStyleIdx="4" presStyleCnt="6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  <dgm:pt modelId="{BC7588D9-AA17-4430-94C4-562096F3B853}" type="pres">
      <dgm:prSet presAssocID="{4F3281F1-FD17-4113-8CF1-EBB9585EFB5F}" presName="Name23" presStyleLbl="parChTrans1D4" presStyleIdx="5" presStyleCnt="6"/>
      <dgm:spPr/>
    </dgm:pt>
    <dgm:pt modelId="{D2C39420-C267-4435-88E6-F97C2A093154}" type="pres">
      <dgm:prSet presAssocID="{C74BAF66-DF80-490F-A451-376168C521FA}" presName="hierRoot4" presStyleCnt="0"/>
      <dgm:spPr/>
    </dgm:pt>
    <dgm:pt modelId="{66FCC3E0-58E4-4581-86A1-C01BA46223E9}" type="pres">
      <dgm:prSet presAssocID="{C74BAF66-DF80-490F-A451-376168C521FA}" presName="composite4" presStyleCnt="0"/>
      <dgm:spPr/>
    </dgm:pt>
    <dgm:pt modelId="{BFC09D35-31A1-45A9-9BCD-F2D4DACAC571}" type="pres">
      <dgm:prSet presAssocID="{C74BAF66-DF80-490F-A451-376168C521FA}" presName="background4" presStyleLbl="node4" presStyleIdx="5" presStyleCnt="6"/>
      <dgm:spPr/>
    </dgm:pt>
    <dgm:pt modelId="{C0F68CD4-0A48-4128-A12F-35711B5CBA4F}" type="pres">
      <dgm:prSet presAssocID="{C74BAF66-DF80-490F-A451-376168C521FA}" presName="text4" presStyleLbl="fgAcc4" presStyleIdx="5" presStyleCnt="6">
        <dgm:presLayoutVars>
          <dgm:chPref val="3"/>
        </dgm:presLayoutVars>
      </dgm:prSet>
      <dgm:spPr/>
    </dgm:pt>
    <dgm:pt modelId="{D6966BEF-1657-4BD4-AA79-9866F7CC35F5}" type="pres">
      <dgm:prSet presAssocID="{C74BAF66-DF80-490F-A451-376168C521FA}" presName="hierChild5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6F2F8660-2C6F-43DA-91E3-4DDCD2E3F392}" srcId="{7851E381-AC86-4FD2-B275-6081CB1B65DF}" destId="{C74BAF66-DF80-490F-A451-376168C521FA}" srcOrd="0" destOrd="0" parTransId="{4F3281F1-FD17-4113-8CF1-EBB9585EFB5F}" sibTransId="{0F2F27E2-C35E-4600-A9ED-F0ED16D16668}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5FE05CD0-9107-4EFF-AEEF-F074C9A57615}" type="presOf" srcId="{C74BAF66-DF80-490F-A451-376168C521FA}" destId="{C0F68CD4-0A48-4128-A12F-35711B5CBA4F}" srcOrd="0" destOrd="0" presId="urn:microsoft.com/office/officeart/2005/8/layout/hierarchy1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A1AA0BDC-2ACE-4762-B227-00545C8B8450}" type="presOf" srcId="{4F3281F1-FD17-4113-8CF1-EBB9585EFB5F}" destId="{BC7588D9-AA17-4430-94C4-562096F3B853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  <dgm:cxn modelId="{0B9895FF-72DF-4D47-B539-C5B435CEEB9A}" type="presParOf" srcId="{A5F5C9CB-D4CF-4B81-93AE-5572E88867F9}" destId="{BC7588D9-AA17-4430-94C4-562096F3B853}" srcOrd="0" destOrd="0" presId="urn:microsoft.com/office/officeart/2005/8/layout/hierarchy1"/>
    <dgm:cxn modelId="{BF40BED8-63F2-47EE-A403-3FC6A37AA551}" type="presParOf" srcId="{A5F5C9CB-D4CF-4B81-93AE-5572E88867F9}" destId="{D2C39420-C267-4435-88E6-F97C2A093154}" srcOrd="1" destOrd="0" presId="urn:microsoft.com/office/officeart/2005/8/layout/hierarchy1"/>
    <dgm:cxn modelId="{B7F83EDE-8E62-495C-AA32-3296AE6D91F3}" type="presParOf" srcId="{D2C39420-C267-4435-88E6-F97C2A093154}" destId="{66FCC3E0-58E4-4581-86A1-C01BA46223E9}" srcOrd="0" destOrd="0" presId="urn:microsoft.com/office/officeart/2005/8/layout/hierarchy1"/>
    <dgm:cxn modelId="{20C26B8B-B8CB-41D9-960D-7631BBECF368}" type="presParOf" srcId="{66FCC3E0-58E4-4581-86A1-C01BA46223E9}" destId="{BFC09D35-31A1-45A9-9BCD-F2D4DACAC571}" srcOrd="0" destOrd="0" presId="urn:microsoft.com/office/officeart/2005/8/layout/hierarchy1"/>
    <dgm:cxn modelId="{D34D6F4D-42B8-442C-9AEC-A135EBD51031}" type="presParOf" srcId="{66FCC3E0-58E4-4581-86A1-C01BA46223E9}" destId="{C0F68CD4-0A48-4128-A12F-35711B5CBA4F}" srcOrd="1" destOrd="0" presId="urn:microsoft.com/office/officeart/2005/8/layout/hierarchy1"/>
    <dgm:cxn modelId="{8ADD07B5-5CAF-4E10-A355-70DB9AF74297}" type="presParOf" srcId="{D2C39420-C267-4435-88E6-F97C2A093154}" destId="{D6966BEF-1657-4BD4-AA79-9866F7CC35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/>
            <a:t>17</a:t>
          </a:r>
          <a:endParaRPr kumimoji="1" lang="ja-JP" altLang="en-US" dirty="0"/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15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12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C74BAF66-DF80-490F-A451-376168C521FA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4F3281F1-FD17-4113-8CF1-EBB9585EFB5F}" type="par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0F2F27E2-C35E-4600-A9ED-F0ED16D16668}" type="sib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6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6"/>
      <dgm:spPr/>
    </dgm:pt>
    <dgm:pt modelId="{A86DEE73-2F28-49E0-A3F9-180F64286C56}" type="pres">
      <dgm:prSet presAssocID="{A3D0A9B6-8DF9-4E4E-93E2-3EB4E6E9E1D4}" presName="text4" presStyleLbl="fgAcc4" presStyleIdx="0" presStyleCnt="6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6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6"/>
      <dgm:spPr/>
    </dgm:pt>
    <dgm:pt modelId="{9C28E605-E3D8-45EC-B9BB-A2DBD449D534}" type="pres">
      <dgm:prSet presAssocID="{19C2DE14-2A21-40BB-B561-F00148818697}" presName="text4" presStyleLbl="fgAcc4" presStyleIdx="1" presStyleCnt="6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6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6"/>
      <dgm:spPr/>
    </dgm:pt>
    <dgm:pt modelId="{8536616F-3801-481E-BC87-CDF6F0BDFFA0}" type="pres">
      <dgm:prSet presAssocID="{B5ABB4A0-D348-444E-A688-5B33CEF30949}" presName="text4" presStyleLbl="fgAcc4" presStyleIdx="2" presStyleCnt="6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6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6"/>
      <dgm:spPr/>
    </dgm:pt>
    <dgm:pt modelId="{E1B6BB89-C999-49E6-A807-540829090298}" type="pres">
      <dgm:prSet presAssocID="{B34D5FFE-AAEE-4A66-B517-B57695113D34}" presName="text4" presStyleLbl="fgAcc4" presStyleIdx="3" presStyleCnt="6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6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6"/>
      <dgm:spPr/>
    </dgm:pt>
    <dgm:pt modelId="{AC52B9C4-8AC7-404C-A445-62ADCB85C9E4}" type="pres">
      <dgm:prSet presAssocID="{630097A4-A8B3-4BE9-A2F9-BBB3D5DD2EB1}" presName="text4" presStyleLbl="fgAcc4" presStyleIdx="4" presStyleCnt="6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  <dgm:pt modelId="{BC7588D9-AA17-4430-94C4-562096F3B853}" type="pres">
      <dgm:prSet presAssocID="{4F3281F1-FD17-4113-8CF1-EBB9585EFB5F}" presName="Name23" presStyleLbl="parChTrans1D4" presStyleIdx="5" presStyleCnt="6"/>
      <dgm:spPr/>
    </dgm:pt>
    <dgm:pt modelId="{D2C39420-C267-4435-88E6-F97C2A093154}" type="pres">
      <dgm:prSet presAssocID="{C74BAF66-DF80-490F-A451-376168C521FA}" presName="hierRoot4" presStyleCnt="0"/>
      <dgm:spPr/>
    </dgm:pt>
    <dgm:pt modelId="{66FCC3E0-58E4-4581-86A1-C01BA46223E9}" type="pres">
      <dgm:prSet presAssocID="{C74BAF66-DF80-490F-A451-376168C521FA}" presName="composite4" presStyleCnt="0"/>
      <dgm:spPr/>
    </dgm:pt>
    <dgm:pt modelId="{BFC09D35-31A1-45A9-9BCD-F2D4DACAC571}" type="pres">
      <dgm:prSet presAssocID="{C74BAF66-DF80-490F-A451-376168C521FA}" presName="background4" presStyleLbl="node4" presStyleIdx="5" presStyleCnt="6"/>
      <dgm:spPr/>
    </dgm:pt>
    <dgm:pt modelId="{C0F68CD4-0A48-4128-A12F-35711B5CBA4F}" type="pres">
      <dgm:prSet presAssocID="{C74BAF66-DF80-490F-A451-376168C521FA}" presName="text4" presStyleLbl="fgAcc4" presStyleIdx="5" presStyleCnt="6">
        <dgm:presLayoutVars>
          <dgm:chPref val="3"/>
        </dgm:presLayoutVars>
      </dgm:prSet>
      <dgm:spPr/>
    </dgm:pt>
    <dgm:pt modelId="{D6966BEF-1657-4BD4-AA79-9866F7CC35F5}" type="pres">
      <dgm:prSet presAssocID="{C74BAF66-DF80-490F-A451-376168C521FA}" presName="hierChild5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6F2F8660-2C6F-43DA-91E3-4DDCD2E3F392}" srcId="{7851E381-AC86-4FD2-B275-6081CB1B65DF}" destId="{C74BAF66-DF80-490F-A451-376168C521FA}" srcOrd="0" destOrd="0" parTransId="{4F3281F1-FD17-4113-8CF1-EBB9585EFB5F}" sibTransId="{0F2F27E2-C35E-4600-A9ED-F0ED16D16668}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5FE05CD0-9107-4EFF-AEEF-F074C9A57615}" type="presOf" srcId="{C74BAF66-DF80-490F-A451-376168C521FA}" destId="{C0F68CD4-0A48-4128-A12F-35711B5CBA4F}" srcOrd="0" destOrd="0" presId="urn:microsoft.com/office/officeart/2005/8/layout/hierarchy1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A1AA0BDC-2ACE-4762-B227-00545C8B8450}" type="presOf" srcId="{4F3281F1-FD17-4113-8CF1-EBB9585EFB5F}" destId="{BC7588D9-AA17-4430-94C4-562096F3B853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  <dgm:cxn modelId="{0B9895FF-72DF-4D47-B539-C5B435CEEB9A}" type="presParOf" srcId="{A5F5C9CB-D4CF-4B81-93AE-5572E88867F9}" destId="{BC7588D9-AA17-4430-94C4-562096F3B853}" srcOrd="0" destOrd="0" presId="urn:microsoft.com/office/officeart/2005/8/layout/hierarchy1"/>
    <dgm:cxn modelId="{BF40BED8-63F2-47EE-A403-3FC6A37AA551}" type="presParOf" srcId="{A5F5C9CB-D4CF-4B81-93AE-5572E88867F9}" destId="{D2C39420-C267-4435-88E6-F97C2A093154}" srcOrd="1" destOrd="0" presId="urn:microsoft.com/office/officeart/2005/8/layout/hierarchy1"/>
    <dgm:cxn modelId="{B7F83EDE-8E62-495C-AA32-3296AE6D91F3}" type="presParOf" srcId="{D2C39420-C267-4435-88E6-F97C2A093154}" destId="{66FCC3E0-58E4-4581-86A1-C01BA46223E9}" srcOrd="0" destOrd="0" presId="urn:microsoft.com/office/officeart/2005/8/layout/hierarchy1"/>
    <dgm:cxn modelId="{20C26B8B-B8CB-41D9-960D-7631BBECF368}" type="presParOf" srcId="{66FCC3E0-58E4-4581-86A1-C01BA46223E9}" destId="{BFC09D35-31A1-45A9-9BCD-F2D4DACAC571}" srcOrd="0" destOrd="0" presId="urn:microsoft.com/office/officeart/2005/8/layout/hierarchy1"/>
    <dgm:cxn modelId="{D34D6F4D-42B8-442C-9AEC-A135EBD51031}" type="presParOf" srcId="{66FCC3E0-58E4-4581-86A1-C01BA46223E9}" destId="{C0F68CD4-0A48-4128-A12F-35711B5CBA4F}" srcOrd="1" destOrd="0" presId="urn:microsoft.com/office/officeart/2005/8/layout/hierarchy1"/>
    <dgm:cxn modelId="{8ADD07B5-5CAF-4E10-A355-70DB9AF74297}" type="presParOf" srcId="{D2C39420-C267-4435-88E6-F97C2A093154}" destId="{D6966BEF-1657-4BD4-AA79-9866F7CC35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>
        <a:ln>
          <a:prstDash val="sysDash"/>
        </a:ln>
      </dgm:spPr>
      <dgm:t>
        <a:bodyPr/>
        <a:lstStyle/>
        <a:p>
          <a:r>
            <a:rPr kumimoji="1" lang="ja-JP" altLang="en-US" dirty="0">
              <a:highlight>
                <a:srgbClr val="FFFF00"/>
              </a:highlight>
            </a:rPr>
            <a:t>削除</a:t>
          </a: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15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12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C74BAF66-DF80-490F-A451-376168C521FA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4F3281F1-FD17-4113-8CF1-EBB9585EFB5F}" type="par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0F2F27E2-C35E-4600-A9ED-F0ED16D16668}" type="sib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6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6"/>
      <dgm:spPr/>
    </dgm:pt>
    <dgm:pt modelId="{A86DEE73-2F28-49E0-A3F9-180F64286C56}" type="pres">
      <dgm:prSet presAssocID="{A3D0A9B6-8DF9-4E4E-93E2-3EB4E6E9E1D4}" presName="text4" presStyleLbl="fgAcc4" presStyleIdx="0" presStyleCnt="6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6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6"/>
      <dgm:spPr/>
    </dgm:pt>
    <dgm:pt modelId="{9C28E605-E3D8-45EC-B9BB-A2DBD449D534}" type="pres">
      <dgm:prSet presAssocID="{19C2DE14-2A21-40BB-B561-F00148818697}" presName="text4" presStyleLbl="fgAcc4" presStyleIdx="1" presStyleCnt="6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6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6"/>
      <dgm:spPr/>
    </dgm:pt>
    <dgm:pt modelId="{8536616F-3801-481E-BC87-CDF6F0BDFFA0}" type="pres">
      <dgm:prSet presAssocID="{B5ABB4A0-D348-444E-A688-5B33CEF30949}" presName="text4" presStyleLbl="fgAcc4" presStyleIdx="2" presStyleCnt="6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6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6"/>
      <dgm:spPr/>
    </dgm:pt>
    <dgm:pt modelId="{E1B6BB89-C999-49E6-A807-540829090298}" type="pres">
      <dgm:prSet presAssocID="{B34D5FFE-AAEE-4A66-B517-B57695113D34}" presName="text4" presStyleLbl="fgAcc4" presStyleIdx="3" presStyleCnt="6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6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6"/>
      <dgm:spPr/>
    </dgm:pt>
    <dgm:pt modelId="{AC52B9C4-8AC7-404C-A445-62ADCB85C9E4}" type="pres">
      <dgm:prSet presAssocID="{630097A4-A8B3-4BE9-A2F9-BBB3D5DD2EB1}" presName="text4" presStyleLbl="fgAcc4" presStyleIdx="4" presStyleCnt="6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  <dgm:pt modelId="{BC7588D9-AA17-4430-94C4-562096F3B853}" type="pres">
      <dgm:prSet presAssocID="{4F3281F1-FD17-4113-8CF1-EBB9585EFB5F}" presName="Name23" presStyleLbl="parChTrans1D4" presStyleIdx="5" presStyleCnt="6"/>
      <dgm:spPr/>
    </dgm:pt>
    <dgm:pt modelId="{D2C39420-C267-4435-88E6-F97C2A093154}" type="pres">
      <dgm:prSet presAssocID="{C74BAF66-DF80-490F-A451-376168C521FA}" presName="hierRoot4" presStyleCnt="0"/>
      <dgm:spPr/>
    </dgm:pt>
    <dgm:pt modelId="{66FCC3E0-58E4-4581-86A1-C01BA46223E9}" type="pres">
      <dgm:prSet presAssocID="{C74BAF66-DF80-490F-A451-376168C521FA}" presName="composite4" presStyleCnt="0"/>
      <dgm:spPr/>
    </dgm:pt>
    <dgm:pt modelId="{BFC09D35-31A1-45A9-9BCD-F2D4DACAC571}" type="pres">
      <dgm:prSet presAssocID="{C74BAF66-DF80-490F-A451-376168C521FA}" presName="background4" presStyleLbl="node4" presStyleIdx="5" presStyleCnt="6"/>
      <dgm:spPr/>
    </dgm:pt>
    <dgm:pt modelId="{C0F68CD4-0A48-4128-A12F-35711B5CBA4F}" type="pres">
      <dgm:prSet presAssocID="{C74BAF66-DF80-490F-A451-376168C521FA}" presName="text4" presStyleLbl="fgAcc4" presStyleIdx="5" presStyleCnt="6">
        <dgm:presLayoutVars>
          <dgm:chPref val="3"/>
        </dgm:presLayoutVars>
      </dgm:prSet>
      <dgm:spPr/>
    </dgm:pt>
    <dgm:pt modelId="{D6966BEF-1657-4BD4-AA79-9866F7CC35F5}" type="pres">
      <dgm:prSet presAssocID="{C74BAF66-DF80-490F-A451-376168C521FA}" presName="hierChild5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6F2F8660-2C6F-43DA-91E3-4DDCD2E3F392}" srcId="{7851E381-AC86-4FD2-B275-6081CB1B65DF}" destId="{C74BAF66-DF80-490F-A451-376168C521FA}" srcOrd="0" destOrd="0" parTransId="{4F3281F1-FD17-4113-8CF1-EBB9585EFB5F}" sibTransId="{0F2F27E2-C35E-4600-A9ED-F0ED16D16668}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5FE05CD0-9107-4EFF-AEEF-F074C9A57615}" type="presOf" srcId="{C74BAF66-DF80-490F-A451-376168C521FA}" destId="{C0F68CD4-0A48-4128-A12F-35711B5CBA4F}" srcOrd="0" destOrd="0" presId="urn:microsoft.com/office/officeart/2005/8/layout/hierarchy1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A1AA0BDC-2ACE-4762-B227-00545C8B8450}" type="presOf" srcId="{4F3281F1-FD17-4113-8CF1-EBB9585EFB5F}" destId="{BC7588D9-AA17-4430-94C4-562096F3B853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  <dgm:cxn modelId="{0B9895FF-72DF-4D47-B539-C5B435CEEB9A}" type="presParOf" srcId="{A5F5C9CB-D4CF-4B81-93AE-5572E88867F9}" destId="{BC7588D9-AA17-4430-94C4-562096F3B853}" srcOrd="0" destOrd="0" presId="urn:microsoft.com/office/officeart/2005/8/layout/hierarchy1"/>
    <dgm:cxn modelId="{BF40BED8-63F2-47EE-A403-3FC6A37AA551}" type="presParOf" srcId="{A5F5C9CB-D4CF-4B81-93AE-5572E88867F9}" destId="{D2C39420-C267-4435-88E6-F97C2A093154}" srcOrd="1" destOrd="0" presId="urn:microsoft.com/office/officeart/2005/8/layout/hierarchy1"/>
    <dgm:cxn modelId="{B7F83EDE-8E62-495C-AA32-3296AE6D91F3}" type="presParOf" srcId="{D2C39420-C267-4435-88E6-F97C2A093154}" destId="{66FCC3E0-58E4-4581-86A1-C01BA46223E9}" srcOrd="0" destOrd="0" presId="urn:microsoft.com/office/officeart/2005/8/layout/hierarchy1"/>
    <dgm:cxn modelId="{20C26B8B-B8CB-41D9-960D-7631BBECF368}" type="presParOf" srcId="{66FCC3E0-58E4-4581-86A1-C01BA46223E9}" destId="{BFC09D35-31A1-45A9-9BCD-F2D4DACAC571}" srcOrd="0" destOrd="0" presId="urn:microsoft.com/office/officeart/2005/8/layout/hierarchy1"/>
    <dgm:cxn modelId="{D34D6F4D-42B8-442C-9AEC-A135EBD51031}" type="presParOf" srcId="{66FCC3E0-58E4-4581-86A1-C01BA46223E9}" destId="{C0F68CD4-0A48-4128-A12F-35711B5CBA4F}" srcOrd="1" destOrd="0" presId="urn:microsoft.com/office/officeart/2005/8/layout/hierarchy1"/>
    <dgm:cxn modelId="{8ADD07B5-5CAF-4E10-A355-70DB9AF74297}" type="presParOf" srcId="{D2C39420-C267-4435-88E6-F97C2A093154}" destId="{D6966BEF-1657-4BD4-AA79-9866F7CC35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6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15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12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C74BAF66-DF80-490F-A451-376168C521FA}">
      <dgm:prSet phldrT="[テキスト]"/>
      <dgm:spPr>
        <a:ln>
          <a:prstDash val="sysDash"/>
        </a:ln>
      </dgm:spPr>
      <dgm:t>
        <a:bodyPr/>
        <a:lstStyle/>
        <a:p>
          <a:endParaRPr kumimoji="1" lang="ja-JP" altLang="en-US" dirty="0"/>
        </a:p>
      </dgm:t>
    </dgm:pt>
    <dgm:pt modelId="{4F3281F1-FD17-4113-8CF1-EBB9585EFB5F}" type="par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0F2F27E2-C35E-4600-A9ED-F0ED16D16668}" type="sibTrans" cxnId="{6F2F8660-2C6F-43DA-91E3-4DDCD2E3F392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6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6"/>
      <dgm:spPr/>
    </dgm:pt>
    <dgm:pt modelId="{A86DEE73-2F28-49E0-A3F9-180F64286C56}" type="pres">
      <dgm:prSet presAssocID="{A3D0A9B6-8DF9-4E4E-93E2-3EB4E6E9E1D4}" presName="text4" presStyleLbl="fgAcc4" presStyleIdx="0" presStyleCnt="6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6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6"/>
      <dgm:spPr/>
    </dgm:pt>
    <dgm:pt modelId="{9C28E605-E3D8-45EC-B9BB-A2DBD449D534}" type="pres">
      <dgm:prSet presAssocID="{19C2DE14-2A21-40BB-B561-F00148818697}" presName="text4" presStyleLbl="fgAcc4" presStyleIdx="1" presStyleCnt="6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6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6"/>
      <dgm:spPr/>
    </dgm:pt>
    <dgm:pt modelId="{8536616F-3801-481E-BC87-CDF6F0BDFFA0}" type="pres">
      <dgm:prSet presAssocID="{B5ABB4A0-D348-444E-A688-5B33CEF30949}" presName="text4" presStyleLbl="fgAcc4" presStyleIdx="2" presStyleCnt="6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6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6"/>
      <dgm:spPr/>
    </dgm:pt>
    <dgm:pt modelId="{E1B6BB89-C999-49E6-A807-540829090298}" type="pres">
      <dgm:prSet presAssocID="{B34D5FFE-AAEE-4A66-B517-B57695113D34}" presName="text4" presStyleLbl="fgAcc4" presStyleIdx="3" presStyleCnt="6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6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6"/>
      <dgm:spPr/>
    </dgm:pt>
    <dgm:pt modelId="{AC52B9C4-8AC7-404C-A445-62ADCB85C9E4}" type="pres">
      <dgm:prSet presAssocID="{630097A4-A8B3-4BE9-A2F9-BBB3D5DD2EB1}" presName="text4" presStyleLbl="fgAcc4" presStyleIdx="4" presStyleCnt="6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  <dgm:pt modelId="{BC7588D9-AA17-4430-94C4-562096F3B853}" type="pres">
      <dgm:prSet presAssocID="{4F3281F1-FD17-4113-8CF1-EBB9585EFB5F}" presName="Name23" presStyleLbl="parChTrans1D4" presStyleIdx="5" presStyleCnt="6"/>
      <dgm:spPr/>
    </dgm:pt>
    <dgm:pt modelId="{D2C39420-C267-4435-88E6-F97C2A093154}" type="pres">
      <dgm:prSet presAssocID="{C74BAF66-DF80-490F-A451-376168C521FA}" presName="hierRoot4" presStyleCnt="0"/>
      <dgm:spPr/>
    </dgm:pt>
    <dgm:pt modelId="{66FCC3E0-58E4-4581-86A1-C01BA46223E9}" type="pres">
      <dgm:prSet presAssocID="{C74BAF66-DF80-490F-A451-376168C521FA}" presName="composite4" presStyleCnt="0"/>
      <dgm:spPr/>
    </dgm:pt>
    <dgm:pt modelId="{BFC09D35-31A1-45A9-9BCD-F2D4DACAC571}" type="pres">
      <dgm:prSet presAssocID="{C74BAF66-DF80-490F-A451-376168C521FA}" presName="background4" presStyleLbl="node4" presStyleIdx="5" presStyleCnt="6"/>
      <dgm:spPr/>
    </dgm:pt>
    <dgm:pt modelId="{C0F68CD4-0A48-4128-A12F-35711B5CBA4F}" type="pres">
      <dgm:prSet presAssocID="{C74BAF66-DF80-490F-A451-376168C521FA}" presName="text4" presStyleLbl="fgAcc4" presStyleIdx="5" presStyleCnt="6">
        <dgm:presLayoutVars>
          <dgm:chPref val="3"/>
        </dgm:presLayoutVars>
      </dgm:prSet>
      <dgm:spPr/>
    </dgm:pt>
    <dgm:pt modelId="{D6966BEF-1657-4BD4-AA79-9866F7CC35F5}" type="pres">
      <dgm:prSet presAssocID="{C74BAF66-DF80-490F-A451-376168C521FA}" presName="hierChild5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6F2F8660-2C6F-43DA-91E3-4DDCD2E3F392}" srcId="{7851E381-AC86-4FD2-B275-6081CB1B65DF}" destId="{C74BAF66-DF80-490F-A451-376168C521FA}" srcOrd="0" destOrd="0" parTransId="{4F3281F1-FD17-4113-8CF1-EBB9585EFB5F}" sibTransId="{0F2F27E2-C35E-4600-A9ED-F0ED16D16668}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5FE05CD0-9107-4EFF-AEEF-F074C9A57615}" type="presOf" srcId="{C74BAF66-DF80-490F-A451-376168C521FA}" destId="{C0F68CD4-0A48-4128-A12F-35711B5CBA4F}" srcOrd="0" destOrd="0" presId="urn:microsoft.com/office/officeart/2005/8/layout/hierarchy1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A1AA0BDC-2ACE-4762-B227-00545C8B8450}" type="presOf" srcId="{4F3281F1-FD17-4113-8CF1-EBB9585EFB5F}" destId="{BC7588D9-AA17-4430-94C4-562096F3B853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  <dgm:cxn modelId="{0B9895FF-72DF-4D47-B539-C5B435CEEB9A}" type="presParOf" srcId="{A5F5C9CB-D4CF-4B81-93AE-5572E88867F9}" destId="{BC7588D9-AA17-4430-94C4-562096F3B853}" srcOrd="0" destOrd="0" presId="urn:microsoft.com/office/officeart/2005/8/layout/hierarchy1"/>
    <dgm:cxn modelId="{BF40BED8-63F2-47EE-A403-3FC6A37AA551}" type="presParOf" srcId="{A5F5C9CB-D4CF-4B81-93AE-5572E88867F9}" destId="{D2C39420-C267-4435-88E6-F97C2A093154}" srcOrd="1" destOrd="0" presId="urn:microsoft.com/office/officeart/2005/8/layout/hierarchy1"/>
    <dgm:cxn modelId="{B7F83EDE-8E62-495C-AA32-3296AE6D91F3}" type="presParOf" srcId="{D2C39420-C267-4435-88E6-F97C2A093154}" destId="{66FCC3E0-58E4-4581-86A1-C01BA46223E9}" srcOrd="0" destOrd="0" presId="urn:microsoft.com/office/officeart/2005/8/layout/hierarchy1"/>
    <dgm:cxn modelId="{20C26B8B-B8CB-41D9-960D-7631BBECF368}" type="presParOf" srcId="{66FCC3E0-58E4-4581-86A1-C01BA46223E9}" destId="{BFC09D35-31A1-45A9-9BCD-F2D4DACAC571}" srcOrd="0" destOrd="0" presId="urn:microsoft.com/office/officeart/2005/8/layout/hierarchy1"/>
    <dgm:cxn modelId="{D34D6F4D-42B8-442C-9AEC-A135EBD51031}" type="presParOf" srcId="{66FCC3E0-58E4-4581-86A1-C01BA46223E9}" destId="{C0F68CD4-0A48-4128-A12F-35711B5CBA4F}" srcOrd="1" destOrd="0" presId="urn:microsoft.com/office/officeart/2005/8/layout/hierarchy1"/>
    <dgm:cxn modelId="{8ADD07B5-5CAF-4E10-A355-70DB9AF74297}" type="presParOf" srcId="{D2C39420-C267-4435-88E6-F97C2A093154}" destId="{D6966BEF-1657-4BD4-AA79-9866F7CC35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15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6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12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5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5"/>
      <dgm:spPr/>
    </dgm:pt>
    <dgm:pt modelId="{A86DEE73-2F28-49E0-A3F9-180F64286C56}" type="pres">
      <dgm:prSet presAssocID="{A3D0A9B6-8DF9-4E4E-93E2-3EB4E6E9E1D4}" presName="text4" presStyleLbl="fgAcc4" presStyleIdx="0" presStyleCnt="5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5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5"/>
      <dgm:spPr/>
    </dgm:pt>
    <dgm:pt modelId="{9C28E605-E3D8-45EC-B9BB-A2DBD449D534}" type="pres">
      <dgm:prSet presAssocID="{19C2DE14-2A21-40BB-B561-F00148818697}" presName="text4" presStyleLbl="fgAcc4" presStyleIdx="1" presStyleCnt="5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5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5"/>
      <dgm:spPr/>
    </dgm:pt>
    <dgm:pt modelId="{8536616F-3801-481E-BC87-CDF6F0BDFFA0}" type="pres">
      <dgm:prSet presAssocID="{B5ABB4A0-D348-444E-A688-5B33CEF30949}" presName="text4" presStyleLbl="fgAcc4" presStyleIdx="2" presStyleCnt="5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5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5"/>
      <dgm:spPr/>
    </dgm:pt>
    <dgm:pt modelId="{E1B6BB89-C999-49E6-A807-540829090298}" type="pres">
      <dgm:prSet presAssocID="{B34D5FFE-AAEE-4A66-B517-B57695113D34}" presName="text4" presStyleLbl="fgAcc4" presStyleIdx="3" presStyleCnt="5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5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5"/>
      <dgm:spPr/>
    </dgm:pt>
    <dgm:pt modelId="{AC52B9C4-8AC7-404C-A445-62ADCB85C9E4}" type="pres">
      <dgm:prSet presAssocID="{630097A4-A8B3-4BE9-A2F9-BBB3D5DD2EB1}" presName="text4" presStyleLbl="fgAcc4" presStyleIdx="4" presStyleCnt="5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/>
            <a:t>15</a:t>
          </a:r>
          <a:endParaRPr kumimoji="1" lang="ja-JP" altLang="en-US" dirty="0"/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12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6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5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5"/>
      <dgm:spPr/>
    </dgm:pt>
    <dgm:pt modelId="{A86DEE73-2F28-49E0-A3F9-180F64286C56}" type="pres">
      <dgm:prSet presAssocID="{A3D0A9B6-8DF9-4E4E-93E2-3EB4E6E9E1D4}" presName="text4" presStyleLbl="fgAcc4" presStyleIdx="0" presStyleCnt="5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5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5"/>
      <dgm:spPr/>
    </dgm:pt>
    <dgm:pt modelId="{9C28E605-E3D8-45EC-B9BB-A2DBD449D534}" type="pres">
      <dgm:prSet presAssocID="{19C2DE14-2A21-40BB-B561-F00148818697}" presName="text4" presStyleLbl="fgAcc4" presStyleIdx="1" presStyleCnt="5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5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5"/>
      <dgm:spPr/>
    </dgm:pt>
    <dgm:pt modelId="{8536616F-3801-481E-BC87-CDF6F0BDFFA0}" type="pres">
      <dgm:prSet presAssocID="{B5ABB4A0-D348-444E-A688-5B33CEF30949}" presName="text4" presStyleLbl="fgAcc4" presStyleIdx="2" presStyleCnt="5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5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5"/>
      <dgm:spPr/>
    </dgm:pt>
    <dgm:pt modelId="{E1B6BB89-C999-49E6-A807-540829090298}" type="pres">
      <dgm:prSet presAssocID="{B34D5FFE-AAEE-4A66-B517-B57695113D34}" presName="text4" presStyleLbl="fgAcc4" presStyleIdx="3" presStyleCnt="5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5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5"/>
      <dgm:spPr/>
    </dgm:pt>
    <dgm:pt modelId="{AC52B9C4-8AC7-404C-A445-62ADCB85C9E4}" type="pres">
      <dgm:prSet presAssocID="{630097A4-A8B3-4BE9-A2F9-BBB3D5DD2EB1}" presName="text4" presStyleLbl="fgAcc4" presStyleIdx="4" presStyleCnt="5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/>
            <a:t>15</a:t>
          </a:r>
          <a:endParaRPr kumimoji="1" lang="ja-JP" altLang="en-US" dirty="0"/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13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>
              <a:highlight>
                <a:srgbClr val="FFFF00"/>
              </a:highlight>
            </a:rPr>
            <a:t>12</a:t>
          </a:r>
          <a:endParaRPr kumimoji="1" lang="ja-JP" altLang="en-US" dirty="0">
            <a:highlight>
              <a:srgbClr val="FFFF00"/>
            </a:highlight>
          </a:endParaRPr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5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5"/>
      <dgm:spPr/>
    </dgm:pt>
    <dgm:pt modelId="{A86DEE73-2F28-49E0-A3F9-180F64286C56}" type="pres">
      <dgm:prSet presAssocID="{A3D0A9B6-8DF9-4E4E-93E2-3EB4E6E9E1D4}" presName="text4" presStyleLbl="fgAcc4" presStyleIdx="0" presStyleCnt="5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5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5"/>
      <dgm:spPr/>
    </dgm:pt>
    <dgm:pt modelId="{9C28E605-E3D8-45EC-B9BB-A2DBD449D534}" type="pres">
      <dgm:prSet presAssocID="{19C2DE14-2A21-40BB-B561-F00148818697}" presName="text4" presStyleLbl="fgAcc4" presStyleIdx="1" presStyleCnt="5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5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5"/>
      <dgm:spPr/>
    </dgm:pt>
    <dgm:pt modelId="{8536616F-3801-481E-BC87-CDF6F0BDFFA0}" type="pres">
      <dgm:prSet presAssocID="{B5ABB4A0-D348-444E-A688-5B33CEF30949}" presName="text4" presStyleLbl="fgAcc4" presStyleIdx="2" presStyleCnt="5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5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5"/>
      <dgm:spPr/>
    </dgm:pt>
    <dgm:pt modelId="{E1B6BB89-C999-49E6-A807-540829090298}" type="pres">
      <dgm:prSet presAssocID="{B34D5FFE-AAEE-4A66-B517-B57695113D34}" presName="text4" presStyleLbl="fgAcc4" presStyleIdx="3" presStyleCnt="5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5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5"/>
      <dgm:spPr/>
    </dgm:pt>
    <dgm:pt modelId="{AC52B9C4-8AC7-404C-A445-62ADCB85C9E4}" type="pres">
      <dgm:prSet presAssocID="{630097A4-A8B3-4BE9-A2F9-BBB3D5DD2EB1}" presName="text4" presStyleLbl="fgAcc4" presStyleIdx="4" presStyleCnt="5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ja-JP" altLang="en-US" dirty="0">
              <a:highlight>
                <a:srgbClr val="FFFF00"/>
              </a:highlight>
            </a:rPr>
            <a:t>削除</a:t>
          </a: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12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5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5"/>
      <dgm:spPr/>
    </dgm:pt>
    <dgm:pt modelId="{A86DEE73-2F28-49E0-A3F9-180F64286C56}" type="pres">
      <dgm:prSet presAssocID="{A3D0A9B6-8DF9-4E4E-93E2-3EB4E6E9E1D4}" presName="text4" presStyleLbl="fgAcc4" presStyleIdx="0" presStyleCnt="5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5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5"/>
      <dgm:spPr/>
    </dgm:pt>
    <dgm:pt modelId="{9C28E605-E3D8-45EC-B9BB-A2DBD449D534}" type="pres">
      <dgm:prSet presAssocID="{19C2DE14-2A21-40BB-B561-F00148818697}" presName="text4" presStyleLbl="fgAcc4" presStyleIdx="1" presStyleCnt="5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5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5"/>
      <dgm:spPr/>
    </dgm:pt>
    <dgm:pt modelId="{8536616F-3801-481E-BC87-CDF6F0BDFFA0}" type="pres">
      <dgm:prSet presAssocID="{B5ABB4A0-D348-444E-A688-5B33CEF30949}" presName="text4" presStyleLbl="fgAcc4" presStyleIdx="2" presStyleCnt="5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5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5"/>
      <dgm:spPr/>
    </dgm:pt>
    <dgm:pt modelId="{E1B6BB89-C999-49E6-A807-540829090298}" type="pres">
      <dgm:prSet presAssocID="{B34D5FFE-AAEE-4A66-B517-B57695113D34}" presName="text4" presStyleLbl="fgAcc4" presStyleIdx="3" presStyleCnt="5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5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5"/>
      <dgm:spPr/>
    </dgm:pt>
    <dgm:pt modelId="{AC52B9C4-8AC7-404C-A445-62ADCB85C9E4}" type="pres">
      <dgm:prSet presAssocID="{630097A4-A8B3-4BE9-A2F9-BBB3D5DD2EB1}" presName="text4" presStyleLbl="fgAcc4" presStyleIdx="4" presStyleCnt="5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ja-JP" altLang="en-US" dirty="0">
              <a:highlight>
                <a:srgbClr val="FFFF00"/>
              </a:highlight>
            </a:rPr>
            <a:t>削除</a:t>
          </a: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13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12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B34D5FFE-AAEE-4A66-B517-B57695113D34}">
      <dgm:prSet phldrT="[テキスト]"/>
      <dgm:spPr/>
      <dgm:t>
        <a:bodyPr/>
        <a:lstStyle/>
        <a:p>
          <a:r>
            <a:rPr kumimoji="1" lang="en-US" altLang="ja-JP" dirty="0"/>
            <a:t>11</a:t>
          </a:r>
          <a:endParaRPr kumimoji="1" lang="ja-JP" altLang="en-US" dirty="0"/>
        </a:p>
      </dgm:t>
    </dgm:pt>
    <dgm:pt modelId="{9781C73B-FCD2-4782-9FFE-8BE2CA9F05C5}" type="par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5B6A8564-C0D7-4E37-8E3C-368210D4337B}" type="sibTrans" cxnId="{588C752A-BC0B-4CA5-BC55-67E08F48DD5C}">
      <dgm:prSet/>
      <dgm:spPr/>
      <dgm:t>
        <a:bodyPr/>
        <a:lstStyle/>
        <a:p>
          <a:endParaRPr kumimoji="1" lang="ja-JP" altLang="en-US"/>
        </a:p>
      </dgm:t>
    </dgm:pt>
    <dgm:pt modelId="{630097A4-A8B3-4BE9-A2F9-BBB3D5DD2EB1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01E8885-4FC9-4DCA-8ABD-3AFC57CDAC3B}" type="par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DA12977B-3BC4-4C38-AB53-0076B6AE6D5C}" type="sibTrans" cxnId="{3B606763-1821-4E8E-AE69-93B839D03CC4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5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5"/>
      <dgm:spPr/>
    </dgm:pt>
    <dgm:pt modelId="{A86DEE73-2F28-49E0-A3F9-180F64286C56}" type="pres">
      <dgm:prSet presAssocID="{A3D0A9B6-8DF9-4E4E-93E2-3EB4E6E9E1D4}" presName="text4" presStyleLbl="fgAcc4" presStyleIdx="0" presStyleCnt="5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5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5"/>
      <dgm:spPr/>
    </dgm:pt>
    <dgm:pt modelId="{9C28E605-E3D8-45EC-B9BB-A2DBD449D534}" type="pres">
      <dgm:prSet presAssocID="{19C2DE14-2A21-40BB-B561-F00148818697}" presName="text4" presStyleLbl="fgAcc4" presStyleIdx="1" presStyleCnt="5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5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5"/>
      <dgm:spPr/>
    </dgm:pt>
    <dgm:pt modelId="{8536616F-3801-481E-BC87-CDF6F0BDFFA0}" type="pres">
      <dgm:prSet presAssocID="{B5ABB4A0-D348-444E-A688-5B33CEF30949}" presName="text4" presStyleLbl="fgAcc4" presStyleIdx="2" presStyleCnt="5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93803FA2-747A-42E0-B3CF-67FE8756ED04}" type="pres">
      <dgm:prSet presAssocID="{9781C73B-FCD2-4782-9FFE-8BE2CA9F05C5}" presName="Name23" presStyleLbl="parChTrans1D4" presStyleIdx="3" presStyleCnt="5"/>
      <dgm:spPr/>
    </dgm:pt>
    <dgm:pt modelId="{2950C1C2-53C2-4CF7-885C-0FB132D482D8}" type="pres">
      <dgm:prSet presAssocID="{B34D5FFE-AAEE-4A66-B517-B57695113D34}" presName="hierRoot4" presStyleCnt="0"/>
      <dgm:spPr/>
    </dgm:pt>
    <dgm:pt modelId="{B87361A2-DAC6-4302-A19F-4B3B98789F47}" type="pres">
      <dgm:prSet presAssocID="{B34D5FFE-AAEE-4A66-B517-B57695113D34}" presName="composite4" presStyleCnt="0"/>
      <dgm:spPr/>
    </dgm:pt>
    <dgm:pt modelId="{FD60BCD1-B09B-418B-A913-32319C336FB7}" type="pres">
      <dgm:prSet presAssocID="{B34D5FFE-AAEE-4A66-B517-B57695113D34}" presName="background4" presStyleLbl="node4" presStyleIdx="3" presStyleCnt="5"/>
      <dgm:spPr/>
    </dgm:pt>
    <dgm:pt modelId="{E1B6BB89-C999-49E6-A807-540829090298}" type="pres">
      <dgm:prSet presAssocID="{B34D5FFE-AAEE-4A66-B517-B57695113D34}" presName="text4" presStyleLbl="fgAcc4" presStyleIdx="3" presStyleCnt="5">
        <dgm:presLayoutVars>
          <dgm:chPref val="3"/>
        </dgm:presLayoutVars>
      </dgm:prSet>
      <dgm:spPr/>
    </dgm:pt>
    <dgm:pt modelId="{1921D5A4-B396-4C0C-A97A-964FA9794B68}" type="pres">
      <dgm:prSet presAssocID="{B34D5FFE-AAEE-4A66-B517-B57695113D34}" presName="hierChild5" presStyleCnt="0"/>
      <dgm:spPr/>
    </dgm:pt>
    <dgm:pt modelId="{98F07183-2FF6-4A33-9113-5B2BB446EE00}" type="pres">
      <dgm:prSet presAssocID="{501E8885-4FC9-4DCA-8ABD-3AFC57CDAC3B}" presName="Name23" presStyleLbl="parChTrans1D4" presStyleIdx="4" presStyleCnt="5"/>
      <dgm:spPr/>
    </dgm:pt>
    <dgm:pt modelId="{33BD7052-CFD2-462A-AC82-B28F7C839536}" type="pres">
      <dgm:prSet presAssocID="{630097A4-A8B3-4BE9-A2F9-BBB3D5DD2EB1}" presName="hierRoot4" presStyleCnt="0"/>
      <dgm:spPr/>
    </dgm:pt>
    <dgm:pt modelId="{396E5C0B-D363-4490-A2B9-75C2940EAF76}" type="pres">
      <dgm:prSet presAssocID="{630097A4-A8B3-4BE9-A2F9-BBB3D5DD2EB1}" presName="composite4" presStyleCnt="0"/>
      <dgm:spPr/>
    </dgm:pt>
    <dgm:pt modelId="{151597F5-E5D9-4744-A6B3-FE1672B5DDAE}" type="pres">
      <dgm:prSet presAssocID="{630097A4-A8B3-4BE9-A2F9-BBB3D5DD2EB1}" presName="background4" presStyleLbl="node4" presStyleIdx="4" presStyleCnt="5"/>
      <dgm:spPr/>
    </dgm:pt>
    <dgm:pt modelId="{AC52B9C4-8AC7-404C-A445-62ADCB85C9E4}" type="pres">
      <dgm:prSet presAssocID="{630097A4-A8B3-4BE9-A2F9-BBB3D5DD2EB1}" presName="text4" presStyleLbl="fgAcc4" presStyleIdx="4" presStyleCnt="5">
        <dgm:presLayoutVars>
          <dgm:chPref val="3"/>
        </dgm:presLayoutVars>
      </dgm:prSet>
      <dgm:spPr/>
    </dgm:pt>
    <dgm:pt modelId="{499254C6-57D3-48C8-AF29-57E7EC62C589}" type="pres">
      <dgm:prSet presAssocID="{630097A4-A8B3-4BE9-A2F9-BBB3D5DD2EB1}" presName="hierChild5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588C752A-BC0B-4CA5-BC55-67E08F48DD5C}" srcId="{3A5F1AE0-147B-4694-BAA9-098B145D7F9B}" destId="{B34D5FFE-AAEE-4A66-B517-B57695113D34}" srcOrd="0" destOrd="0" parTransId="{9781C73B-FCD2-4782-9FFE-8BE2CA9F05C5}" sibTransId="{5B6A8564-C0D7-4E37-8E3C-368210D4337B}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3B606763-1821-4E8E-AE69-93B839D03CC4}" srcId="{3A5F1AE0-147B-4694-BAA9-098B145D7F9B}" destId="{630097A4-A8B3-4BE9-A2F9-BBB3D5DD2EB1}" srcOrd="1" destOrd="0" parTransId="{501E8885-4FC9-4DCA-8ABD-3AFC57CDAC3B}" sibTransId="{DA12977B-3BC4-4C38-AB53-0076B6AE6D5C}"/>
    <dgm:cxn modelId="{238A6646-B82B-4FA6-8548-126F904CAE52}" type="presOf" srcId="{630097A4-A8B3-4BE9-A2F9-BBB3D5DD2EB1}" destId="{AC52B9C4-8AC7-404C-A445-62ADCB85C9E4}" srcOrd="0" destOrd="0" presId="urn:microsoft.com/office/officeart/2005/8/layout/hierarchy1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6D12FAAB-A185-4BB6-BD63-AA9AC89C6443}" type="presOf" srcId="{B34D5FFE-AAEE-4A66-B517-B57695113D34}" destId="{E1B6BB89-C999-49E6-A807-540829090298}" srcOrd="0" destOrd="0" presId="urn:microsoft.com/office/officeart/2005/8/layout/hierarchy1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FA00E9DC-E849-45FE-B61D-34150C5C8B32}" type="presOf" srcId="{501E8885-4FC9-4DCA-8ABD-3AFC57CDAC3B}" destId="{98F07183-2FF6-4A33-9113-5B2BB446EE00}" srcOrd="0" destOrd="0" presId="urn:microsoft.com/office/officeart/2005/8/layout/hierarchy1"/>
    <dgm:cxn modelId="{FCE325DE-FB34-41D2-BAF7-A44C53DB31E6}" type="presOf" srcId="{9781C73B-FCD2-4782-9FFE-8BE2CA9F05C5}" destId="{93803FA2-747A-42E0-B3CF-67FE8756ED04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2C063FF8-013E-4FD1-A37D-AF771FEDA067}" type="presParOf" srcId="{75356F18-4239-45C5-99C6-4E030D33497D}" destId="{93803FA2-747A-42E0-B3CF-67FE8756ED04}" srcOrd="0" destOrd="0" presId="urn:microsoft.com/office/officeart/2005/8/layout/hierarchy1"/>
    <dgm:cxn modelId="{B7E916A3-C811-420D-BF03-F3ADCDE941D1}" type="presParOf" srcId="{75356F18-4239-45C5-99C6-4E030D33497D}" destId="{2950C1C2-53C2-4CF7-885C-0FB132D482D8}" srcOrd="1" destOrd="0" presId="urn:microsoft.com/office/officeart/2005/8/layout/hierarchy1"/>
    <dgm:cxn modelId="{B83A92F2-E5FA-4990-BFED-AB8B36CA0973}" type="presParOf" srcId="{2950C1C2-53C2-4CF7-885C-0FB132D482D8}" destId="{B87361A2-DAC6-4302-A19F-4B3B98789F47}" srcOrd="0" destOrd="0" presId="urn:microsoft.com/office/officeart/2005/8/layout/hierarchy1"/>
    <dgm:cxn modelId="{D79791C9-3749-4B26-9DA1-47FCDE3C0049}" type="presParOf" srcId="{B87361A2-DAC6-4302-A19F-4B3B98789F47}" destId="{FD60BCD1-B09B-418B-A913-32319C336FB7}" srcOrd="0" destOrd="0" presId="urn:microsoft.com/office/officeart/2005/8/layout/hierarchy1"/>
    <dgm:cxn modelId="{E441678F-72B6-41DE-A635-F8EBA3D59C07}" type="presParOf" srcId="{B87361A2-DAC6-4302-A19F-4B3B98789F47}" destId="{E1B6BB89-C999-49E6-A807-540829090298}" srcOrd="1" destOrd="0" presId="urn:microsoft.com/office/officeart/2005/8/layout/hierarchy1"/>
    <dgm:cxn modelId="{29595E0B-7F9A-46D6-B99A-711E2E72BB6E}" type="presParOf" srcId="{2950C1C2-53C2-4CF7-885C-0FB132D482D8}" destId="{1921D5A4-B396-4C0C-A97A-964FA9794B68}" srcOrd="1" destOrd="0" presId="urn:microsoft.com/office/officeart/2005/8/layout/hierarchy1"/>
    <dgm:cxn modelId="{BD70A543-28C2-45BA-806D-54D2C517851A}" type="presParOf" srcId="{75356F18-4239-45C5-99C6-4E030D33497D}" destId="{98F07183-2FF6-4A33-9113-5B2BB446EE00}" srcOrd="2" destOrd="0" presId="urn:microsoft.com/office/officeart/2005/8/layout/hierarchy1"/>
    <dgm:cxn modelId="{5CF29AEF-7286-40DF-B709-618E70C88487}" type="presParOf" srcId="{75356F18-4239-45C5-99C6-4E030D33497D}" destId="{33BD7052-CFD2-462A-AC82-B28F7C839536}" srcOrd="3" destOrd="0" presId="urn:microsoft.com/office/officeart/2005/8/layout/hierarchy1"/>
    <dgm:cxn modelId="{E4C6F1E9-6ABC-437C-B7C6-9DA104FB0309}" type="presParOf" srcId="{33BD7052-CFD2-462A-AC82-B28F7C839536}" destId="{396E5C0B-D363-4490-A2B9-75C2940EAF76}" srcOrd="0" destOrd="0" presId="urn:microsoft.com/office/officeart/2005/8/layout/hierarchy1"/>
    <dgm:cxn modelId="{D820586C-BA53-4EAE-86E1-4F9DB7B7C114}" type="presParOf" srcId="{396E5C0B-D363-4490-A2B9-75C2940EAF76}" destId="{151597F5-E5D9-4744-A6B3-FE1672B5DDAE}" srcOrd="0" destOrd="0" presId="urn:microsoft.com/office/officeart/2005/8/layout/hierarchy1"/>
    <dgm:cxn modelId="{CA901970-EEB2-4243-941B-B96E3BBBDC39}" type="presParOf" srcId="{396E5C0B-D363-4490-A2B9-75C2940EAF76}" destId="{AC52B9C4-8AC7-404C-A445-62ADCB85C9E4}" srcOrd="1" destOrd="0" presId="urn:microsoft.com/office/officeart/2005/8/layout/hierarchy1"/>
    <dgm:cxn modelId="{C346F500-8735-42D1-93E7-63641386A8A3}" type="presParOf" srcId="{33BD7052-CFD2-462A-AC82-B28F7C839536}" destId="{499254C6-57D3-48C8-AF29-57E7EC62C589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b="0" dirty="0">
              <a:solidFill>
                <a:schemeClr val="tx1"/>
              </a:solidFill>
            </a:rPr>
            <a:t>13</a:t>
          </a:r>
          <a:endParaRPr kumimoji="1" lang="ja-JP" altLang="en-US" b="0" dirty="0">
            <a:solidFill>
              <a:schemeClr val="tx1"/>
            </a:solidFill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ja-JP" altLang="en-US" b="1" dirty="0">
              <a:solidFill>
                <a:srgbClr val="FF0000"/>
              </a:solidFill>
            </a:rPr>
            <a:t>削除</a:t>
          </a: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/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6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7851E381-AC86-4FD2-B275-6081CB1B65DF}">
      <dgm:prSet phldrT="[テキスト]"/>
      <dgm:spPr>
        <a:ln>
          <a:prstDash val="sysDash"/>
        </a:ln>
      </dgm:spPr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911E5F64-A1E3-4075-B76F-F320A2939A96}" type="par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D3B381BB-7B2C-4B8C-99F4-84F83F20DF12}" type="sibTrans" cxnId="{6C40A967-F6EC-4498-BFE6-C81857E4E5D5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4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4"/>
      <dgm:spPr/>
    </dgm:pt>
    <dgm:pt modelId="{FCE9023E-5B68-40FA-9DFB-20A7C3F21105}" type="pres">
      <dgm:prSet presAssocID="{A24521BB-EFA1-4202-89B2-3A3614AB9EF0}" presName="text3" presStyleLbl="fgAcc3" presStyleIdx="0" presStyleCnt="4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4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4"/>
      <dgm:spPr/>
    </dgm:pt>
    <dgm:pt modelId="{224EF03D-1169-4452-827D-439621DE68F2}" type="pres">
      <dgm:prSet presAssocID="{9B45317B-294D-4B81-B7A0-8C9AE8C9123E}" presName="text3" presStyleLbl="fgAcc3" presStyleIdx="1" presStyleCnt="4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4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4"/>
      <dgm:spPr/>
    </dgm:pt>
    <dgm:pt modelId="{0E770070-67DD-414C-B551-6D9C0FD467AE}" type="pres">
      <dgm:prSet presAssocID="{3A5F1AE0-147B-4694-BAA9-098B145D7F9B}" presName="text3" presStyleLbl="fgAcc3" presStyleIdx="2" presStyleCnt="4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  <dgm:pt modelId="{A7A89399-9D17-40E0-BEE6-022DCFF5E23E}" type="pres">
      <dgm:prSet presAssocID="{911E5F64-A1E3-4075-B76F-F320A2939A96}" presName="Name17" presStyleLbl="parChTrans1D3" presStyleIdx="3" presStyleCnt="4"/>
      <dgm:spPr/>
    </dgm:pt>
    <dgm:pt modelId="{1BBA5FC9-2535-4AF8-9D98-9277FB70E395}" type="pres">
      <dgm:prSet presAssocID="{7851E381-AC86-4FD2-B275-6081CB1B65DF}" presName="hierRoot3" presStyleCnt="0"/>
      <dgm:spPr/>
    </dgm:pt>
    <dgm:pt modelId="{4CC618E4-BC90-4590-B370-421097BB2197}" type="pres">
      <dgm:prSet presAssocID="{7851E381-AC86-4FD2-B275-6081CB1B65DF}" presName="composite3" presStyleCnt="0"/>
      <dgm:spPr/>
    </dgm:pt>
    <dgm:pt modelId="{4030983D-B8EC-43FF-86D4-B4FA26725AF1}" type="pres">
      <dgm:prSet presAssocID="{7851E381-AC86-4FD2-B275-6081CB1B65DF}" presName="background3" presStyleLbl="node3" presStyleIdx="3" presStyleCnt="4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tint val="66000"/>
                <a:satMod val="160000"/>
              </a:schemeClr>
            </a:gs>
            <a:gs pos="50000">
              <a:schemeClr val="accent1">
                <a:hueOff val="0"/>
                <a:satOff val="0"/>
                <a:lumOff val="0"/>
                <a:tint val="445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tint val="23500"/>
                <a:satMod val="160000"/>
              </a:schemeClr>
            </a:gs>
          </a:gsLst>
          <a:lin ang="16200000" scaled="1"/>
          <a:tileRect/>
        </a:gradFill>
        <a:ln>
          <a:prstDash val="sysDash"/>
        </a:ln>
      </dgm:spPr>
    </dgm:pt>
    <dgm:pt modelId="{19B6665C-BC66-4FD9-86D1-D5F8A03F6A0E}" type="pres">
      <dgm:prSet presAssocID="{7851E381-AC86-4FD2-B275-6081CB1B65DF}" presName="text3" presStyleLbl="fgAcc3" presStyleIdx="3" presStyleCnt="4">
        <dgm:presLayoutVars>
          <dgm:chPref val="3"/>
        </dgm:presLayoutVars>
      </dgm:prSet>
      <dgm:spPr/>
    </dgm:pt>
    <dgm:pt modelId="{A5F5C9CB-D4CF-4B81-93AE-5572E88867F9}" type="pres">
      <dgm:prSet presAssocID="{7851E381-AC86-4FD2-B275-6081CB1B65DF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25F59621-4276-499D-92B8-9E18BCC6BD66}" type="presOf" srcId="{7851E381-AC86-4FD2-B275-6081CB1B65DF}" destId="{19B6665C-BC66-4FD9-86D1-D5F8A03F6A0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B194422E-E6CD-45EA-82C5-1A79649D4ED7}" type="presOf" srcId="{911E5F64-A1E3-4075-B76F-F320A2939A96}" destId="{A7A89399-9D17-40E0-BEE6-022DCFF5E23E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C40A967-F6EC-4498-BFE6-C81857E4E5D5}" srcId="{200B3BAA-26F3-49D1-ABBD-AD5F7B340B7D}" destId="{7851E381-AC86-4FD2-B275-6081CB1B65DF}" srcOrd="1" destOrd="0" parTransId="{911E5F64-A1E3-4075-B76F-F320A2939A96}" sibTransId="{D3B381BB-7B2C-4B8C-99F4-84F83F20DF12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  <dgm:cxn modelId="{E07BC75C-B94A-4526-8886-EFF9EF9D7DD5}" type="presParOf" srcId="{414CCB11-C855-466D-AFE7-7D25794B74A9}" destId="{A7A89399-9D17-40E0-BEE6-022DCFF5E23E}" srcOrd="2" destOrd="0" presId="urn:microsoft.com/office/officeart/2005/8/layout/hierarchy1"/>
    <dgm:cxn modelId="{25AC4A25-E8BC-4141-8CD2-F7011736C55B}" type="presParOf" srcId="{414CCB11-C855-466D-AFE7-7D25794B74A9}" destId="{1BBA5FC9-2535-4AF8-9D98-9277FB70E395}" srcOrd="3" destOrd="0" presId="urn:microsoft.com/office/officeart/2005/8/layout/hierarchy1"/>
    <dgm:cxn modelId="{A87AFD2E-1164-4B98-9F19-42AF106D386B}" type="presParOf" srcId="{1BBA5FC9-2535-4AF8-9D98-9277FB70E395}" destId="{4CC618E4-BC90-4590-B370-421097BB2197}" srcOrd="0" destOrd="0" presId="urn:microsoft.com/office/officeart/2005/8/layout/hierarchy1"/>
    <dgm:cxn modelId="{E8CD16CC-9ADD-454F-B84E-B75FB42BDDD9}" type="presParOf" srcId="{4CC618E4-BC90-4590-B370-421097BB2197}" destId="{4030983D-B8EC-43FF-86D4-B4FA26725AF1}" srcOrd="0" destOrd="0" presId="urn:microsoft.com/office/officeart/2005/8/layout/hierarchy1"/>
    <dgm:cxn modelId="{6940401D-6037-4EB5-8E97-4561C900FA3C}" type="presParOf" srcId="{4CC618E4-BC90-4590-B370-421097BB2197}" destId="{19B6665C-BC66-4FD9-86D1-D5F8A03F6A0E}" srcOrd="1" destOrd="0" presId="urn:microsoft.com/office/officeart/2005/8/layout/hierarchy1"/>
    <dgm:cxn modelId="{17FEDE16-9B0B-48A5-A541-2258B53A5ED8}" type="presParOf" srcId="{1BBA5FC9-2535-4AF8-9D98-9277FB70E395}" destId="{A5F5C9CB-D4CF-4B81-93AE-5572E88867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10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6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3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3"/>
      <dgm:spPr/>
    </dgm:pt>
    <dgm:pt modelId="{FCE9023E-5B68-40FA-9DFB-20A7C3F21105}" type="pres">
      <dgm:prSet presAssocID="{A24521BB-EFA1-4202-89B2-3A3614AB9EF0}" presName="text3" presStyleLbl="fgAcc3" presStyleIdx="0" presStyleCnt="3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3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3"/>
      <dgm:spPr/>
    </dgm:pt>
    <dgm:pt modelId="{224EF03D-1169-4452-827D-439621DE68F2}" type="pres">
      <dgm:prSet presAssocID="{9B45317B-294D-4B81-B7A0-8C9AE8C9123E}" presName="text3" presStyleLbl="fgAcc3" presStyleIdx="1" presStyleCnt="3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3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3"/>
      <dgm:spPr/>
    </dgm:pt>
    <dgm:pt modelId="{0E770070-67DD-414C-B551-6D9C0FD467AE}" type="pres">
      <dgm:prSet presAssocID="{3A5F1AE0-147B-4694-BAA9-098B145D7F9B}" presName="text3" presStyleLbl="fgAcc3" presStyleIdx="2" presStyleCnt="3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8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b="0" dirty="0">
              <a:solidFill>
                <a:schemeClr val="tx1"/>
              </a:solidFill>
            </a:rPr>
            <a:t>9</a:t>
          </a:r>
          <a:endParaRPr kumimoji="1" lang="ja-JP" altLang="en-US" b="0" dirty="0">
            <a:solidFill>
              <a:schemeClr val="tx1"/>
            </a:solidFill>
          </a:endParaRPr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6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3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3"/>
      <dgm:spPr/>
    </dgm:pt>
    <dgm:pt modelId="{FCE9023E-5B68-40FA-9DFB-20A7C3F21105}" type="pres">
      <dgm:prSet presAssocID="{A24521BB-EFA1-4202-89B2-3A3614AB9EF0}" presName="text3" presStyleLbl="fgAcc3" presStyleIdx="0" presStyleCnt="3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3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3"/>
      <dgm:spPr/>
    </dgm:pt>
    <dgm:pt modelId="{224EF03D-1169-4452-827D-439621DE68F2}" type="pres">
      <dgm:prSet presAssocID="{9B45317B-294D-4B81-B7A0-8C9AE8C9123E}" presName="text3" presStyleLbl="fgAcc3" presStyleIdx="1" presStyleCnt="3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3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3"/>
      <dgm:spPr/>
    </dgm:pt>
    <dgm:pt modelId="{0E770070-67DD-414C-B551-6D9C0FD467AE}" type="pres">
      <dgm:prSet presAssocID="{3A5F1AE0-147B-4694-BAA9-098B145D7F9B}" presName="text3" presStyleLbl="fgAcc3" presStyleIdx="2" presStyleCnt="3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8DC72E9-1787-4A62-8F92-176DD3B084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5BDF53D-9CD1-4B78-8C24-E2313E571FC6}">
      <dgm:prSet phldrT="[テキスト]"/>
      <dgm:spPr/>
      <dgm:t>
        <a:bodyPr/>
        <a:lstStyle/>
        <a:p>
          <a:r>
            <a:rPr kumimoji="1" lang="en-US" altLang="ja-JP" dirty="0"/>
            <a:t>10</a:t>
          </a:r>
          <a:endParaRPr kumimoji="1" lang="ja-JP" altLang="en-US" dirty="0"/>
        </a:p>
      </dgm:t>
    </dgm:pt>
    <dgm:pt modelId="{DD57CEC0-39F8-415D-9CAF-54549BE276CE}" type="par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7C68FAD4-8EBF-4829-8569-90B235574532}" type="sibTrans" cxnId="{CE08A3A6-E54C-4EED-87C8-C13BBB417411}">
      <dgm:prSet/>
      <dgm:spPr/>
      <dgm:t>
        <a:bodyPr/>
        <a:lstStyle/>
        <a:p>
          <a:endParaRPr kumimoji="1" lang="ja-JP" altLang="en-US"/>
        </a:p>
      </dgm:t>
    </dgm:pt>
    <dgm:pt modelId="{409EB558-2D71-44B6-9EAB-0A6A9B93470D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9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3BCA4541-788A-46F3-BE97-CA404D2116DB}" type="par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880D3B1F-785B-472F-8418-06CF7904BADF}" type="sibTrans" cxnId="{EAE97D87-9C6C-4ED9-8DB3-94FE7E3CD7C5}">
      <dgm:prSet/>
      <dgm:spPr/>
      <dgm:t>
        <a:bodyPr/>
        <a:lstStyle/>
        <a:p>
          <a:endParaRPr kumimoji="1" lang="ja-JP" altLang="en-US"/>
        </a:p>
      </dgm:t>
    </dgm:pt>
    <dgm:pt modelId="{A24521BB-EFA1-4202-89B2-3A3614AB9EF0}">
      <dgm:prSet phldrT="[テキスト]"/>
      <dgm:spPr/>
      <dgm:t>
        <a:bodyPr/>
        <a:lstStyle/>
        <a:p>
          <a:r>
            <a:rPr kumimoji="1" lang="en-US" altLang="ja-JP" b="1" dirty="0">
              <a:solidFill>
                <a:srgbClr val="FF0000"/>
              </a:solidFill>
            </a:rPr>
            <a:t>8</a:t>
          </a:r>
          <a:endParaRPr kumimoji="1" lang="ja-JP" altLang="en-US" b="1" dirty="0">
            <a:solidFill>
              <a:srgbClr val="FF0000"/>
            </a:solidFill>
          </a:endParaRPr>
        </a:p>
      </dgm:t>
    </dgm:pt>
    <dgm:pt modelId="{D710AFB9-4C3C-40BA-884B-1A0141EEAB57}" type="par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0EBF385-228F-4AB7-9A30-A0986953EF49}" type="sibTrans" cxnId="{635407C4-D7B6-4EBA-91C1-7093F3A1097D}">
      <dgm:prSet/>
      <dgm:spPr/>
      <dgm:t>
        <a:bodyPr/>
        <a:lstStyle/>
        <a:p>
          <a:endParaRPr kumimoji="1" lang="ja-JP" altLang="en-US"/>
        </a:p>
      </dgm:t>
    </dgm:pt>
    <dgm:pt modelId="{9B45317B-294D-4B81-B7A0-8C9AE8C9123E}">
      <dgm:prSet phldrT="[テキスト]"/>
      <dgm:spPr/>
      <dgm:t>
        <a:bodyPr/>
        <a:lstStyle/>
        <a:p>
          <a:r>
            <a:rPr kumimoji="1" lang="en-US" altLang="ja-JP" b="0" dirty="0">
              <a:solidFill>
                <a:schemeClr val="tx1"/>
              </a:solidFill>
            </a:rPr>
            <a:t>6</a:t>
          </a:r>
          <a:endParaRPr kumimoji="1" lang="ja-JP" altLang="en-US" b="0" dirty="0">
            <a:solidFill>
              <a:schemeClr val="tx1"/>
            </a:solidFill>
          </a:endParaRPr>
        </a:p>
      </dgm:t>
    </dgm:pt>
    <dgm:pt modelId="{3148E9CD-CCD8-4D9D-BD1E-1E6394323AEF}" type="par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05DFF5B5-62D7-4F11-9B38-84694098C6CB}" type="sibTrans" cxnId="{99F7A7F6-C1CC-4BE2-9106-29A6E108564F}">
      <dgm:prSet/>
      <dgm:spPr/>
      <dgm:t>
        <a:bodyPr/>
        <a:lstStyle/>
        <a:p>
          <a:endParaRPr kumimoji="1" lang="ja-JP" altLang="en-US"/>
        </a:p>
      </dgm:t>
    </dgm:pt>
    <dgm:pt modelId="{200B3BAA-26F3-49D1-ABBD-AD5F7B340B7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5F09B45F-F108-4160-AF8D-8030C1CAB988}" type="par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9E4E22BC-FDEA-4648-9258-AC6AAA55D4CA}" type="sibTrans" cxnId="{456D71AA-FE7D-4B06-BED8-63A9017EBBF0}">
      <dgm:prSet/>
      <dgm:spPr/>
      <dgm:t>
        <a:bodyPr/>
        <a:lstStyle/>
        <a:p>
          <a:endParaRPr kumimoji="1" lang="ja-JP" altLang="en-US"/>
        </a:p>
      </dgm:t>
    </dgm:pt>
    <dgm:pt modelId="{3A5F1AE0-147B-4694-BAA9-098B145D7F9B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0746953A-3331-4A47-9CC5-F71FDAE7D1FC}" type="par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8A8DDFE2-D9BD-4EC0-B357-2C9764F7149C}" type="sibTrans" cxnId="{B0785E49-EB9F-4791-BED4-645B23F9832F}">
      <dgm:prSet/>
      <dgm:spPr/>
      <dgm:t>
        <a:bodyPr/>
        <a:lstStyle/>
        <a:p>
          <a:endParaRPr kumimoji="1" lang="ja-JP" altLang="en-US"/>
        </a:p>
      </dgm:t>
    </dgm:pt>
    <dgm:pt modelId="{A3D0A9B6-8DF9-4E4E-93E2-3EB4E6E9E1D4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BA2C853D-6347-41C4-8163-C796C2879E2A}" type="par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5C11BD6C-4BD9-41E1-9BE1-D379ECEB110F}" type="sibTrans" cxnId="{1A63F060-B6D3-485A-9ED1-C3E39B37F7D6}">
      <dgm:prSet/>
      <dgm:spPr/>
      <dgm:t>
        <a:bodyPr/>
        <a:lstStyle/>
        <a:p>
          <a:endParaRPr kumimoji="1" lang="ja-JP" altLang="en-US"/>
        </a:p>
      </dgm:t>
    </dgm:pt>
    <dgm:pt modelId="{19C2DE14-2A21-40BB-B561-F00148818697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E50BEB56-CF09-427C-982A-4073E0DFCD93}" type="par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FF48A5E9-F58B-4938-852E-99C508BA6162}" type="sibTrans" cxnId="{EAE4A96A-44C2-411A-9455-78551428450D}">
      <dgm:prSet/>
      <dgm:spPr/>
      <dgm:t>
        <a:bodyPr/>
        <a:lstStyle/>
        <a:p>
          <a:endParaRPr kumimoji="1" lang="ja-JP" altLang="en-US"/>
        </a:p>
      </dgm:t>
    </dgm:pt>
    <dgm:pt modelId="{B5ABB4A0-D348-444E-A688-5B33CEF30949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52BA950-E72E-416A-9F83-A3C83D7FF132}" type="par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7F880B21-5FE2-4457-ABC6-E83266DE82F2}" type="sibTrans" cxnId="{F72AA16F-98C0-4E10-B209-47F20E78678A}">
      <dgm:prSet/>
      <dgm:spPr/>
      <dgm:t>
        <a:bodyPr/>
        <a:lstStyle/>
        <a:p>
          <a:endParaRPr kumimoji="1" lang="ja-JP" altLang="en-US"/>
        </a:p>
      </dgm:t>
    </dgm:pt>
    <dgm:pt modelId="{FE05C12A-23AE-43C6-9B7E-EC74A1735987}" type="pres">
      <dgm:prSet presAssocID="{48DC72E9-1787-4A62-8F92-176DD3B084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B5D0C-41B2-4ACD-98F6-111E9961C06D}" type="pres">
      <dgm:prSet presAssocID="{E5BDF53D-9CD1-4B78-8C24-E2313E571FC6}" presName="hierRoot1" presStyleCnt="0"/>
      <dgm:spPr/>
    </dgm:pt>
    <dgm:pt modelId="{E5035D63-3E6E-4C9A-81FB-5B2BDAA240CC}" type="pres">
      <dgm:prSet presAssocID="{E5BDF53D-9CD1-4B78-8C24-E2313E571FC6}" presName="composite" presStyleCnt="0"/>
      <dgm:spPr/>
    </dgm:pt>
    <dgm:pt modelId="{4A07A70D-B802-4CAE-BAA7-951D9114F4E2}" type="pres">
      <dgm:prSet presAssocID="{E5BDF53D-9CD1-4B78-8C24-E2313E571FC6}" presName="background" presStyleLbl="node0" presStyleIdx="0" presStyleCnt="1"/>
      <dgm:spPr/>
    </dgm:pt>
    <dgm:pt modelId="{908A85F5-8BF6-4404-B537-90C97F0F3C6E}" type="pres">
      <dgm:prSet presAssocID="{E5BDF53D-9CD1-4B78-8C24-E2313E571FC6}" presName="text" presStyleLbl="fgAcc0" presStyleIdx="0" presStyleCnt="1">
        <dgm:presLayoutVars>
          <dgm:chPref val="3"/>
        </dgm:presLayoutVars>
      </dgm:prSet>
      <dgm:spPr/>
    </dgm:pt>
    <dgm:pt modelId="{C9884337-02AE-4B28-B27A-FFB63B311C96}" type="pres">
      <dgm:prSet presAssocID="{E5BDF53D-9CD1-4B78-8C24-E2313E571FC6}" presName="hierChild2" presStyleCnt="0"/>
      <dgm:spPr/>
    </dgm:pt>
    <dgm:pt modelId="{5499BCFE-2C36-45B2-BAFF-A53548B78059}" type="pres">
      <dgm:prSet presAssocID="{3BCA4541-788A-46F3-BE97-CA404D2116DB}" presName="Name10" presStyleLbl="parChTrans1D2" presStyleIdx="0" presStyleCnt="2"/>
      <dgm:spPr/>
    </dgm:pt>
    <dgm:pt modelId="{8B89CB52-8FC9-4FB2-A547-44E79704A4B8}" type="pres">
      <dgm:prSet presAssocID="{409EB558-2D71-44B6-9EAB-0A6A9B93470D}" presName="hierRoot2" presStyleCnt="0"/>
      <dgm:spPr/>
    </dgm:pt>
    <dgm:pt modelId="{A1D72739-DB96-4986-A6F9-4578F44BB0E7}" type="pres">
      <dgm:prSet presAssocID="{409EB558-2D71-44B6-9EAB-0A6A9B93470D}" presName="composite2" presStyleCnt="0"/>
      <dgm:spPr/>
    </dgm:pt>
    <dgm:pt modelId="{1365097D-0173-4A32-9B8E-A8EE31255A2E}" type="pres">
      <dgm:prSet presAssocID="{409EB558-2D71-44B6-9EAB-0A6A9B93470D}" presName="background2" presStyleLbl="node2" presStyleIdx="0" presStyleCnt="2"/>
      <dgm:spPr/>
    </dgm:pt>
    <dgm:pt modelId="{483BF0AD-C614-41F1-B4F5-D2164194BE84}" type="pres">
      <dgm:prSet presAssocID="{409EB558-2D71-44B6-9EAB-0A6A9B93470D}" presName="text2" presStyleLbl="fgAcc2" presStyleIdx="0" presStyleCnt="2">
        <dgm:presLayoutVars>
          <dgm:chPref val="3"/>
        </dgm:presLayoutVars>
      </dgm:prSet>
      <dgm:spPr/>
    </dgm:pt>
    <dgm:pt modelId="{2ECB51C7-CABA-4E36-82AB-081C48C4404F}" type="pres">
      <dgm:prSet presAssocID="{409EB558-2D71-44B6-9EAB-0A6A9B93470D}" presName="hierChild3" presStyleCnt="0"/>
      <dgm:spPr/>
    </dgm:pt>
    <dgm:pt modelId="{455AC69A-88DF-43DC-81B9-23274FF42D0C}" type="pres">
      <dgm:prSet presAssocID="{D710AFB9-4C3C-40BA-884B-1A0141EEAB57}" presName="Name17" presStyleLbl="parChTrans1D3" presStyleIdx="0" presStyleCnt="3"/>
      <dgm:spPr/>
    </dgm:pt>
    <dgm:pt modelId="{9AE5F6B1-EEBA-4434-9251-97A8E6E7F8A7}" type="pres">
      <dgm:prSet presAssocID="{A24521BB-EFA1-4202-89B2-3A3614AB9EF0}" presName="hierRoot3" presStyleCnt="0"/>
      <dgm:spPr/>
    </dgm:pt>
    <dgm:pt modelId="{B5DBF077-3D14-45BD-966B-F104F2AC2C07}" type="pres">
      <dgm:prSet presAssocID="{A24521BB-EFA1-4202-89B2-3A3614AB9EF0}" presName="composite3" presStyleCnt="0"/>
      <dgm:spPr/>
    </dgm:pt>
    <dgm:pt modelId="{FA63F1CA-CA1E-4802-A5DB-D9255E18F093}" type="pres">
      <dgm:prSet presAssocID="{A24521BB-EFA1-4202-89B2-3A3614AB9EF0}" presName="background3" presStyleLbl="node3" presStyleIdx="0" presStyleCnt="3"/>
      <dgm:spPr/>
    </dgm:pt>
    <dgm:pt modelId="{FCE9023E-5B68-40FA-9DFB-20A7C3F21105}" type="pres">
      <dgm:prSet presAssocID="{A24521BB-EFA1-4202-89B2-3A3614AB9EF0}" presName="text3" presStyleLbl="fgAcc3" presStyleIdx="0" presStyleCnt="3">
        <dgm:presLayoutVars>
          <dgm:chPref val="3"/>
        </dgm:presLayoutVars>
      </dgm:prSet>
      <dgm:spPr/>
    </dgm:pt>
    <dgm:pt modelId="{1A9197CE-6490-43D8-B4E6-BEA4E552D989}" type="pres">
      <dgm:prSet presAssocID="{A24521BB-EFA1-4202-89B2-3A3614AB9EF0}" presName="hierChild4" presStyleCnt="0"/>
      <dgm:spPr/>
    </dgm:pt>
    <dgm:pt modelId="{0C96E012-C1F5-43E6-8A10-885B3F76A23A}" type="pres">
      <dgm:prSet presAssocID="{BA2C853D-6347-41C4-8163-C796C2879E2A}" presName="Name23" presStyleLbl="parChTrans1D4" presStyleIdx="0" presStyleCnt="3"/>
      <dgm:spPr/>
    </dgm:pt>
    <dgm:pt modelId="{28D27F9F-CF27-4EDC-B4E9-39594B8BF971}" type="pres">
      <dgm:prSet presAssocID="{A3D0A9B6-8DF9-4E4E-93E2-3EB4E6E9E1D4}" presName="hierRoot4" presStyleCnt="0"/>
      <dgm:spPr/>
    </dgm:pt>
    <dgm:pt modelId="{009C5BFE-A57E-46D0-8672-A60F592FF810}" type="pres">
      <dgm:prSet presAssocID="{A3D0A9B6-8DF9-4E4E-93E2-3EB4E6E9E1D4}" presName="composite4" presStyleCnt="0"/>
      <dgm:spPr/>
    </dgm:pt>
    <dgm:pt modelId="{48BE5FD9-46D4-4725-AC4D-774C0F4D5B2E}" type="pres">
      <dgm:prSet presAssocID="{A3D0A9B6-8DF9-4E4E-93E2-3EB4E6E9E1D4}" presName="background4" presStyleLbl="node4" presStyleIdx="0" presStyleCnt="3"/>
      <dgm:spPr/>
    </dgm:pt>
    <dgm:pt modelId="{A86DEE73-2F28-49E0-A3F9-180F64286C56}" type="pres">
      <dgm:prSet presAssocID="{A3D0A9B6-8DF9-4E4E-93E2-3EB4E6E9E1D4}" presName="text4" presStyleLbl="fgAcc4" presStyleIdx="0" presStyleCnt="3">
        <dgm:presLayoutVars>
          <dgm:chPref val="3"/>
        </dgm:presLayoutVars>
      </dgm:prSet>
      <dgm:spPr/>
    </dgm:pt>
    <dgm:pt modelId="{31C97E1F-8150-43B3-B5A8-7877DF7350DC}" type="pres">
      <dgm:prSet presAssocID="{A3D0A9B6-8DF9-4E4E-93E2-3EB4E6E9E1D4}" presName="hierChild5" presStyleCnt="0"/>
      <dgm:spPr/>
    </dgm:pt>
    <dgm:pt modelId="{07FDCE46-C6F0-463A-9ADE-F32C1FE23F1A}" type="pres">
      <dgm:prSet presAssocID="{E50BEB56-CF09-427C-982A-4073E0DFCD93}" presName="Name23" presStyleLbl="parChTrans1D4" presStyleIdx="1" presStyleCnt="3"/>
      <dgm:spPr/>
    </dgm:pt>
    <dgm:pt modelId="{C5CA2EF1-6DA5-4246-90A6-B4D786E464C7}" type="pres">
      <dgm:prSet presAssocID="{19C2DE14-2A21-40BB-B561-F00148818697}" presName="hierRoot4" presStyleCnt="0"/>
      <dgm:spPr/>
    </dgm:pt>
    <dgm:pt modelId="{A812CF1C-CEB8-4784-B0B9-235F07531B56}" type="pres">
      <dgm:prSet presAssocID="{19C2DE14-2A21-40BB-B561-F00148818697}" presName="composite4" presStyleCnt="0"/>
      <dgm:spPr/>
    </dgm:pt>
    <dgm:pt modelId="{7E3EEB84-8596-4156-835C-CE144B9B089A}" type="pres">
      <dgm:prSet presAssocID="{19C2DE14-2A21-40BB-B561-F00148818697}" presName="background4" presStyleLbl="node4" presStyleIdx="1" presStyleCnt="3"/>
      <dgm:spPr/>
    </dgm:pt>
    <dgm:pt modelId="{9C28E605-E3D8-45EC-B9BB-A2DBD449D534}" type="pres">
      <dgm:prSet presAssocID="{19C2DE14-2A21-40BB-B561-F00148818697}" presName="text4" presStyleLbl="fgAcc4" presStyleIdx="1" presStyleCnt="3">
        <dgm:presLayoutVars>
          <dgm:chPref val="3"/>
        </dgm:presLayoutVars>
      </dgm:prSet>
      <dgm:spPr/>
    </dgm:pt>
    <dgm:pt modelId="{90DCBB85-FB49-42B7-B5ED-E8813E9A0CEA}" type="pres">
      <dgm:prSet presAssocID="{19C2DE14-2A21-40BB-B561-F00148818697}" presName="hierChild5" presStyleCnt="0"/>
      <dgm:spPr/>
    </dgm:pt>
    <dgm:pt modelId="{84FA600F-224D-461E-ADCA-777873203124}" type="pres">
      <dgm:prSet presAssocID="{3148E9CD-CCD8-4D9D-BD1E-1E6394323AEF}" presName="Name17" presStyleLbl="parChTrans1D3" presStyleIdx="1" presStyleCnt="3"/>
      <dgm:spPr/>
    </dgm:pt>
    <dgm:pt modelId="{A6C844F4-307B-4AFD-ACC1-DC56D794DACC}" type="pres">
      <dgm:prSet presAssocID="{9B45317B-294D-4B81-B7A0-8C9AE8C9123E}" presName="hierRoot3" presStyleCnt="0"/>
      <dgm:spPr/>
    </dgm:pt>
    <dgm:pt modelId="{4C8BE813-B4F2-4766-9B59-8CFC49DD967F}" type="pres">
      <dgm:prSet presAssocID="{9B45317B-294D-4B81-B7A0-8C9AE8C9123E}" presName="composite3" presStyleCnt="0"/>
      <dgm:spPr/>
    </dgm:pt>
    <dgm:pt modelId="{F8AD3EC0-C03B-48B5-95BB-137B83D1D76D}" type="pres">
      <dgm:prSet presAssocID="{9B45317B-294D-4B81-B7A0-8C9AE8C9123E}" presName="background3" presStyleLbl="node3" presStyleIdx="1" presStyleCnt="3"/>
      <dgm:spPr/>
    </dgm:pt>
    <dgm:pt modelId="{224EF03D-1169-4452-827D-439621DE68F2}" type="pres">
      <dgm:prSet presAssocID="{9B45317B-294D-4B81-B7A0-8C9AE8C9123E}" presName="text3" presStyleLbl="fgAcc3" presStyleIdx="1" presStyleCnt="3">
        <dgm:presLayoutVars>
          <dgm:chPref val="3"/>
        </dgm:presLayoutVars>
      </dgm:prSet>
      <dgm:spPr/>
    </dgm:pt>
    <dgm:pt modelId="{72888F00-22EE-46F5-B635-D52EE1CC4C61}" type="pres">
      <dgm:prSet presAssocID="{9B45317B-294D-4B81-B7A0-8C9AE8C9123E}" presName="hierChild4" presStyleCnt="0"/>
      <dgm:spPr/>
    </dgm:pt>
    <dgm:pt modelId="{7759E01E-8E99-467C-9C81-C7522815AD4F}" type="pres">
      <dgm:prSet presAssocID="{852BA950-E72E-416A-9F83-A3C83D7FF132}" presName="Name23" presStyleLbl="parChTrans1D4" presStyleIdx="2" presStyleCnt="3"/>
      <dgm:spPr/>
    </dgm:pt>
    <dgm:pt modelId="{A0F9EC32-6894-443E-9A87-E9757B9D982E}" type="pres">
      <dgm:prSet presAssocID="{B5ABB4A0-D348-444E-A688-5B33CEF30949}" presName="hierRoot4" presStyleCnt="0"/>
      <dgm:spPr/>
    </dgm:pt>
    <dgm:pt modelId="{CAE344D6-D8CA-4E02-8EE5-76FCE58F7BE7}" type="pres">
      <dgm:prSet presAssocID="{B5ABB4A0-D348-444E-A688-5B33CEF30949}" presName="composite4" presStyleCnt="0"/>
      <dgm:spPr/>
    </dgm:pt>
    <dgm:pt modelId="{F0A1A7BF-F11F-4F86-9616-48D724CD58C0}" type="pres">
      <dgm:prSet presAssocID="{B5ABB4A0-D348-444E-A688-5B33CEF30949}" presName="background4" presStyleLbl="node4" presStyleIdx="2" presStyleCnt="3"/>
      <dgm:spPr/>
    </dgm:pt>
    <dgm:pt modelId="{8536616F-3801-481E-BC87-CDF6F0BDFFA0}" type="pres">
      <dgm:prSet presAssocID="{B5ABB4A0-D348-444E-A688-5B33CEF30949}" presName="text4" presStyleLbl="fgAcc4" presStyleIdx="2" presStyleCnt="3">
        <dgm:presLayoutVars>
          <dgm:chPref val="3"/>
        </dgm:presLayoutVars>
      </dgm:prSet>
      <dgm:spPr/>
    </dgm:pt>
    <dgm:pt modelId="{7288ACC4-4381-49E7-B056-E5207A4875D1}" type="pres">
      <dgm:prSet presAssocID="{B5ABB4A0-D348-444E-A688-5B33CEF30949}" presName="hierChild5" presStyleCnt="0"/>
      <dgm:spPr/>
    </dgm:pt>
    <dgm:pt modelId="{2D545059-1D01-48E4-A6F2-6516BB6D2035}" type="pres">
      <dgm:prSet presAssocID="{5F09B45F-F108-4160-AF8D-8030C1CAB988}" presName="Name10" presStyleLbl="parChTrans1D2" presStyleIdx="1" presStyleCnt="2"/>
      <dgm:spPr/>
    </dgm:pt>
    <dgm:pt modelId="{1C4C6547-A49C-4928-AF3E-D8E5C7AE874C}" type="pres">
      <dgm:prSet presAssocID="{200B3BAA-26F3-49D1-ABBD-AD5F7B340B7D}" presName="hierRoot2" presStyleCnt="0"/>
      <dgm:spPr/>
    </dgm:pt>
    <dgm:pt modelId="{F69DF432-11B7-4806-8D24-B9A0DC5258C8}" type="pres">
      <dgm:prSet presAssocID="{200B3BAA-26F3-49D1-ABBD-AD5F7B340B7D}" presName="composite2" presStyleCnt="0"/>
      <dgm:spPr/>
    </dgm:pt>
    <dgm:pt modelId="{28CE29A3-B1D6-4991-8A2B-0B606E66E214}" type="pres">
      <dgm:prSet presAssocID="{200B3BAA-26F3-49D1-ABBD-AD5F7B340B7D}" presName="background2" presStyleLbl="node2" presStyleIdx="1" presStyleCnt="2"/>
      <dgm:spPr/>
    </dgm:pt>
    <dgm:pt modelId="{03336C79-3251-4AC6-B097-A39F3356EB1D}" type="pres">
      <dgm:prSet presAssocID="{200B3BAA-26F3-49D1-ABBD-AD5F7B340B7D}" presName="text2" presStyleLbl="fgAcc2" presStyleIdx="1" presStyleCnt="2">
        <dgm:presLayoutVars>
          <dgm:chPref val="3"/>
        </dgm:presLayoutVars>
      </dgm:prSet>
      <dgm:spPr/>
    </dgm:pt>
    <dgm:pt modelId="{414CCB11-C855-466D-AFE7-7D25794B74A9}" type="pres">
      <dgm:prSet presAssocID="{200B3BAA-26F3-49D1-ABBD-AD5F7B340B7D}" presName="hierChild3" presStyleCnt="0"/>
      <dgm:spPr/>
    </dgm:pt>
    <dgm:pt modelId="{D7E8FE41-03FC-44D3-A136-60574B45870F}" type="pres">
      <dgm:prSet presAssocID="{0746953A-3331-4A47-9CC5-F71FDAE7D1FC}" presName="Name17" presStyleLbl="parChTrans1D3" presStyleIdx="2" presStyleCnt="3"/>
      <dgm:spPr/>
    </dgm:pt>
    <dgm:pt modelId="{4ECE9036-F8CA-4657-8171-D9AD1BB477AC}" type="pres">
      <dgm:prSet presAssocID="{3A5F1AE0-147B-4694-BAA9-098B145D7F9B}" presName="hierRoot3" presStyleCnt="0"/>
      <dgm:spPr/>
    </dgm:pt>
    <dgm:pt modelId="{196292E9-5468-4E80-8814-A004237F49C9}" type="pres">
      <dgm:prSet presAssocID="{3A5F1AE0-147B-4694-BAA9-098B145D7F9B}" presName="composite3" presStyleCnt="0"/>
      <dgm:spPr/>
    </dgm:pt>
    <dgm:pt modelId="{E21EA01E-3155-4D8E-A10A-70968A00A3D2}" type="pres">
      <dgm:prSet presAssocID="{3A5F1AE0-147B-4694-BAA9-098B145D7F9B}" presName="background3" presStyleLbl="node3" presStyleIdx="2" presStyleCnt="3"/>
      <dgm:spPr/>
    </dgm:pt>
    <dgm:pt modelId="{0E770070-67DD-414C-B551-6D9C0FD467AE}" type="pres">
      <dgm:prSet presAssocID="{3A5F1AE0-147B-4694-BAA9-098B145D7F9B}" presName="text3" presStyleLbl="fgAcc3" presStyleIdx="2" presStyleCnt="3" custLinFactNeighborX="-12112" custLinFactNeighborY="1231">
        <dgm:presLayoutVars>
          <dgm:chPref val="3"/>
        </dgm:presLayoutVars>
      </dgm:prSet>
      <dgm:spPr/>
    </dgm:pt>
    <dgm:pt modelId="{75356F18-4239-45C5-99C6-4E030D33497D}" type="pres">
      <dgm:prSet presAssocID="{3A5F1AE0-147B-4694-BAA9-098B145D7F9B}" presName="hierChild4" presStyleCnt="0"/>
      <dgm:spPr/>
    </dgm:pt>
  </dgm:ptLst>
  <dgm:cxnLst>
    <dgm:cxn modelId="{9C549E07-B925-4A32-8790-3F254A66D6A6}" type="presOf" srcId="{3BCA4541-788A-46F3-BE97-CA404D2116DB}" destId="{5499BCFE-2C36-45B2-BAFF-A53548B78059}" srcOrd="0" destOrd="0" presId="urn:microsoft.com/office/officeart/2005/8/layout/hierarchy1"/>
    <dgm:cxn modelId="{FA590008-3569-47A7-A644-217C5BE2455C}" type="presOf" srcId="{A3D0A9B6-8DF9-4E4E-93E2-3EB4E6E9E1D4}" destId="{A86DEE73-2F28-49E0-A3F9-180F64286C56}" srcOrd="0" destOrd="0" presId="urn:microsoft.com/office/officeart/2005/8/layout/hierarchy1"/>
    <dgm:cxn modelId="{E1B49B0E-E7B9-4E59-A6EC-E65C0E32DAF2}" type="presOf" srcId="{D710AFB9-4C3C-40BA-884B-1A0141EEAB57}" destId="{455AC69A-88DF-43DC-81B9-23274FF42D0C}" srcOrd="0" destOrd="0" presId="urn:microsoft.com/office/officeart/2005/8/layout/hierarchy1"/>
    <dgm:cxn modelId="{CEDFFF1A-B251-4706-8BA0-3CDE30900C69}" type="presOf" srcId="{0746953A-3331-4A47-9CC5-F71FDAE7D1FC}" destId="{D7E8FE41-03FC-44D3-A136-60574B45870F}" srcOrd="0" destOrd="0" presId="urn:microsoft.com/office/officeart/2005/8/layout/hierarchy1"/>
    <dgm:cxn modelId="{C7FB2A1B-666D-4288-8E3D-2A0DE4A7DB42}" type="presOf" srcId="{E5BDF53D-9CD1-4B78-8C24-E2313E571FC6}" destId="{908A85F5-8BF6-4404-B537-90C97F0F3C6E}" srcOrd="0" destOrd="0" presId="urn:microsoft.com/office/officeart/2005/8/layout/hierarchy1"/>
    <dgm:cxn modelId="{40992C2A-2F5E-4827-8752-ADEFFBD01C8D}" type="presOf" srcId="{5F09B45F-F108-4160-AF8D-8030C1CAB988}" destId="{2D545059-1D01-48E4-A6F2-6516BB6D2035}" srcOrd="0" destOrd="0" presId="urn:microsoft.com/office/officeart/2005/8/layout/hierarchy1"/>
    <dgm:cxn modelId="{6EDBCD2A-2A2A-491D-B750-56D8D798376E}" type="presOf" srcId="{9B45317B-294D-4B81-B7A0-8C9AE8C9123E}" destId="{224EF03D-1169-4452-827D-439621DE68F2}" srcOrd="0" destOrd="0" presId="urn:microsoft.com/office/officeart/2005/8/layout/hierarchy1"/>
    <dgm:cxn modelId="{1A63F060-B6D3-485A-9ED1-C3E39B37F7D6}" srcId="{A24521BB-EFA1-4202-89B2-3A3614AB9EF0}" destId="{A3D0A9B6-8DF9-4E4E-93E2-3EB4E6E9E1D4}" srcOrd="0" destOrd="0" parTransId="{BA2C853D-6347-41C4-8163-C796C2879E2A}" sibTransId="{5C11BD6C-4BD9-41E1-9BE1-D379ECEB110F}"/>
    <dgm:cxn modelId="{6DF92749-D15A-4E0A-8F82-B8A711CFEA6B}" type="presOf" srcId="{BA2C853D-6347-41C4-8163-C796C2879E2A}" destId="{0C96E012-C1F5-43E6-8A10-885B3F76A23A}" srcOrd="0" destOrd="0" presId="urn:microsoft.com/office/officeart/2005/8/layout/hierarchy1"/>
    <dgm:cxn modelId="{B0785E49-EB9F-4791-BED4-645B23F9832F}" srcId="{200B3BAA-26F3-49D1-ABBD-AD5F7B340B7D}" destId="{3A5F1AE0-147B-4694-BAA9-098B145D7F9B}" srcOrd="0" destOrd="0" parTransId="{0746953A-3331-4A47-9CC5-F71FDAE7D1FC}" sibTransId="{8A8DDFE2-D9BD-4EC0-B357-2C9764F7149C}"/>
    <dgm:cxn modelId="{EAE4A96A-44C2-411A-9455-78551428450D}" srcId="{A24521BB-EFA1-4202-89B2-3A3614AB9EF0}" destId="{19C2DE14-2A21-40BB-B561-F00148818697}" srcOrd="1" destOrd="0" parTransId="{E50BEB56-CF09-427C-982A-4073E0DFCD93}" sibTransId="{FF48A5E9-F58B-4938-852E-99C508BA6162}"/>
    <dgm:cxn modelId="{F72AA16F-98C0-4E10-B209-47F20E78678A}" srcId="{9B45317B-294D-4B81-B7A0-8C9AE8C9123E}" destId="{B5ABB4A0-D348-444E-A688-5B33CEF30949}" srcOrd="0" destOrd="0" parTransId="{852BA950-E72E-416A-9F83-A3C83D7FF132}" sibTransId="{7F880B21-5FE2-4457-ABC6-E83266DE82F2}"/>
    <dgm:cxn modelId="{4FFE8752-CD97-48CF-8AED-942A3E316838}" type="presOf" srcId="{E50BEB56-CF09-427C-982A-4073E0DFCD93}" destId="{07FDCE46-C6F0-463A-9ADE-F32C1FE23F1A}" srcOrd="0" destOrd="0" presId="urn:microsoft.com/office/officeart/2005/8/layout/hierarchy1"/>
    <dgm:cxn modelId="{EAE97D87-9C6C-4ED9-8DB3-94FE7E3CD7C5}" srcId="{E5BDF53D-9CD1-4B78-8C24-E2313E571FC6}" destId="{409EB558-2D71-44B6-9EAB-0A6A9B93470D}" srcOrd="0" destOrd="0" parTransId="{3BCA4541-788A-46F3-BE97-CA404D2116DB}" sibTransId="{880D3B1F-785B-472F-8418-06CF7904BADF}"/>
    <dgm:cxn modelId="{E9D7F49C-54F3-4E81-8168-33DA43C4EA7F}" type="presOf" srcId="{200B3BAA-26F3-49D1-ABBD-AD5F7B340B7D}" destId="{03336C79-3251-4AC6-B097-A39F3356EB1D}" srcOrd="0" destOrd="0" presId="urn:microsoft.com/office/officeart/2005/8/layout/hierarchy1"/>
    <dgm:cxn modelId="{CE08A3A6-E54C-4EED-87C8-C13BBB417411}" srcId="{48DC72E9-1787-4A62-8F92-176DD3B08451}" destId="{E5BDF53D-9CD1-4B78-8C24-E2313E571FC6}" srcOrd="0" destOrd="0" parTransId="{DD57CEC0-39F8-415D-9CAF-54549BE276CE}" sibTransId="{7C68FAD4-8EBF-4829-8569-90B235574532}"/>
    <dgm:cxn modelId="{456D71AA-FE7D-4B06-BED8-63A9017EBBF0}" srcId="{E5BDF53D-9CD1-4B78-8C24-E2313E571FC6}" destId="{200B3BAA-26F3-49D1-ABBD-AD5F7B340B7D}" srcOrd="1" destOrd="0" parTransId="{5F09B45F-F108-4160-AF8D-8030C1CAB988}" sibTransId="{9E4E22BC-FDEA-4648-9258-AC6AAA55D4CA}"/>
    <dgm:cxn modelId="{AC5E04B8-11C3-4D7D-8D3C-2E71EC7EBBA6}" type="presOf" srcId="{B5ABB4A0-D348-444E-A688-5B33CEF30949}" destId="{8536616F-3801-481E-BC87-CDF6F0BDFFA0}" srcOrd="0" destOrd="0" presId="urn:microsoft.com/office/officeart/2005/8/layout/hierarchy1"/>
    <dgm:cxn modelId="{635407C4-D7B6-4EBA-91C1-7093F3A1097D}" srcId="{409EB558-2D71-44B6-9EAB-0A6A9B93470D}" destId="{A24521BB-EFA1-4202-89B2-3A3614AB9EF0}" srcOrd="0" destOrd="0" parTransId="{D710AFB9-4C3C-40BA-884B-1A0141EEAB57}" sibTransId="{90EBF385-228F-4AB7-9A30-A0986953EF49}"/>
    <dgm:cxn modelId="{632B7ED0-9ACB-4526-87C6-7B5FB806F593}" type="presOf" srcId="{3148E9CD-CCD8-4D9D-BD1E-1E6394323AEF}" destId="{84FA600F-224D-461E-ADCA-777873203124}" srcOrd="0" destOrd="0" presId="urn:microsoft.com/office/officeart/2005/8/layout/hierarchy1"/>
    <dgm:cxn modelId="{B7513FD5-F3DC-4475-AC74-560720220DDD}" type="presOf" srcId="{48DC72E9-1787-4A62-8F92-176DD3B08451}" destId="{FE05C12A-23AE-43C6-9B7E-EC74A1735987}" srcOrd="0" destOrd="0" presId="urn:microsoft.com/office/officeart/2005/8/layout/hierarchy1"/>
    <dgm:cxn modelId="{00AA6FDB-7E6F-490B-A964-096B69459106}" type="presOf" srcId="{A24521BB-EFA1-4202-89B2-3A3614AB9EF0}" destId="{FCE9023E-5B68-40FA-9DFB-20A7C3F21105}" srcOrd="0" destOrd="0" presId="urn:microsoft.com/office/officeart/2005/8/layout/hierarchy1"/>
    <dgm:cxn modelId="{D3D826E2-689F-4E07-89A7-E0732ED82D5B}" type="presOf" srcId="{3A5F1AE0-147B-4694-BAA9-098B145D7F9B}" destId="{0E770070-67DD-414C-B551-6D9C0FD467AE}" srcOrd="0" destOrd="0" presId="urn:microsoft.com/office/officeart/2005/8/layout/hierarchy1"/>
    <dgm:cxn modelId="{E33C7FE5-988B-41B3-913C-F688D371FC3D}" type="presOf" srcId="{409EB558-2D71-44B6-9EAB-0A6A9B93470D}" destId="{483BF0AD-C614-41F1-B4F5-D2164194BE84}" srcOrd="0" destOrd="0" presId="urn:microsoft.com/office/officeart/2005/8/layout/hierarchy1"/>
    <dgm:cxn modelId="{DECA42F1-244F-49CD-A4F8-0A66EF46EA35}" type="presOf" srcId="{19C2DE14-2A21-40BB-B561-F00148818697}" destId="{9C28E605-E3D8-45EC-B9BB-A2DBD449D534}" srcOrd="0" destOrd="0" presId="urn:microsoft.com/office/officeart/2005/8/layout/hierarchy1"/>
    <dgm:cxn modelId="{99F7A7F6-C1CC-4BE2-9106-29A6E108564F}" srcId="{409EB558-2D71-44B6-9EAB-0A6A9B93470D}" destId="{9B45317B-294D-4B81-B7A0-8C9AE8C9123E}" srcOrd="1" destOrd="0" parTransId="{3148E9CD-CCD8-4D9D-BD1E-1E6394323AEF}" sibTransId="{05DFF5B5-62D7-4F11-9B38-84694098C6CB}"/>
    <dgm:cxn modelId="{96C733FA-4B5E-414F-B523-063385F343C5}" type="presOf" srcId="{852BA950-E72E-416A-9F83-A3C83D7FF132}" destId="{7759E01E-8E99-467C-9C81-C7522815AD4F}" srcOrd="0" destOrd="0" presId="urn:microsoft.com/office/officeart/2005/8/layout/hierarchy1"/>
    <dgm:cxn modelId="{2473FA44-0F0D-4780-942C-B0EB60BDF8C5}" type="presParOf" srcId="{FE05C12A-23AE-43C6-9B7E-EC74A1735987}" destId="{A9DB5D0C-41B2-4ACD-98F6-111E9961C06D}" srcOrd="0" destOrd="0" presId="urn:microsoft.com/office/officeart/2005/8/layout/hierarchy1"/>
    <dgm:cxn modelId="{6AE32E16-FC98-4273-89D1-A76090759421}" type="presParOf" srcId="{A9DB5D0C-41B2-4ACD-98F6-111E9961C06D}" destId="{E5035D63-3E6E-4C9A-81FB-5B2BDAA240CC}" srcOrd="0" destOrd="0" presId="urn:microsoft.com/office/officeart/2005/8/layout/hierarchy1"/>
    <dgm:cxn modelId="{C1572C06-BDDA-454B-922D-7649C9EF6EED}" type="presParOf" srcId="{E5035D63-3E6E-4C9A-81FB-5B2BDAA240CC}" destId="{4A07A70D-B802-4CAE-BAA7-951D9114F4E2}" srcOrd="0" destOrd="0" presId="urn:microsoft.com/office/officeart/2005/8/layout/hierarchy1"/>
    <dgm:cxn modelId="{217636F6-5CFF-444E-A22B-B18E3AFE2EB0}" type="presParOf" srcId="{E5035D63-3E6E-4C9A-81FB-5B2BDAA240CC}" destId="{908A85F5-8BF6-4404-B537-90C97F0F3C6E}" srcOrd="1" destOrd="0" presId="urn:microsoft.com/office/officeart/2005/8/layout/hierarchy1"/>
    <dgm:cxn modelId="{ADD3761C-356D-44F5-97FE-8F2E9D9E7CA4}" type="presParOf" srcId="{A9DB5D0C-41B2-4ACD-98F6-111E9961C06D}" destId="{C9884337-02AE-4B28-B27A-FFB63B311C96}" srcOrd="1" destOrd="0" presId="urn:microsoft.com/office/officeart/2005/8/layout/hierarchy1"/>
    <dgm:cxn modelId="{429E04CE-EC1E-4402-A7BE-A7674937A5C8}" type="presParOf" srcId="{C9884337-02AE-4B28-B27A-FFB63B311C96}" destId="{5499BCFE-2C36-45B2-BAFF-A53548B78059}" srcOrd="0" destOrd="0" presId="urn:microsoft.com/office/officeart/2005/8/layout/hierarchy1"/>
    <dgm:cxn modelId="{0A92CB12-0CB8-4485-B610-675F8A3B621E}" type="presParOf" srcId="{C9884337-02AE-4B28-B27A-FFB63B311C96}" destId="{8B89CB52-8FC9-4FB2-A547-44E79704A4B8}" srcOrd="1" destOrd="0" presId="urn:microsoft.com/office/officeart/2005/8/layout/hierarchy1"/>
    <dgm:cxn modelId="{8BBEBB6E-342D-4143-90C6-F90EFAC93C11}" type="presParOf" srcId="{8B89CB52-8FC9-4FB2-A547-44E79704A4B8}" destId="{A1D72739-DB96-4986-A6F9-4578F44BB0E7}" srcOrd="0" destOrd="0" presId="urn:microsoft.com/office/officeart/2005/8/layout/hierarchy1"/>
    <dgm:cxn modelId="{77CB6BEF-218E-4007-B824-204D3F005AF0}" type="presParOf" srcId="{A1D72739-DB96-4986-A6F9-4578F44BB0E7}" destId="{1365097D-0173-4A32-9B8E-A8EE31255A2E}" srcOrd="0" destOrd="0" presId="urn:microsoft.com/office/officeart/2005/8/layout/hierarchy1"/>
    <dgm:cxn modelId="{8B0B5480-587E-4EEA-9068-578DEF68E317}" type="presParOf" srcId="{A1D72739-DB96-4986-A6F9-4578F44BB0E7}" destId="{483BF0AD-C614-41F1-B4F5-D2164194BE84}" srcOrd="1" destOrd="0" presId="urn:microsoft.com/office/officeart/2005/8/layout/hierarchy1"/>
    <dgm:cxn modelId="{C1D6F735-81B9-40A8-A284-4529F4474378}" type="presParOf" srcId="{8B89CB52-8FC9-4FB2-A547-44E79704A4B8}" destId="{2ECB51C7-CABA-4E36-82AB-081C48C4404F}" srcOrd="1" destOrd="0" presId="urn:microsoft.com/office/officeart/2005/8/layout/hierarchy1"/>
    <dgm:cxn modelId="{15B0E70F-0C21-407A-940C-55ADE3E67903}" type="presParOf" srcId="{2ECB51C7-CABA-4E36-82AB-081C48C4404F}" destId="{455AC69A-88DF-43DC-81B9-23274FF42D0C}" srcOrd="0" destOrd="0" presId="urn:microsoft.com/office/officeart/2005/8/layout/hierarchy1"/>
    <dgm:cxn modelId="{54810603-DA4B-4397-A94B-1FF2E444A4F3}" type="presParOf" srcId="{2ECB51C7-CABA-4E36-82AB-081C48C4404F}" destId="{9AE5F6B1-EEBA-4434-9251-97A8E6E7F8A7}" srcOrd="1" destOrd="0" presId="urn:microsoft.com/office/officeart/2005/8/layout/hierarchy1"/>
    <dgm:cxn modelId="{8749349B-7327-4DD9-B59F-AB685CBB6799}" type="presParOf" srcId="{9AE5F6B1-EEBA-4434-9251-97A8E6E7F8A7}" destId="{B5DBF077-3D14-45BD-966B-F104F2AC2C07}" srcOrd="0" destOrd="0" presId="urn:microsoft.com/office/officeart/2005/8/layout/hierarchy1"/>
    <dgm:cxn modelId="{B97849D6-66A6-4ADF-A819-7E138D68EF34}" type="presParOf" srcId="{B5DBF077-3D14-45BD-966B-F104F2AC2C07}" destId="{FA63F1CA-CA1E-4802-A5DB-D9255E18F093}" srcOrd="0" destOrd="0" presId="urn:microsoft.com/office/officeart/2005/8/layout/hierarchy1"/>
    <dgm:cxn modelId="{3B22313E-BB21-47DF-B342-73643274AB8B}" type="presParOf" srcId="{B5DBF077-3D14-45BD-966B-F104F2AC2C07}" destId="{FCE9023E-5B68-40FA-9DFB-20A7C3F21105}" srcOrd="1" destOrd="0" presId="urn:microsoft.com/office/officeart/2005/8/layout/hierarchy1"/>
    <dgm:cxn modelId="{6E0171D8-734D-4848-A3DC-339A1F012F0F}" type="presParOf" srcId="{9AE5F6B1-EEBA-4434-9251-97A8E6E7F8A7}" destId="{1A9197CE-6490-43D8-B4E6-BEA4E552D989}" srcOrd="1" destOrd="0" presId="urn:microsoft.com/office/officeart/2005/8/layout/hierarchy1"/>
    <dgm:cxn modelId="{16EF79CF-FAF7-410A-BA65-32FFFABEF0B3}" type="presParOf" srcId="{1A9197CE-6490-43D8-B4E6-BEA4E552D989}" destId="{0C96E012-C1F5-43E6-8A10-885B3F76A23A}" srcOrd="0" destOrd="0" presId="urn:microsoft.com/office/officeart/2005/8/layout/hierarchy1"/>
    <dgm:cxn modelId="{00040E43-CBE8-4CC6-9808-E8D29B28BD77}" type="presParOf" srcId="{1A9197CE-6490-43D8-B4E6-BEA4E552D989}" destId="{28D27F9F-CF27-4EDC-B4E9-39594B8BF971}" srcOrd="1" destOrd="0" presId="urn:microsoft.com/office/officeart/2005/8/layout/hierarchy1"/>
    <dgm:cxn modelId="{B7A839B8-141E-4D12-BB5E-7B6603C62535}" type="presParOf" srcId="{28D27F9F-CF27-4EDC-B4E9-39594B8BF971}" destId="{009C5BFE-A57E-46D0-8672-A60F592FF810}" srcOrd="0" destOrd="0" presId="urn:microsoft.com/office/officeart/2005/8/layout/hierarchy1"/>
    <dgm:cxn modelId="{1331138F-72DD-44FF-84B5-EEFE8E73848F}" type="presParOf" srcId="{009C5BFE-A57E-46D0-8672-A60F592FF810}" destId="{48BE5FD9-46D4-4725-AC4D-774C0F4D5B2E}" srcOrd="0" destOrd="0" presId="urn:microsoft.com/office/officeart/2005/8/layout/hierarchy1"/>
    <dgm:cxn modelId="{49806E83-A2C6-483B-9DA2-AC3646F5D0B9}" type="presParOf" srcId="{009C5BFE-A57E-46D0-8672-A60F592FF810}" destId="{A86DEE73-2F28-49E0-A3F9-180F64286C56}" srcOrd="1" destOrd="0" presId="urn:microsoft.com/office/officeart/2005/8/layout/hierarchy1"/>
    <dgm:cxn modelId="{8FAB8D29-808F-4349-B999-78FEDD17316A}" type="presParOf" srcId="{28D27F9F-CF27-4EDC-B4E9-39594B8BF971}" destId="{31C97E1F-8150-43B3-B5A8-7877DF7350DC}" srcOrd="1" destOrd="0" presId="urn:microsoft.com/office/officeart/2005/8/layout/hierarchy1"/>
    <dgm:cxn modelId="{6C99855F-38A9-43DC-81DA-893A6751F764}" type="presParOf" srcId="{1A9197CE-6490-43D8-B4E6-BEA4E552D989}" destId="{07FDCE46-C6F0-463A-9ADE-F32C1FE23F1A}" srcOrd="2" destOrd="0" presId="urn:microsoft.com/office/officeart/2005/8/layout/hierarchy1"/>
    <dgm:cxn modelId="{2459A15D-E2DC-44AD-9EBC-46D87A98E809}" type="presParOf" srcId="{1A9197CE-6490-43D8-B4E6-BEA4E552D989}" destId="{C5CA2EF1-6DA5-4246-90A6-B4D786E464C7}" srcOrd="3" destOrd="0" presId="urn:microsoft.com/office/officeart/2005/8/layout/hierarchy1"/>
    <dgm:cxn modelId="{4B634A1A-A2A1-4D90-B61F-BFDCB088343C}" type="presParOf" srcId="{C5CA2EF1-6DA5-4246-90A6-B4D786E464C7}" destId="{A812CF1C-CEB8-4784-B0B9-235F07531B56}" srcOrd="0" destOrd="0" presId="urn:microsoft.com/office/officeart/2005/8/layout/hierarchy1"/>
    <dgm:cxn modelId="{70134A71-1106-4395-8D0F-F6918A33B43A}" type="presParOf" srcId="{A812CF1C-CEB8-4784-B0B9-235F07531B56}" destId="{7E3EEB84-8596-4156-835C-CE144B9B089A}" srcOrd="0" destOrd="0" presId="urn:microsoft.com/office/officeart/2005/8/layout/hierarchy1"/>
    <dgm:cxn modelId="{FBCA1F7E-A358-4286-B479-578D95C788B8}" type="presParOf" srcId="{A812CF1C-CEB8-4784-B0B9-235F07531B56}" destId="{9C28E605-E3D8-45EC-B9BB-A2DBD449D534}" srcOrd="1" destOrd="0" presId="urn:microsoft.com/office/officeart/2005/8/layout/hierarchy1"/>
    <dgm:cxn modelId="{8AE2A69A-D669-4EC9-AC85-46A48ADDDA7C}" type="presParOf" srcId="{C5CA2EF1-6DA5-4246-90A6-B4D786E464C7}" destId="{90DCBB85-FB49-42B7-B5ED-E8813E9A0CEA}" srcOrd="1" destOrd="0" presId="urn:microsoft.com/office/officeart/2005/8/layout/hierarchy1"/>
    <dgm:cxn modelId="{1EF11652-2D72-447B-97B4-4647B53B0F9E}" type="presParOf" srcId="{2ECB51C7-CABA-4E36-82AB-081C48C4404F}" destId="{84FA600F-224D-461E-ADCA-777873203124}" srcOrd="2" destOrd="0" presId="urn:microsoft.com/office/officeart/2005/8/layout/hierarchy1"/>
    <dgm:cxn modelId="{2C0FAC17-95F8-49E0-856A-D59F745BE6FC}" type="presParOf" srcId="{2ECB51C7-CABA-4E36-82AB-081C48C4404F}" destId="{A6C844F4-307B-4AFD-ACC1-DC56D794DACC}" srcOrd="3" destOrd="0" presId="urn:microsoft.com/office/officeart/2005/8/layout/hierarchy1"/>
    <dgm:cxn modelId="{FBFB3A19-1DAD-44B1-B8DE-96F43368BB9C}" type="presParOf" srcId="{A6C844F4-307B-4AFD-ACC1-DC56D794DACC}" destId="{4C8BE813-B4F2-4766-9B59-8CFC49DD967F}" srcOrd="0" destOrd="0" presId="urn:microsoft.com/office/officeart/2005/8/layout/hierarchy1"/>
    <dgm:cxn modelId="{82EF6B16-C1E2-4259-87A2-53C518D033E8}" type="presParOf" srcId="{4C8BE813-B4F2-4766-9B59-8CFC49DD967F}" destId="{F8AD3EC0-C03B-48B5-95BB-137B83D1D76D}" srcOrd="0" destOrd="0" presId="urn:microsoft.com/office/officeart/2005/8/layout/hierarchy1"/>
    <dgm:cxn modelId="{1D742C1F-C8D9-49E3-B182-65675A72A7FA}" type="presParOf" srcId="{4C8BE813-B4F2-4766-9B59-8CFC49DD967F}" destId="{224EF03D-1169-4452-827D-439621DE68F2}" srcOrd="1" destOrd="0" presId="urn:microsoft.com/office/officeart/2005/8/layout/hierarchy1"/>
    <dgm:cxn modelId="{B726B02F-ECED-409B-A21F-F2A6399E4F7E}" type="presParOf" srcId="{A6C844F4-307B-4AFD-ACC1-DC56D794DACC}" destId="{72888F00-22EE-46F5-B635-D52EE1CC4C61}" srcOrd="1" destOrd="0" presId="urn:microsoft.com/office/officeart/2005/8/layout/hierarchy1"/>
    <dgm:cxn modelId="{6E1F938D-5ED9-47DA-866F-D7A9C60B98DE}" type="presParOf" srcId="{72888F00-22EE-46F5-B635-D52EE1CC4C61}" destId="{7759E01E-8E99-467C-9C81-C7522815AD4F}" srcOrd="0" destOrd="0" presId="urn:microsoft.com/office/officeart/2005/8/layout/hierarchy1"/>
    <dgm:cxn modelId="{7D584712-3057-4289-A1E7-4546D7A03958}" type="presParOf" srcId="{72888F00-22EE-46F5-B635-D52EE1CC4C61}" destId="{A0F9EC32-6894-443E-9A87-E9757B9D982E}" srcOrd="1" destOrd="0" presId="urn:microsoft.com/office/officeart/2005/8/layout/hierarchy1"/>
    <dgm:cxn modelId="{438AF879-6FC9-4338-9F92-BEEB7B9517A3}" type="presParOf" srcId="{A0F9EC32-6894-443E-9A87-E9757B9D982E}" destId="{CAE344D6-D8CA-4E02-8EE5-76FCE58F7BE7}" srcOrd="0" destOrd="0" presId="urn:microsoft.com/office/officeart/2005/8/layout/hierarchy1"/>
    <dgm:cxn modelId="{76D6B6A6-AD2C-469C-9160-6DE06E3DE72E}" type="presParOf" srcId="{CAE344D6-D8CA-4E02-8EE5-76FCE58F7BE7}" destId="{F0A1A7BF-F11F-4F86-9616-48D724CD58C0}" srcOrd="0" destOrd="0" presId="urn:microsoft.com/office/officeart/2005/8/layout/hierarchy1"/>
    <dgm:cxn modelId="{E1D0C344-E56A-4273-9D05-61B99CBE75DE}" type="presParOf" srcId="{CAE344D6-D8CA-4E02-8EE5-76FCE58F7BE7}" destId="{8536616F-3801-481E-BC87-CDF6F0BDFFA0}" srcOrd="1" destOrd="0" presId="urn:microsoft.com/office/officeart/2005/8/layout/hierarchy1"/>
    <dgm:cxn modelId="{4FFC75AB-BF78-4AA8-A02A-1058D5D51C4B}" type="presParOf" srcId="{A0F9EC32-6894-443E-9A87-E9757B9D982E}" destId="{7288ACC4-4381-49E7-B056-E5207A4875D1}" srcOrd="1" destOrd="0" presId="urn:microsoft.com/office/officeart/2005/8/layout/hierarchy1"/>
    <dgm:cxn modelId="{57585858-4D88-457E-BBC9-DB2B54EE524A}" type="presParOf" srcId="{C9884337-02AE-4B28-B27A-FFB63B311C96}" destId="{2D545059-1D01-48E4-A6F2-6516BB6D2035}" srcOrd="2" destOrd="0" presId="urn:microsoft.com/office/officeart/2005/8/layout/hierarchy1"/>
    <dgm:cxn modelId="{3A0E05D1-68A0-47AD-A38E-0D4C53E9D9E3}" type="presParOf" srcId="{C9884337-02AE-4B28-B27A-FFB63B311C96}" destId="{1C4C6547-A49C-4928-AF3E-D8E5C7AE874C}" srcOrd="3" destOrd="0" presId="urn:microsoft.com/office/officeart/2005/8/layout/hierarchy1"/>
    <dgm:cxn modelId="{E5358C41-67AA-4FB1-81D3-C2C0D7E51F48}" type="presParOf" srcId="{1C4C6547-A49C-4928-AF3E-D8E5C7AE874C}" destId="{F69DF432-11B7-4806-8D24-B9A0DC5258C8}" srcOrd="0" destOrd="0" presId="urn:microsoft.com/office/officeart/2005/8/layout/hierarchy1"/>
    <dgm:cxn modelId="{6FA42130-8B08-4D60-A058-2BDE5DBB217D}" type="presParOf" srcId="{F69DF432-11B7-4806-8D24-B9A0DC5258C8}" destId="{28CE29A3-B1D6-4991-8A2B-0B606E66E214}" srcOrd="0" destOrd="0" presId="urn:microsoft.com/office/officeart/2005/8/layout/hierarchy1"/>
    <dgm:cxn modelId="{8E5D6177-97B3-433F-B941-EDEAC316C53A}" type="presParOf" srcId="{F69DF432-11B7-4806-8D24-B9A0DC5258C8}" destId="{03336C79-3251-4AC6-B097-A39F3356EB1D}" srcOrd="1" destOrd="0" presId="urn:microsoft.com/office/officeart/2005/8/layout/hierarchy1"/>
    <dgm:cxn modelId="{0FBB174D-EB84-4BAE-B6BE-2EB8C777BC18}" type="presParOf" srcId="{1C4C6547-A49C-4928-AF3E-D8E5C7AE874C}" destId="{414CCB11-C855-466D-AFE7-7D25794B74A9}" srcOrd="1" destOrd="0" presId="urn:microsoft.com/office/officeart/2005/8/layout/hierarchy1"/>
    <dgm:cxn modelId="{769E46A0-A19E-4584-BFC8-B55FBCD3824B}" type="presParOf" srcId="{414CCB11-C855-466D-AFE7-7D25794B74A9}" destId="{D7E8FE41-03FC-44D3-A136-60574B45870F}" srcOrd="0" destOrd="0" presId="urn:microsoft.com/office/officeart/2005/8/layout/hierarchy1"/>
    <dgm:cxn modelId="{54C5A612-9674-4B1D-BE67-D55C4191A115}" type="presParOf" srcId="{414CCB11-C855-466D-AFE7-7D25794B74A9}" destId="{4ECE9036-F8CA-4657-8171-D9AD1BB477AC}" srcOrd="1" destOrd="0" presId="urn:microsoft.com/office/officeart/2005/8/layout/hierarchy1"/>
    <dgm:cxn modelId="{1D1CE6A3-12D5-41B0-895E-025F98930E93}" type="presParOf" srcId="{4ECE9036-F8CA-4657-8171-D9AD1BB477AC}" destId="{196292E9-5468-4E80-8814-A004237F49C9}" srcOrd="0" destOrd="0" presId="urn:microsoft.com/office/officeart/2005/8/layout/hierarchy1"/>
    <dgm:cxn modelId="{BEB8C5B9-663C-478C-BDA0-F87F65392F9B}" type="presParOf" srcId="{196292E9-5468-4E80-8814-A004237F49C9}" destId="{E21EA01E-3155-4D8E-A10A-70968A00A3D2}" srcOrd="0" destOrd="0" presId="urn:microsoft.com/office/officeart/2005/8/layout/hierarchy1"/>
    <dgm:cxn modelId="{CEA80256-B105-43AB-9D4A-8D06255F3466}" type="presParOf" srcId="{196292E9-5468-4E80-8814-A004237F49C9}" destId="{0E770070-67DD-414C-B551-6D9C0FD467AE}" srcOrd="1" destOrd="0" presId="urn:microsoft.com/office/officeart/2005/8/layout/hierarchy1"/>
    <dgm:cxn modelId="{1C364CAD-F8CC-46E1-98E4-485D55848F07}" type="presParOf" srcId="{4ECE9036-F8CA-4657-8171-D9AD1BB477AC}" destId="{75356F18-4239-45C5-99C6-4E030D3349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D2BE1-278D-47DF-AB07-F68E73D04202}">
      <dsp:nvSpPr>
        <dsp:cNvPr id="0" name=""/>
        <dsp:cNvSpPr/>
      </dsp:nvSpPr>
      <dsp:spPr>
        <a:xfrm>
          <a:off x="6946503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587176" y="190432"/>
              </a:lnTo>
              <a:lnTo>
                <a:pt x="587176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7588D9-AA17-4430-94C4-562096F3B853}">
      <dsp:nvSpPr>
        <dsp:cNvPr id="0" name=""/>
        <dsp:cNvSpPr/>
      </dsp:nvSpPr>
      <dsp:spPr>
        <a:xfrm>
          <a:off x="6359326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587176" y="0"/>
              </a:moveTo>
              <a:lnTo>
                <a:pt x="587176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89399-9D17-40E0-BEE6-022DCFF5E23E}">
      <dsp:nvSpPr>
        <dsp:cNvPr id="0" name=""/>
        <dsp:cNvSpPr/>
      </dsp:nvSpPr>
      <dsp:spPr>
        <a:xfrm>
          <a:off x="5772150" y="2518901"/>
          <a:ext cx="1174353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1174353" y="190432"/>
              </a:lnTo>
              <a:lnTo>
                <a:pt x="1174353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4481420" y="3415984"/>
          <a:ext cx="703552" cy="271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921"/>
              </a:lnTo>
              <a:lnTo>
                <a:pt x="703552" y="182921"/>
              </a:lnTo>
              <a:lnTo>
                <a:pt x="703552" y="2719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4010620" y="3415984"/>
          <a:ext cx="470800" cy="271931"/>
        </a:xfrm>
        <a:custGeom>
          <a:avLst/>
          <a:gdLst/>
          <a:ahLst/>
          <a:cxnLst/>
          <a:rect l="0" t="0" r="0" b="0"/>
          <a:pathLst>
            <a:path>
              <a:moveTo>
                <a:pt x="470800" y="0"/>
              </a:moveTo>
              <a:lnTo>
                <a:pt x="470800" y="182921"/>
              </a:lnTo>
              <a:lnTo>
                <a:pt x="0" y="182921"/>
              </a:lnTo>
              <a:lnTo>
                <a:pt x="0" y="2719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4481420" y="2518901"/>
          <a:ext cx="1290729" cy="286953"/>
        </a:xfrm>
        <a:custGeom>
          <a:avLst/>
          <a:gdLst/>
          <a:ahLst/>
          <a:cxnLst/>
          <a:rect l="0" t="0" r="0" b="0"/>
          <a:pathLst>
            <a:path>
              <a:moveTo>
                <a:pt x="1290729" y="0"/>
              </a:moveTo>
              <a:lnTo>
                <a:pt x="1290729" y="197942"/>
              </a:lnTo>
              <a:lnTo>
                <a:pt x="0" y="197942"/>
              </a:lnTo>
              <a:lnTo>
                <a:pt x="0" y="2869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3863826" y="1629328"/>
          <a:ext cx="1908323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1908323" y="190432"/>
              </a:lnTo>
              <a:lnTo>
                <a:pt x="1908323" y="2794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2790547" y="3408473"/>
          <a:ext cx="91440" cy="27944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1955502" y="2518901"/>
          <a:ext cx="880764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880764" y="190432"/>
              </a:lnTo>
              <a:lnTo>
                <a:pt x="880764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074737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587176" y="190432"/>
              </a:lnTo>
              <a:lnTo>
                <a:pt x="587176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487560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587176" y="0"/>
              </a:moveTo>
              <a:lnTo>
                <a:pt x="587176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074737" y="2518901"/>
          <a:ext cx="880764" cy="279442"/>
        </a:xfrm>
        <a:custGeom>
          <a:avLst/>
          <a:gdLst/>
          <a:ahLst/>
          <a:cxnLst/>
          <a:rect l="0" t="0" r="0" b="0"/>
          <a:pathLst>
            <a:path>
              <a:moveTo>
                <a:pt x="880764" y="0"/>
              </a:moveTo>
              <a:lnTo>
                <a:pt x="880764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1955502" y="1629328"/>
          <a:ext cx="1908323" cy="279442"/>
        </a:xfrm>
        <a:custGeom>
          <a:avLst/>
          <a:gdLst/>
          <a:ahLst/>
          <a:cxnLst/>
          <a:rect l="0" t="0" r="0" b="0"/>
          <a:pathLst>
            <a:path>
              <a:moveTo>
                <a:pt x="1908323" y="0"/>
              </a:moveTo>
              <a:lnTo>
                <a:pt x="1908323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383408" y="1019199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3490168" y="1120620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21</a:t>
          </a:r>
          <a:endParaRPr kumimoji="1" lang="ja-JP" altLang="en-US" sz="2100" kern="1200" dirty="0"/>
        </a:p>
      </dsp:txBody>
      <dsp:txXfrm>
        <a:off x="3508038" y="1138490"/>
        <a:ext cx="925094" cy="574389"/>
      </dsp:txXfrm>
    </dsp:sp>
    <dsp:sp modelId="{1365097D-0173-4A32-9B8E-A8EE31255A2E}">
      <dsp:nvSpPr>
        <dsp:cNvPr id="0" name=""/>
        <dsp:cNvSpPr/>
      </dsp:nvSpPr>
      <dsp:spPr>
        <a:xfrm>
          <a:off x="1475085" y="1908771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1581844" y="2010193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10</a:t>
          </a:r>
          <a:endParaRPr kumimoji="1" lang="ja-JP" altLang="en-US" sz="2100" kern="1200" dirty="0"/>
        </a:p>
      </dsp:txBody>
      <dsp:txXfrm>
        <a:off x="1599714" y="2028063"/>
        <a:ext cx="925094" cy="574389"/>
      </dsp:txXfrm>
    </dsp:sp>
    <dsp:sp modelId="{FA63F1CA-CA1E-4802-A5DB-D9255E18F093}">
      <dsp:nvSpPr>
        <dsp:cNvPr id="0" name=""/>
        <dsp:cNvSpPr/>
      </dsp:nvSpPr>
      <dsp:spPr>
        <a:xfrm>
          <a:off x="594320" y="279834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701079" y="2899765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9</a:t>
          </a:r>
          <a:endParaRPr kumimoji="1" lang="ja-JP" altLang="en-US" sz="2100" kern="1200" dirty="0"/>
        </a:p>
      </dsp:txBody>
      <dsp:txXfrm>
        <a:off x="718949" y="2917635"/>
        <a:ext cx="925094" cy="574389"/>
      </dsp:txXfrm>
    </dsp:sp>
    <dsp:sp modelId="{48BE5FD9-46D4-4725-AC4D-774C0F4D5B2E}">
      <dsp:nvSpPr>
        <dsp:cNvPr id="0" name=""/>
        <dsp:cNvSpPr/>
      </dsp:nvSpPr>
      <dsp:spPr>
        <a:xfrm>
          <a:off x="7143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13903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5</a:t>
          </a:r>
          <a:endParaRPr kumimoji="1" lang="ja-JP" altLang="en-US" sz="2100" kern="1200" dirty="0"/>
        </a:p>
      </dsp:txBody>
      <dsp:txXfrm>
        <a:off x="131773" y="3807208"/>
        <a:ext cx="925094" cy="574389"/>
      </dsp:txXfrm>
    </dsp:sp>
    <dsp:sp modelId="{7E3EEB84-8596-4156-835C-CE144B9B089A}">
      <dsp:nvSpPr>
        <dsp:cNvPr id="0" name=""/>
        <dsp:cNvSpPr/>
      </dsp:nvSpPr>
      <dsp:spPr>
        <a:xfrm>
          <a:off x="1181496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288256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3</a:t>
          </a:r>
          <a:endParaRPr kumimoji="1" lang="ja-JP" altLang="en-US" sz="2100" kern="1200" dirty="0"/>
        </a:p>
      </dsp:txBody>
      <dsp:txXfrm>
        <a:off x="1306126" y="3807208"/>
        <a:ext cx="925094" cy="574389"/>
      </dsp:txXfrm>
    </dsp:sp>
    <dsp:sp modelId="{F8AD3EC0-C03B-48B5-95BB-137B83D1D76D}">
      <dsp:nvSpPr>
        <dsp:cNvPr id="0" name=""/>
        <dsp:cNvSpPr/>
      </dsp:nvSpPr>
      <dsp:spPr>
        <a:xfrm>
          <a:off x="2355850" y="279834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2462609" y="2899765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8</a:t>
          </a:r>
          <a:endParaRPr kumimoji="1" lang="ja-JP" altLang="en-US" sz="2100" kern="1200" dirty="0"/>
        </a:p>
      </dsp:txBody>
      <dsp:txXfrm>
        <a:off x="2480479" y="2917635"/>
        <a:ext cx="925094" cy="574389"/>
      </dsp:txXfrm>
    </dsp:sp>
    <dsp:sp modelId="{F0A1A7BF-F11F-4F86-9616-48D724CD58C0}">
      <dsp:nvSpPr>
        <dsp:cNvPr id="0" name=""/>
        <dsp:cNvSpPr/>
      </dsp:nvSpPr>
      <dsp:spPr>
        <a:xfrm>
          <a:off x="2355850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2462609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2</a:t>
          </a:r>
          <a:endParaRPr kumimoji="1" lang="ja-JP" altLang="en-US" sz="2100" kern="1200" dirty="0"/>
        </a:p>
      </dsp:txBody>
      <dsp:txXfrm>
        <a:off x="2480479" y="3807208"/>
        <a:ext cx="925094" cy="574389"/>
      </dsp:txXfrm>
    </dsp:sp>
    <dsp:sp modelId="{28CE29A3-B1D6-4991-8A2B-0B606E66E214}">
      <dsp:nvSpPr>
        <dsp:cNvPr id="0" name=""/>
        <dsp:cNvSpPr/>
      </dsp:nvSpPr>
      <dsp:spPr>
        <a:xfrm>
          <a:off x="5291732" y="1908771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398492" y="2010193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17</a:t>
          </a:r>
          <a:endParaRPr kumimoji="1" lang="ja-JP" altLang="en-US" sz="2100" kern="1200" dirty="0"/>
        </a:p>
      </dsp:txBody>
      <dsp:txXfrm>
        <a:off x="5416362" y="2028063"/>
        <a:ext cx="925094" cy="574389"/>
      </dsp:txXfrm>
    </dsp:sp>
    <dsp:sp modelId="{E21EA01E-3155-4D8E-A10A-70968A00A3D2}">
      <dsp:nvSpPr>
        <dsp:cNvPr id="0" name=""/>
        <dsp:cNvSpPr/>
      </dsp:nvSpPr>
      <dsp:spPr>
        <a:xfrm>
          <a:off x="4001003" y="280585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107762" y="2907276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13</a:t>
          </a:r>
          <a:endParaRPr kumimoji="1" lang="ja-JP" altLang="en-US" sz="2100" kern="1200" dirty="0"/>
        </a:p>
      </dsp:txBody>
      <dsp:txXfrm>
        <a:off x="4125632" y="2925146"/>
        <a:ext cx="925094" cy="574389"/>
      </dsp:txXfrm>
    </dsp:sp>
    <dsp:sp modelId="{FD60BCD1-B09B-418B-A913-32319C336FB7}">
      <dsp:nvSpPr>
        <dsp:cNvPr id="0" name=""/>
        <dsp:cNvSpPr/>
      </dsp:nvSpPr>
      <dsp:spPr>
        <a:xfrm>
          <a:off x="3530203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3636962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11</a:t>
          </a:r>
          <a:endParaRPr kumimoji="1" lang="ja-JP" altLang="en-US" sz="2100" kern="1200" dirty="0"/>
        </a:p>
      </dsp:txBody>
      <dsp:txXfrm>
        <a:off x="3654832" y="3807208"/>
        <a:ext cx="925094" cy="574389"/>
      </dsp:txXfrm>
    </dsp:sp>
    <dsp:sp modelId="{151597F5-E5D9-4744-A6B3-FE1672B5DDAE}">
      <dsp:nvSpPr>
        <dsp:cNvPr id="0" name=""/>
        <dsp:cNvSpPr/>
      </dsp:nvSpPr>
      <dsp:spPr>
        <a:xfrm>
          <a:off x="4704556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4811315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7</a:t>
          </a:r>
          <a:endParaRPr kumimoji="1" lang="ja-JP" altLang="en-US" sz="2100" kern="1200" dirty="0"/>
        </a:p>
      </dsp:txBody>
      <dsp:txXfrm>
        <a:off x="4829185" y="3807208"/>
        <a:ext cx="925094" cy="574389"/>
      </dsp:txXfrm>
    </dsp:sp>
    <dsp:sp modelId="{4030983D-B8EC-43FF-86D4-B4FA26725AF1}">
      <dsp:nvSpPr>
        <dsp:cNvPr id="0" name=""/>
        <dsp:cNvSpPr/>
      </dsp:nvSpPr>
      <dsp:spPr>
        <a:xfrm>
          <a:off x="6466085" y="279834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572845" y="2899765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15</a:t>
          </a:r>
          <a:endParaRPr kumimoji="1" lang="ja-JP" altLang="en-US" sz="2100" kern="1200" dirty="0"/>
        </a:p>
      </dsp:txBody>
      <dsp:txXfrm>
        <a:off x="6590715" y="2917635"/>
        <a:ext cx="925094" cy="574389"/>
      </dsp:txXfrm>
    </dsp:sp>
    <dsp:sp modelId="{BFC09D35-31A1-45A9-9BCD-F2D4DACAC571}">
      <dsp:nvSpPr>
        <dsp:cNvPr id="0" name=""/>
        <dsp:cNvSpPr/>
      </dsp:nvSpPr>
      <dsp:spPr>
        <a:xfrm>
          <a:off x="5878909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68CD4-0A48-4128-A12F-35711B5CBA4F}">
      <dsp:nvSpPr>
        <dsp:cNvPr id="0" name=""/>
        <dsp:cNvSpPr/>
      </dsp:nvSpPr>
      <dsp:spPr>
        <a:xfrm>
          <a:off x="5985668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6</a:t>
          </a:r>
          <a:endParaRPr kumimoji="1" lang="ja-JP" altLang="en-US" sz="2100" kern="1200" dirty="0"/>
        </a:p>
      </dsp:txBody>
      <dsp:txXfrm>
        <a:off x="6003538" y="3807208"/>
        <a:ext cx="925094" cy="574389"/>
      </dsp:txXfrm>
    </dsp:sp>
    <dsp:sp modelId="{14337C2E-DB6A-4EBC-ADC7-1C6282AC32FE}">
      <dsp:nvSpPr>
        <dsp:cNvPr id="0" name=""/>
        <dsp:cNvSpPr/>
      </dsp:nvSpPr>
      <dsp:spPr>
        <a:xfrm>
          <a:off x="7053262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24DF4-DDDC-4A40-8163-50AFA69E21A2}">
      <dsp:nvSpPr>
        <dsp:cNvPr id="0" name=""/>
        <dsp:cNvSpPr/>
      </dsp:nvSpPr>
      <dsp:spPr>
        <a:xfrm>
          <a:off x="7160021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12</a:t>
          </a:r>
          <a:endParaRPr kumimoji="1" lang="ja-JP" altLang="en-US" sz="2100" kern="1200" dirty="0"/>
        </a:p>
      </dsp:txBody>
      <dsp:txXfrm>
        <a:off x="7177891" y="3807208"/>
        <a:ext cx="925094" cy="5743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D2BE1-278D-47DF-AB07-F68E73D04202}">
      <dsp:nvSpPr>
        <dsp:cNvPr id="0" name=""/>
        <dsp:cNvSpPr/>
      </dsp:nvSpPr>
      <dsp:spPr>
        <a:xfrm>
          <a:off x="6946503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587176" y="190432"/>
              </a:lnTo>
              <a:lnTo>
                <a:pt x="587176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7588D9-AA17-4430-94C4-562096F3B853}">
      <dsp:nvSpPr>
        <dsp:cNvPr id="0" name=""/>
        <dsp:cNvSpPr/>
      </dsp:nvSpPr>
      <dsp:spPr>
        <a:xfrm>
          <a:off x="6359326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587176" y="0"/>
              </a:moveTo>
              <a:lnTo>
                <a:pt x="587176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89399-9D17-40E0-BEE6-022DCFF5E23E}">
      <dsp:nvSpPr>
        <dsp:cNvPr id="0" name=""/>
        <dsp:cNvSpPr/>
      </dsp:nvSpPr>
      <dsp:spPr>
        <a:xfrm>
          <a:off x="5772150" y="2518901"/>
          <a:ext cx="1174353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1174353" y="190432"/>
              </a:lnTo>
              <a:lnTo>
                <a:pt x="1174353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4481420" y="3415984"/>
          <a:ext cx="703552" cy="271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921"/>
              </a:lnTo>
              <a:lnTo>
                <a:pt x="703552" y="182921"/>
              </a:lnTo>
              <a:lnTo>
                <a:pt x="703552" y="2719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4010620" y="3415984"/>
          <a:ext cx="470800" cy="271931"/>
        </a:xfrm>
        <a:custGeom>
          <a:avLst/>
          <a:gdLst/>
          <a:ahLst/>
          <a:cxnLst/>
          <a:rect l="0" t="0" r="0" b="0"/>
          <a:pathLst>
            <a:path>
              <a:moveTo>
                <a:pt x="470800" y="0"/>
              </a:moveTo>
              <a:lnTo>
                <a:pt x="470800" y="182921"/>
              </a:lnTo>
              <a:lnTo>
                <a:pt x="0" y="182921"/>
              </a:lnTo>
              <a:lnTo>
                <a:pt x="0" y="2719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4481420" y="2518901"/>
          <a:ext cx="1290729" cy="286953"/>
        </a:xfrm>
        <a:custGeom>
          <a:avLst/>
          <a:gdLst/>
          <a:ahLst/>
          <a:cxnLst/>
          <a:rect l="0" t="0" r="0" b="0"/>
          <a:pathLst>
            <a:path>
              <a:moveTo>
                <a:pt x="1290729" y="0"/>
              </a:moveTo>
              <a:lnTo>
                <a:pt x="1290729" y="197942"/>
              </a:lnTo>
              <a:lnTo>
                <a:pt x="0" y="197942"/>
              </a:lnTo>
              <a:lnTo>
                <a:pt x="0" y="2869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3863826" y="1629328"/>
          <a:ext cx="1908323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1908323" y="190432"/>
              </a:lnTo>
              <a:lnTo>
                <a:pt x="1908323" y="2794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2790547" y="3408473"/>
          <a:ext cx="91440" cy="27944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1955502" y="2518901"/>
          <a:ext cx="880764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880764" y="190432"/>
              </a:lnTo>
              <a:lnTo>
                <a:pt x="880764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074737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587176" y="190432"/>
              </a:lnTo>
              <a:lnTo>
                <a:pt x="587176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487560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587176" y="0"/>
              </a:moveTo>
              <a:lnTo>
                <a:pt x="587176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074737" y="2518901"/>
          <a:ext cx="880764" cy="279442"/>
        </a:xfrm>
        <a:custGeom>
          <a:avLst/>
          <a:gdLst/>
          <a:ahLst/>
          <a:cxnLst/>
          <a:rect l="0" t="0" r="0" b="0"/>
          <a:pathLst>
            <a:path>
              <a:moveTo>
                <a:pt x="880764" y="0"/>
              </a:moveTo>
              <a:lnTo>
                <a:pt x="880764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1955502" y="1629328"/>
          <a:ext cx="1908323" cy="279442"/>
        </a:xfrm>
        <a:custGeom>
          <a:avLst/>
          <a:gdLst/>
          <a:ahLst/>
          <a:cxnLst/>
          <a:rect l="0" t="0" r="0" b="0"/>
          <a:pathLst>
            <a:path>
              <a:moveTo>
                <a:pt x="1908323" y="0"/>
              </a:moveTo>
              <a:lnTo>
                <a:pt x="1908323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383408" y="1019199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3490168" y="1120620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highlight>
                <a:srgbClr val="FFFF00"/>
              </a:highlight>
            </a:rPr>
            <a:t>削除</a:t>
          </a:r>
        </a:p>
      </dsp:txBody>
      <dsp:txXfrm>
        <a:off x="3508038" y="1138490"/>
        <a:ext cx="925094" cy="574389"/>
      </dsp:txXfrm>
    </dsp:sp>
    <dsp:sp modelId="{1365097D-0173-4A32-9B8E-A8EE31255A2E}">
      <dsp:nvSpPr>
        <dsp:cNvPr id="0" name=""/>
        <dsp:cNvSpPr/>
      </dsp:nvSpPr>
      <dsp:spPr>
        <a:xfrm>
          <a:off x="1475085" y="1908771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1581844" y="2010193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10</a:t>
          </a:r>
          <a:endParaRPr kumimoji="1" lang="ja-JP" altLang="en-US" sz="2100" kern="1200" dirty="0"/>
        </a:p>
      </dsp:txBody>
      <dsp:txXfrm>
        <a:off x="1599714" y="2028063"/>
        <a:ext cx="925094" cy="574389"/>
      </dsp:txXfrm>
    </dsp:sp>
    <dsp:sp modelId="{FA63F1CA-CA1E-4802-A5DB-D9255E18F093}">
      <dsp:nvSpPr>
        <dsp:cNvPr id="0" name=""/>
        <dsp:cNvSpPr/>
      </dsp:nvSpPr>
      <dsp:spPr>
        <a:xfrm>
          <a:off x="594320" y="279834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701079" y="2899765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9</a:t>
          </a:r>
          <a:endParaRPr kumimoji="1" lang="ja-JP" altLang="en-US" sz="2100" kern="1200" dirty="0"/>
        </a:p>
      </dsp:txBody>
      <dsp:txXfrm>
        <a:off x="718949" y="2917635"/>
        <a:ext cx="925094" cy="574389"/>
      </dsp:txXfrm>
    </dsp:sp>
    <dsp:sp modelId="{48BE5FD9-46D4-4725-AC4D-774C0F4D5B2E}">
      <dsp:nvSpPr>
        <dsp:cNvPr id="0" name=""/>
        <dsp:cNvSpPr/>
      </dsp:nvSpPr>
      <dsp:spPr>
        <a:xfrm>
          <a:off x="7143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13903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5</a:t>
          </a:r>
          <a:endParaRPr kumimoji="1" lang="ja-JP" altLang="en-US" sz="2100" kern="1200" dirty="0"/>
        </a:p>
      </dsp:txBody>
      <dsp:txXfrm>
        <a:off x="131773" y="3807208"/>
        <a:ext cx="925094" cy="574389"/>
      </dsp:txXfrm>
    </dsp:sp>
    <dsp:sp modelId="{7E3EEB84-8596-4156-835C-CE144B9B089A}">
      <dsp:nvSpPr>
        <dsp:cNvPr id="0" name=""/>
        <dsp:cNvSpPr/>
      </dsp:nvSpPr>
      <dsp:spPr>
        <a:xfrm>
          <a:off x="1181496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288256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3</a:t>
          </a:r>
          <a:endParaRPr kumimoji="1" lang="ja-JP" altLang="en-US" sz="2100" kern="1200" dirty="0"/>
        </a:p>
      </dsp:txBody>
      <dsp:txXfrm>
        <a:off x="1306126" y="3807208"/>
        <a:ext cx="925094" cy="574389"/>
      </dsp:txXfrm>
    </dsp:sp>
    <dsp:sp modelId="{F8AD3EC0-C03B-48B5-95BB-137B83D1D76D}">
      <dsp:nvSpPr>
        <dsp:cNvPr id="0" name=""/>
        <dsp:cNvSpPr/>
      </dsp:nvSpPr>
      <dsp:spPr>
        <a:xfrm>
          <a:off x="2355850" y="279834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2462609" y="2899765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8</a:t>
          </a:r>
          <a:endParaRPr kumimoji="1" lang="ja-JP" altLang="en-US" sz="2100" kern="1200" dirty="0"/>
        </a:p>
      </dsp:txBody>
      <dsp:txXfrm>
        <a:off x="2480479" y="2917635"/>
        <a:ext cx="925094" cy="574389"/>
      </dsp:txXfrm>
    </dsp:sp>
    <dsp:sp modelId="{F0A1A7BF-F11F-4F86-9616-48D724CD58C0}">
      <dsp:nvSpPr>
        <dsp:cNvPr id="0" name=""/>
        <dsp:cNvSpPr/>
      </dsp:nvSpPr>
      <dsp:spPr>
        <a:xfrm>
          <a:off x="2355850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2462609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2</a:t>
          </a:r>
          <a:endParaRPr kumimoji="1" lang="ja-JP" altLang="en-US" sz="2100" kern="1200" dirty="0"/>
        </a:p>
      </dsp:txBody>
      <dsp:txXfrm>
        <a:off x="2480479" y="3807208"/>
        <a:ext cx="925094" cy="574389"/>
      </dsp:txXfrm>
    </dsp:sp>
    <dsp:sp modelId="{28CE29A3-B1D6-4991-8A2B-0B606E66E214}">
      <dsp:nvSpPr>
        <dsp:cNvPr id="0" name=""/>
        <dsp:cNvSpPr/>
      </dsp:nvSpPr>
      <dsp:spPr>
        <a:xfrm>
          <a:off x="5291732" y="1908771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398492" y="2010193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17</a:t>
          </a:r>
          <a:endParaRPr kumimoji="1" lang="ja-JP" altLang="en-US" sz="2100" kern="1200" dirty="0"/>
        </a:p>
      </dsp:txBody>
      <dsp:txXfrm>
        <a:off x="5416362" y="2028063"/>
        <a:ext cx="925094" cy="574389"/>
      </dsp:txXfrm>
    </dsp:sp>
    <dsp:sp modelId="{E21EA01E-3155-4D8E-A10A-70968A00A3D2}">
      <dsp:nvSpPr>
        <dsp:cNvPr id="0" name=""/>
        <dsp:cNvSpPr/>
      </dsp:nvSpPr>
      <dsp:spPr>
        <a:xfrm>
          <a:off x="4001003" y="280585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107762" y="2907276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13</a:t>
          </a:r>
          <a:endParaRPr kumimoji="1" lang="ja-JP" altLang="en-US" sz="2100" kern="1200" dirty="0"/>
        </a:p>
      </dsp:txBody>
      <dsp:txXfrm>
        <a:off x="4125632" y="2925146"/>
        <a:ext cx="925094" cy="574389"/>
      </dsp:txXfrm>
    </dsp:sp>
    <dsp:sp modelId="{FD60BCD1-B09B-418B-A913-32319C336FB7}">
      <dsp:nvSpPr>
        <dsp:cNvPr id="0" name=""/>
        <dsp:cNvSpPr/>
      </dsp:nvSpPr>
      <dsp:spPr>
        <a:xfrm>
          <a:off x="3530203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3636962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11</a:t>
          </a:r>
          <a:endParaRPr kumimoji="1" lang="ja-JP" altLang="en-US" sz="2100" kern="1200" dirty="0"/>
        </a:p>
      </dsp:txBody>
      <dsp:txXfrm>
        <a:off x="3654832" y="3807208"/>
        <a:ext cx="925094" cy="574389"/>
      </dsp:txXfrm>
    </dsp:sp>
    <dsp:sp modelId="{151597F5-E5D9-4744-A6B3-FE1672B5DDAE}">
      <dsp:nvSpPr>
        <dsp:cNvPr id="0" name=""/>
        <dsp:cNvSpPr/>
      </dsp:nvSpPr>
      <dsp:spPr>
        <a:xfrm>
          <a:off x="4704556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4811315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7</a:t>
          </a:r>
          <a:endParaRPr kumimoji="1" lang="ja-JP" altLang="en-US" sz="2100" kern="1200" dirty="0"/>
        </a:p>
      </dsp:txBody>
      <dsp:txXfrm>
        <a:off x="4829185" y="3807208"/>
        <a:ext cx="925094" cy="574389"/>
      </dsp:txXfrm>
    </dsp:sp>
    <dsp:sp modelId="{4030983D-B8EC-43FF-86D4-B4FA26725AF1}">
      <dsp:nvSpPr>
        <dsp:cNvPr id="0" name=""/>
        <dsp:cNvSpPr/>
      </dsp:nvSpPr>
      <dsp:spPr>
        <a:xfrm>
          <a:off x="6466085" y="279834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572845" y="2899765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15</a:t>
          </a:r>
          <a:endParaRPr kumimoji="1" lang="ja-JP" altLang="en-US" sz="2100" kern="1200" dirty="0"/>
        </a:p>
      </dsp:txBody>
      <dsp:txXfrm>
        <a:off x="6590715" y="2917635"/>
        <a:ext cx="925094" cy="574389"/>
      </dsp:txXfrm>
    </dsp:sp>
    <dsp:sp modelId="{BFC09D35-31A1-45A9-9BCD-F2D4DACAC571}">
      <dsp:nvSpPr>
        <dsp:cNvPr id="0" name=""/>
        <dsp:cNvSpPr/>
      </dsp:nvSpPr>
      <dsp:spPr>
        <a:xfrm>
          <a:off x="5878909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68CD4-0A48-4128-A12F-35711B5CBA4F}">
      <dsp:nvSpPr>
        <dsp:cNvPr id="0" name=""/>
        <dsp:cNvSpPr/>
      </dsp:nvSpPr>
      <dsp:spPr>
        <a:xfrm>
          <a:off x="5985668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6</a:t>
          </a:r>
          <a:endParaRPr kumimoji="1" lang="ja-JP" altLang="en-US" sz="2100" kern="1200" dirty="0"/>
        </a:p>
      </dsp:txBody>
      <dsp:txXfrm>
        <a:off x="6003538" y="3807208"/>
        <a:ext cx="925094" cy="574389"/>
      </dsp:txXfrm>
    </dsp:sp>
    <dsp:sp modelId="{14337C2E-DB6A-4EBC-ADC7-1C6282AC32FE}">
      <dsp:nvSpPr>
        <dsp:cNvPr id="0" name=""/>
        <dsp:cNvSpPr/>
      </dsp:nvSpPr>
      <dsp:spPr>
        <a:xfrm>
          <a:off x="7053262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24DF4-DDDC-4A40-8163-50AFA69E21A2}">
      <dsp:nvSpPr>
        <dsp:cNvPr id="0" name=""/>
        <dsp:cNvSpPr/>
      </dsp:nvSpPr>
      <dsp:spPr>
        <a:xfrm>
          <a:off x="7160021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12</a:t>
          </a:r>
          <a:endParaRPr kumimoji="1" lang="ja-JP" altLang="en-US" sz="2100" kern="1200" dirty="0"/>
        </a:p>
      </dsp:txBody>
      <dsp:txXfrm>
        <a:off x="7177891" y="3807208"/>
        <a:ext cx="925094" cy="5743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D2BE1-278D-47DF-AB07-F68E73D04202}">
      <dsp:nvSpPr>
        <dsp:cNvPr id="0" name=""/>
        <dsp:cNvSpPr/>
      </dsp:nvSpPr>
      <dsp:spPr>
        <a:xfrm>
          <a:off x="6946503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587176" y="190432"/>
              </a:lnTo>
              <a:lnTo>
                <a:pt x="587176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7588D9-AA17-4430-94C4-562096F3B853}">
      <dsp:nvSpPr>
        <dsp:cNvPr id="0" name=""/>
        <dsp:cNvSpPr/>
      </dsp:nvSpPr>
      <dsp:spPr>
        <a:xfrm>
          <a:off x="6359326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587176" y="0"/>
              </a:moveTo>
              <a:lnTo>
                <a:pt x="587176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89399-9D17-40E0-BEE6-022DCFF5E23E}">
      <dsp:nvSpPr>
        <dsp:cNvPr id="0" name=""/>
        <dsp:cNvSpPr/>
      </dsp:nvSpPr>
      <dsp:spPr>
        <a:xfrm>
          <a:off x="5772150" y="2518901"/>
          <a:ext cx="1174353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1174353" y="190432"/>
              </a:lnTo>
              <a:lnTo>
                <a:pt x="1174353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4481420" y="3415984"/>
          <a:ext cx="703552" cy="2719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921"/>
              </a:lnTo>
              <a:lnTo>
                <a:pt x="703552" y="182921"/>
              </a:lnTo>
              <a:lnTo>
                <a:pt x="703552" y="2719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4010620" y="3415984"/>
          <a:ext cx="470800" cy="271931"/>
        </a:xfrm>
        <a:custGeom>
          <a:avLst/>
          <a:gdLst/>
          <a:ahLst/>
          <a:cxnLst/>
          <a:rect l="0" t="0" r="0" b="0"/>
          <a:pathLst>
            <a:path>
              <a:moveTo>
                <a:pt x="470800" y="0"/>
              </a:moveTo>
              <a:lnTo>
                <a:pt x="470800" y="182921"/>
              </a:lnTo>
              <a:lnTo>
                <a:pt x="0" y="182921"/>
              </a:lnTo>
              <a:lnTo>
                <a:pt x="0" y="2719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4481420" y="2518901"/>
          <a:ext cx="1290729" cy="286953"/>
        </a:xfrm>
        <a:custGeom>
          <a:avLst/>
          <a:gdLst/>
          <a:ahLst/>
          <a:cxnLst/>
          <a:rect l="0" t="0" r="0" b="0"/>
          <a:pathLst>
            <a:path>
              <a:moveTo>
                <a:pt x="1290729" y="0"/>
              </a:moveTo>
              <a:lnTo>
                <a:pt x="1290729" y="197942"/>
              </a:lnTo>
              <a:lnTo>
                <a:pt x="0" y="197942"/>
              </a:lnTo>
              <a:lnTo>
                <a:pt x="0" y="2869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3863826" y="1629328"/>
          <a:ext cx="1908323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1908323" y="190432"/>
              </a:lnTo>
              <a:lnTo>
                <a:pt x="1908323" y="2794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2790547" y="3408473"/>
          <a:ext cx="91440" cy="27944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1955502" y="2518901"/>
          <a:ext cx="880764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880764" y="190432"/>
              </a:lnTo>
              <a:lnTo>
                <a:pt x="880764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074737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432"/>
              </a:lnTo>
              <a:lnTo>
                <a:pt x="587176" y="190432"/>
              </a:lnTo>
              <a:lnTo>
                <a:pt x="587176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487560" y="3408473"/>
          <a:ext cx="587176" cy="279442"/>
        </a:xfrm>
        <a:custGeom>
          <a:avLst/>
          <a:gdLst/>
          <a:ahLst/>
          <a:cxnLst/>
          <a:rect l="0" t="0" r="0" b="0"/>
          <a:pathLst>
            <a:path>
              <a:moveTo>
                <a:pt x="587176" y="0"/>
              </a:moveTo>
              <a:lnTo>
                <a:pt x="587176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074737" y="2518901"/>
          <a:ext cx="880764" cy="279442"/>
        </a:xfrm>
        <a:custGeom>
          <a:avLst/>
          <a:gdLst/>
          <a:ahLst/>
          <a:cxnLst/>
          <a:rect l="0" t="0" r="0" b="0"/>
          <a:pathLst>
            <a:path>
              <a:moveTo>
                <a:pt x="880764" y="0"/>
              </a:moveTo>
              <a:lnTo>
                <a:pt x="880764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1955502" y="1629328"/>
          <a:ext cx="1908323" cy="279442"/>
        </a:xfrm>
        <a:custGeom>
          <a:avLst/>
          <a:gdLst/>
          <a:ahLst/>
          <a:cxnLst/>
          <a:rect l="0" t="0" r="0" b="0"/>
          <a:pathLst>
            <a:path>
              <a:moveTo>
                <a:pt x="1908323" y="0"/>
              </a:moveTo>
              <a:lnTo>
                <a:pt x="1908323" y="190432"/>
              </a:lnTo>
              <a:lnTo>
                <a:pt x="0" y="190432"/>
              </a:lnTo>
              <a:lnTo>
                <a:pt x="0" y="2794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383408" y="1019199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3490168" y="1120620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>
              <a:highlight>
                <a:srgbClr val="FFFF00"/>
              </a:highlight>
            </a:rPr>
            <a:t>12</a:t>
          </a:r>
          <a:endParaRPr kumimoji="1" lang="ja-JP" altLang="en-US" sz="2100" kern="1200" dirty="0">
            <a:highlight>
              <a:srgbClr val="FFFF00"/>
            </a:highlight>
          </a:endParaRPr>
        </a:p>
      </dsp:txBody>
      <dsp:txXfrm>
        <a:off x="3508038" y="1138490"/>
        <a:ext cx="925094" cy="574389"/>
      </dsp:txXfrm>
    </dsp:sp>
    <dsp:sp modelId="{1365097D-0173-4A32-9B8E-A8EE31255A2E}">
      <dsp:nvSpPr>
        <dsp:cNvPr id="0" name=""/>
        <dsp:cNvSpPr/>
      </dsp:nvSpPr>
      <dsp:spPr>
        <a:xfrm>
          <a:off x="1475085" y="1908771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1581844" y="2010193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10</a:t>
          </a:r>
          <a:endParaRPr kumimoji="1" lang="ja-JP" altLang="en-US" sz="2100" kern="1200" dirty="0"/>
        </a:p>
      </dsp:txBody>
      <dsp:txXfrm>
        <a:off x="1599714" y="2028063"/>
        <a:ext cx="925094" cy="574389"/>
      </dsp:txXfrm>
    </dsp:sp>
    <dsp:sp modelId="{FA63F1CA-CA1E-4802-A5DB-D9255E18F093}">
      <dsp:nvSpPr>
        <dsp:cNvPr id="0" name=""/>
        <dsp:cNvSpPr/>
      </dsp:nvSpPr>
      <dsp:spPr>
        <a:xfrm>
          <a:off x="594320" y="279834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701079" y="2899765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9</a:t>
          </a:r>
          <a:endParaRPr kumimoji="1" lang="ja-JP" altLang="en-US" sz="2100" kern="1200" dirty="0"/>
        </a:p>
      </dsp:txBody>
      <dsp:txXfrm>
        <a:off x="718949" y="2917635"/>
        <a:ext cx="925094" cy="574389"/>
      </dsp:txXfrm>
    </dsp:sp>
    <dsp:sp modelId="{48BE5FD9-46D4-4725-AC4D-774C0F4D5B2E}">
      <dsp:nvSpPr>
        <dsp:cNvPr id="0" name=""/>
        <dsp:cNvSpPr/>
      </dsp:nvSpPr>
      <dsp:spPr>
        <a:xfrm>
          <a:off x="7143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13903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5</a:t>
          </a:r>
          <a:endParaRPr kumimoji="1" lang="ja-JP" altLang="en-US" sz="2100" kern="1200" dirty="0"/>
        </a:p>
      </dsp:txBody>
      <dsp:txXfrm>
        <a:off x="131773" y="3807208"/>
        <a:ext cx="925094" cy="574389"/>
      </dsp:txXfrm>
    </dsp:sp>
    <dsp:sp modelId="{7E3EEB84-8596-4156-835C-CE144B9B089A}">
      <dsp:nvSpPr>
        <dsp:cNvPr id="0" name=""/>
        <dsp:cNvSpPr/>
      </dsp:nvSpPr>
      <dsp:spPr>
        <a:xfrm>
          <a:off x="1181496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288256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3</a:t>
          </a:r>
          <a:endParaRPr kumimoji="1" lang="ja-JP" altLang="en-US" sz="2100" kern="1200" dirty="0"/>
        </a:p>
      </dsp:txBody>
      <dsp:txXfrm>
        <a:off x="1306126" y="3807208"/>
        <a:ext cx="925094" cy="574389"/>
      </dsp:txXfrm>
    </dsp:sp>
    <dsp:sp modelId="{F8AD3EC0-C03B-48B5-95BB-137B83D1D76D}">
      <dsp:nvSpPr>
        <dsp:cNvPr id="0" name=""/>
        <dsp:cNvSpPr/>
      </dsp:nvSpPr>
      <dsp:spPr>
        <a:xfrm>
          <a:off x="2355850" y="279834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2462609" y="2899765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8</a:t>
          </a:r>
          <a:endParaRPr kumimoji="1" lang="ja-JP" altLang="en-US" sz="2100" kern="1200" dirty="0"/>
        </a:p>
      </dsp:txBody>
      <dsp:txXfrm>
        <a:off x="2480479" y="2917635"/>
        <a:ext cx="925094" cy="574389"/>
      </dsp:txXfrm>
    </dsp:sp>
    <dsp:sp modelId="{F0A1A7BF-F11F-4F86-9616-48D724CD58C0}">
      <dsp:nvSpPr>
        <dsp:cNvPr id="0" name=""/>
        <dsp:cNvSpPr/>
      </dsp:nvSpPr>
      <dsp:spPr>
        <a:xfrm>
          <a:off x="2355850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2462609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2</a:t>
          </a:r>
          <a:endParaRPr kumimoji="1" lang="ja-JP" altLang="en-US" sz="2100" kern="1200" dirty="0"/>
        </a:p>
      </dsp:txBody>
      <dsp:txXfrm>
        <a:off x="2480479" y="3807208"/>
        <a:ext cx="925094" cy="574389"/>
      </dsp:txXfrm>
    </dsp:sp>
    <dsp:sp modelId="{28CE29A3-B1D6-4991-8A2B-0B606E66E214}">
      <dsp:nvSpPr>
        <dsp:cNvPr id="0" name=""/>
        <dsp:cNvSpPr/>
      </dsp:nvSpPr>
      <dsp:spPr>
        <a:xfrm>
          <a:off x="5291732" y="1908771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398492" y="2010193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17</a:t>
          </a:r>
          <a:endParaRPr kumimoji="1" lang="ja-JP" altLang="en-US" sz="2100" kern="1200" dirty="0"/>
        </a:p>
      </dsp:txBody>
      <dsp:txXfrm>
        <a:off x="5416362" y="2028063"/>
        <a:ext cx="925094" cy="574389"/>
      </dsp:txXfrm>
    </dsp:sp>
    <dsp:sp modelId="{E21EA01E-3155-4D8E-A10A-70968A00A3D2}">
      <dsp:nvSpPr>
        <dsp:cNvPr id="0" name=""/>
        <dsp:cNvSpPr/>
      </dsp:nvSpPr>
      <dsp:spPr>
        <a:xfrm>
          <a:off x="4001003" y="280585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107762" y="2907276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13</a:t>
          </a:r>
          <a:endParaRPr kumimoji="1" lang="ja-JP" altLang="en-US" sz="2100" kern="1200" dirty="0"/>
        </a:p>
      </dsp:txBody>
      <dsp:txXfrm>
        <a:off x="4125632" y="2925146"/>
        <a:ext cx="925094" cy="574389"/>
      </dsp:txXfrm>
    </dsp:sp>
    <dsp:sp modelId="{FD60BCD1-B09B-418B-A913-32319C336FB7}">
      <dsp:nvSpPr>
        <dsp:cNvPr id="0" name=""/>
        <dsp:cNvSpPr/>
      </dsp:nvSpPr>
      <dsp:spPr>
        <a:xfrm>
          <a:off x="3530203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3636962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11</a:t>
          </a:r>
          <a:endParaRPr kumimoji="1" lang="ja-JP" altLang="en-US" sz="2100" kern="1200" dirty="0"/>
        </a:p>
      </dsp:txBody>
      <dsp:txXfrm>
        <a:off x="3654832" y="3807208"/>
        <a:ext cx="925094" cy="574389"/>
      </dsp:txXfrm>
    </dsp:sp>
    <dsp:sp modelId="{151597F5-E5D9-4744-A6B3-FE1672B5DDAE}">
      <dsp:nvSpPr>
        <dsp:cNvPr id="0" name=""/>
        <dsp:cNvSpPr/>
      </dsp:nvSpPr>
      <dsp:spPr>
        <a:xfrm>
          <a:off x="4704556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4811315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7</a:t>
          </a:r>
          <a:endParaRPr kumimoji="1" lang="ja-JP" altLang="en-US" sz="2100" kern="1200" dirty="0"/>
        </a:p>
      </dsp:txBody>
      <dsp:txXfrm>
        <a:off x="4829185" y="3807208"/>
        <a:ext cx="925094" cy="574389"/>
      </dsp:txXfrm>
    </dsp:sp>
    <dsp:sp modelId="{4030983D-B8EC-43FF-86D4-B4FA26725AF1}">
      <dsp:nvSpPr>
        <dsp:cNvPr id="0" name=""/>
        <dsp:cNvSpPr/>
      </dsp:nvSpPr>
      <dsp:spPr>
        <a:xfrm>
          <a:off x="6466085" y="2798344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572845" y="2899765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15</a:t>
          </a:r>
          <a:endParaRPr kumimoji="1" lang="ja-JP" altLang="en-US" sz="2100" kern="1200" dirty="0"/>
        </a:p>
      </dsp:txBody>
      <dsp:txXfrm>
        <a:off x="6590715" y="2917635"/>
        <a:ext cx="925094" cy="574389"/>
      </dsp:txXfrm>
    </dsp:sp>
    <dsp:sp modelId="{BFC09D35-31A1-45A9-9BCD-F2D4DACAC571}">
      <dsp:nvSpPr>
        <dsp:cNvPr id="0" name=""/>
        <dsp:cNvSpPr/>
      </dsp:nvSpPr>
      <dsp:spPr>
        <a:xfrm>
          <a:off x="5878909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68CD4-0A48-4128-A12F-35711B5CBA4F}">
      <dsp:nvSpPr>
        <dsp:cNvPr id="0" name=""/>
        <dsp:cNvSpPr/>
      </dsp:nvSpPr>
      <dsp:spPr>
        <a:xfrm>
          <a:off x="5985668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/>
            <a:t>6</a:t>
          </a:r>
          <a:endParaRPr kumimoji="1" lang="ja-JP" altLang="en-US" sz="2100" kern="1200" dirty="0"/>
        </a:p>
      </dsp:txBody>
      <dsp:txXfrm>
        <a:off x="6003538" y="3807208"/>
        <a:ext cx="925094" cy="574389"/>
      </dsp:txXfrm>
    </dsp:sp>
    <dsp:sp modelId="{14337C2E-DB6A-4EBC-ADC7-1C6282AC32FE}">
      <dsp:nvSpPr>
        <dsp:cNvPr id="0" name=""/>
        <dsp:cNvSpPr/>
      </dsp:nvSpPr>
      <dsp:spPr>
        <a:xfrm>
          <a:off x="7053262" y="3687916"/>
          <a:ext cx="960834" cy="6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24DF4-DDDC-4A40-8163-50AFA69E21A2}">
      <dsp:nvSpPr>
        <dsp:cNvPr id="0" name=""/>
        <dsp:cNvSpPr/>
      </dsp:nvSpPr>
      <dsp:spPr>
        <a:xfrm>
          <a:off x="7160021" y="3789338"/>
          <a:ext cx="960834" cy="610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2100" kern="1200" dirty="0"/>
        </a:p>
      </dsp:txBody>
      <dsp:txXfrm>
        <a:off x="7177891" y="3807208"/>
        <a:ext cx="925094" cy="5743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588D9-AA17-4430-94C4-562096F3B853}">
      <dsp:nvSpPr>
        <dsp:cNvPr id="0" name=""/>
        <dsp:cNvSpPr/>
      </dsp:nvSpPr>
      <dsp:spPr>
        <a:xfrm>
          <a:off x="7393701" y="3528029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89399-9D17-40E0-BEE6-022DCFF5E23E}">
      <dsp:nvSpPr>
        <dsp:cNvPr id="0" name=""/>
        <dsp:cNvSpPr/>
      </dsp:nvSpPr>
      <dsp:spPr>
        <a:xfrm>
          <a:off x="6408042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031378" y="222996"/>
              </a:lnTo>
              <a:lnTo>
                <a:pt x="1031378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5240387" y="3536824"/>
          <a:ext cx="823862" cy="318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201"/>
              </a:lnTo>
              <a:lnTo>
                <a:pt x="823862" y="214201"/>
              </a:lnTo>
              <a:lnTo>
                <a:pt x="823862" y="3184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4689078" y="3536824"/>
          <a:ext cx="551308" cy="318433"/>
        </a:xfrm>
        <a:custGeom>
          <a:avLst/>
          <a:gdLst/>
          <a:ahLst/>
          <a:cxnLst/>
          <a:rect l="0" t="0" r="0" b="0"/>
          <a:pathLst>
            <a:path>
              <a:moveTo>
                <a:pt x="551308" y="0"/>
              </a:moveTo>
              <a:lnTo>
                <a:pt x="551308" y="214201"/>
              </a:lnTo>
              <a:lnTo>
                <a:pt x="0" y="214201"/>
              </a:lnTo>
              <a:lnTo>
                <a:pt x="0" y="3184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240387" y="2486336"/>
          <a:ext cx="1167655" cy="336023"/>
        </a:xfrm>
        <a:custGeom>
          <a:avLst/>
          <a:gdLst/>
          <a:ahLst/>
          <a:cxnLst/>
          <a:rect l="0" t="0" r="0" b="0"/>
          <a:pathLst>
            <a:path>
              <a:moveTo>
                <a:pt x="1167655" y="0"/>
              </a:moveTo>
              <a:lnTo>
                <a:pt x="1167655" y="231791"/>
              </a:lnTo>
              <a:lnTo>
                <a:pt x="0" y="231791"/>
              </a:lnTo>
              <a:lnTo>
                <a:pt x="0" y="33602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345285" y="1444644"/>
          <a:ext cx="2062757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2062757" y="222996"/>
              </a:lnTo>
              <a:lnTo>
                <a:pt x="2062757" y="3272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268186" y="3528029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282527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031378" y="222996"/>
              </a:lnTo>
              <a:lnTo>
                <a:pt x="1031378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251148" y="3528029"/>
          <a:ext cx="687585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687585" y="222996"/>
              </a:lnTo>
              <a:lnTo>
                <a:pt x="687585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563562" y="3528029"/>
          <a:ext cx="687585" cy="327228"/>
        </a:xfrm>
        <a:custGeom>
          <a:avLst/>
          <a:gdLst/>
          <a:ahLst/>
          <a:cxnLst/>
          <a:rect l="0" t="0" r="0" b="0"/>
          <a:pathLst>
            <a:path>
              <a:moveTo>
                <a:pt x="687585" y="0"/>
              </a:moveTo>
              <a:lnTo>
                <a:pt x="687585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251148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1031378" y="0"/>
              </a:moveTo>
              <a:lnTo>
                <a:pt x="1031378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282527" y="1444644"/>
          <a:ext cx="2062757" cy="327228"/>
        </a:xfrm>
        <a:custGeom>
          <a:avLst/>
          <a:gdLst/>
          <a:ahLst/>
          <a:cxnLst/>
          <a:rect l="0" t="0" r="0" b="0"/>
          <a:pathLst>
            <a:path>
              <a:moveTo>
                <a:pt x="2062757" y="0"/>
              </a:moveTo>
              <a:lnTo>
                <a:pt x="2062757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782714" y="730179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3907730" y="848944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>
              <a:highlight>
                <a:srgbClr val="FFFF00"/>
              </a:highlight>
            </a:rPr>
            <a:t>17</a:t>
          </a:r>
          <a:endParaRPr kumimoji="1" lang="ja-JP" altLang="en-US" sz="2400" kern="1200" dirty="0">
            <a:highlight>
              <a:srgbClr val="FFFF00"/>
            </a:highlight>
          </a:endParaRPr>
        </a:p>
      </dsp:txBody>
      <dsp:txXfrm>
        <a:off x="3928656" y="869870"/>
        <a:ext cx="1083288" cy="672612"/>
      </dsp:txXfrm>
    </dsp:sp>
    <dsp:sp modelId="{1365097D-0173-4A32-9B8E-A8EE31255A2E}">
      <dsp:nvSpPr>
        <dsp:cNvPr id="0" name=""/>
        <dsp:cNvSpPr/>
      </dsp:nvSpPr>
      <dsp:spPr>
        <a:xfrm>
          <a:off x="1719957" y="1771872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1844972" y="1890637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10</a:t>
          </a:r>
          <a:endParaRPr kumimoji="1" lang="ja-JP" altLang="en-US" sz="2400" kern="1200" dirty="0"/>
        </a:p>
      </dsp:txBody>
      <dsp:txXfrm>
        <a:off x="1865898" y="1911563"/>
        <a:ext cx="1083288" cy="672612"/>
      </dsp:txXfrm>
    </dsp:sp>
    <dsp:sp modelId="{FA63F1CA-CA1E-4802-A5DB-D9255E18F093}">
      <dsp:nvSpPr>
        <dsp:cNvPr id="0" name=""/>
        <dsp:cNvSpPr/>
      </dsp:nvSpPr>
      <dsp:spPr>
        <a:xfrm>
          <a:off x="688578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813593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9</a:t>
          </a:r>
          <a:endParaRPr kumimoji="1" lang="ja-JP" altLang="en-US" sz="2400" kern="1200" dirty="0"/>
        </a:p>
      </dsp:txBody>
      <dsp:txXfrm>
        <a:off x="834519" y="2953256"/>
        <a:ext cx="1083288" cy="672612"/>
      </dsp:txXfrm>
    </dsp:sp>
    <dsp:sp modelId="{48BE5FD9-46D4-4725-AC4D-774C0F4D5B2E}">
      <dsp:nvSpPr>
        <dsp:cNvPr id="0" name=""/>
        <dsp:cNvSpPr/>
      </dsp:nvSpPr>
      <dsp:spPr>
        <a:xfrm>
          <a:off x="992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26007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5</a:t>
          </a:r>
          <a:endParaRPr kumimoji="1" lang="ja-JP" altLang="en-US" sz="2400" kern="1200" dirty="0"/>
        </a:p>
      </dsp:txBody>
      <dsp:txXfrm>
        <a:off x="146933" y="3994948"/>
        <a:ext cx="1083288" cy="672612"/>
      </dsp:txXfrm>
    </dsp:sp>
    <dsp:sp modelId="{7E3EEB84-8596-4156-835C-CE144B9B089A}">
      <dsp:nvSpPr>
        <dsp:cNvPr id="0" name=""/>
        <dsp:cNvSpPr/>
      </dsp:nvSpPr>
      <dsp:spPr>
        <a:xfrm>
          <a:off x="1376164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501179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3</a:t>
          </a:r>
          <a:endParaRPr kumimoji="1" lang="ja-JP" altLang="en-US" sz="2400" kern="1200" dirty="0"/>
        </a:p>
      </dsp:txBody>
      <dsp:txXfrm>
        <a:off x="1522105" y="3994948"/>
        <a:ext cx="1083288" cy="672612"/>
      </dsp:txXfrm>
    </dsp:sp>
    <dsp:sp modelId="{F8AD3EC0-C03B-48B5-95BB-137B83D1D76D}">
      <dsp:nvSpPr>
        <dsp:cNvPr id="0" name=""/>
        <dsp:cNvSpPr/>
      </dsp:nvSpPr>
      <dsp:spPr>
        <a:xfrm>
          <a:off x="2751335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2876351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8</a:t>
          </a:r>
          <a:endParaRPr kumimoji="1" lang="ja-JP" altLang="en-US" sz="2400" kern="1200" dirty="0"/>
        </a:p>
      </dsp:txBody>
      <dsp:txXfrm>
        <a:off x="2897277" y="2953256"/>
        <a:ext cx="1083288" cy="672612"/>
      </dsp:txXfrm>
    </dsp:sp>
    <dsp:sp modelId="{F0A1A7BF-F11F-4F86-9616-48D724CD58C0}">
      <dsp:nvSpPr>
        <dsp:cNvPr id="0" name=""/>
        <dsp:cNvSpPr/>
      </dsp:nvSpPr>
      <dsp:spPr>
        <a:xfrm>
          <a:off x="2751335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2876351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2</a:t>
          </a:r>
          <a:endParaRPr kumimoji="1" lang="ja-JP" altLang="en-US" sz="2400" kern="1200" dirty="0"/>
        </a:p>
      </dsp:txBody>
      <dsp:txXfrm>
        <a:off x="2897277" y="3994948"/>
        <a:ext cx="1083288" cy="672612"/>
      </dsp:txXfrm>
    </dsp:sp>
    <dsp:sp modelId="{28CE29A3-B1D6-4991-8A2B-0B606E66E214}">
      <dsp:nvSpPr>
        <dsp:cNvPr id="0" name=""/>
        <dsp:cNvSpPr/>
      </dsp:nvSpPr>
      <dsp:spPr>
        <a:xfrm>
          <a:off x="5845472" y="1771872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70488" y="1890637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>
              <a:highlight>
                <a:srgbClr val="FFFF00"/>
              </a:highlight>
            </a:rPr>
            <a:t>12</a:t>
          </a:r>
          <a:endParaRPr kumimoji="1" lang="ja-JP" altLang="en-US" sz="2400" kern="1200" dirty="0">
            <a:highlight>
              <a:srgbClr val="FFFF00"/>
            </a:highlight>
          </a:endParaRPr>
        </a:p>
      </dsp:txBody>
      <dsp:txXfrm>
        <a:off x="5991414" y="1911563"/>
        <a:ext cx="1083288" cy="672612"/>
      </dsp:txXfrm>
    </dsp:sp>
    <dsp:sp modelId="{E21EA01E-3155-4D8E-A10A-70968A00A3D2}">
      <dsp:nvSpPr>
        <dsp:cNvPr id="0" name=""/>
        <dsp:cNvSpPr/>
      </dsp:nvSpPr>
      <dsp:spPr>
        <a:xfrm>
          <a:off x="4677816" y="2822360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802832" y="2941125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13</a:t>
          </a:r>
          <a:endParaRPr kumimoji="1" lang="ja-JP" altLang="en-US" sz="2400" kern="1200" dirty="0"/>
        </a:p>
      </dsp:txBody>
      <dsp:txXfrm>
        <a:off x="4823758" y="2962051"/>
        <a:ext cx="1083288" cy="672612"/>
      </dsp:txXfrm>
    </dsp:sp>
    <dsp:sp modelId="{FD60BCD1-B09B-418B-A913-32319C336FB7}">
      <dsp:nvSpPr>
        <dsp:cNvPr id="0" name=""/>
        <dsp:cNvSpPr/>
      </dsp:nvSpPr>
      <dsp:spPr>
        <a:xfrm>
          <a:off x="4126507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4251523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11</a:t>
          </a:r>
          <a:endParaRPr kumimoji="1" lang="ja-JP" altLang="en-US" sz="2400" kern="1200" dirty="0"/>
        </a:p>
      </dsp:txBody>
      <dsp:txXfrm>
        <a:off x="4272449" y="3994948"/>
        <a:ext cx="1083288" cy="672612"/>
      </dsp:txXfrm>
    </dsp:sp>
    <dsp:sp modelId="{151597F5-E5D9-4744-A6B3-FE1672B5DDAE}">
      <dsp:nvSpPr>
        <dsp:cNvPr id="0" name=""/>
        <dsp:cNvSpPr/>
      </dsp:nvSpPr>
      <dsp:spPr>
        <a:xfrm>
          <a:off x="5501679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5626695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7</a:t>
          </a:r>
          <a:endParaRPr kumimoji="1" lang="ja-JP" altLang="en-US" sz="2400" kern="1200" dirty="0"/>
        </a:p>
      </dsp:txBody>
      <dsp:txXfrm>
        <a:off x="5647621" y="3994948"/>
        <a:ext cx="1083288" cy="672612"/>
      </dsp:txXfrm>
    </dsp:sp>
    <dsp:sp modelId="{4030983D-B8EC-43FF-86D4-B4FA26725AF1}">
      <dsp:nvSpPr>
        <dsp:cNvPr id="0" name=""/>
        <dsp:cNvSpPr/>
      </dsp:nvSpPr>
      <dsp:spPr>
        <a:xfrm>
          <a:off x="6876851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7001867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15</a:t>
          </a:r>
          <a:endParaRPr kumimoji="1" lang="ja-JP" altLang="en-US" sz="2400" kern="1200" dirty="0"/>
        </a:p>
      </dsp:txBody>
      <dsp:txXfrm>
        <a:off x="7022793" y="2953256"/>
        <a:ext cx="1083288" cy="672612"/>
      </dsp:txXfrm>
    </dsp:sp>
    <dsp:sp modelId="{BFC09D35-31A1-45A9-9BCD-F2D4DACAC571}">
      <dsp:nvSpPr>
        <dsp:cNvPr id="0" name=""/>
        <dsp:cNvSpPr/>
      </dsp:nvSpPr>
      <dsp:spPr>
        <a:xfrm>
          <a:off x="6876851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68CD4-0A48-4128-A12F-35711B5CBA4F}">
      <dsp:nvSpPr>
        <dsp:cNvPr id="0" name=""/>
        <dsp:cNvSpPr/>
      </dsp:nvSpPr>
      <dsp:spPr>
        <a:xfrm>
          <a:off x="7001867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6</a:t>
          </a:r>
          <a:endParaRPr kumimoji="1" lang="ja-JP" altLang="en-US" sz="2400" kern="1200" dirty="0"/>
        </a:p>
      </dsp:txBody>
      <dsp:txXfrm>
        <a:off x="7022793" y="3994948"/>
        <a:ext cx="1083288" cy="6726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588D9-AA17-4430-94C4-562096F3B853}">
      <dsp:nvSpPr>
        <dsp:cNvPr id="0" name=""/>
        <dsp:cNvSpPr/>
      </dsp:nvSpPr>
      <dsp:spPr>
        <a:xfrm>
          <a:off x="7393701" y="3528029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89399-9D17-40E0-BEE6-022DCFF5E23E}">
      <dsp:nvSpPr>
        <dsp:cNvPr id="0" name=""/>
        <dsp:cNvSpPr/>
      </dsp:nvSpPr>
      <dsp:spPr>
        <a:xfrm>
          <a:off x="6408042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031378" y="222996"/>
              </a:lnTo>
              <a:lnTo>
                <a:pt x="1031378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5240387" y="3536824"/>
          <a:ext cx="823862" cy="318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201"/>
              </a:lnTo>
              <a:lnTo>
                <a:pt x="823862" y="214201"/>
              </a:lnTo>
              <a:lnTo>
                <a:pt x="823862" y="3184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4689078" y="3536824"/>
          <a:ext cx="551308" cy="318433"/>
        </a:xfrm>
        <a:custGeom>
          <a:avLst/>
          <a:gdLst/>
          <a:ahLst/>
          <a:cxnLst/>
          <a:rect l="0" t="0" r="0" b="0"/>
          <a:pathLst>
            <a:path>
              <a:moveTo>
                <a:pt x="551308" y="0"/>
              </a:moveTo>
              <a:lnTo>
                <a:pt x="551308" y="214201"/>
              </a:lnTo>
              <a:lnTo>
                <a:pt x="0" y="214201"/>
              </a:lnTo>
              <a:lnTo>
                <a:pt x="0" y="3184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240387" y="2486336"/>
          <a:ext cx="1167655" cy="336023"/>
        </a:xfrm>
        <a:custGeom>
          <a:avLst/>
          <a:gdLst/>
          <a:ahLst/>
          <a:cxnLst/>
          <a:rect l="0" t="0" r="0" b="0"/>
          <a:pathLst>
            <a:path>
              <a:moveTo>
                <a:pt x="1167655" y="0"/>
              </a:moveTo>
              <a:lnTo>
                <a:pt x="1167655" y="231791"/>
              </a:lnTo>
              <a:lnTo>
                <a:pt x="0" y="231791"/>
              </a:lnTo>
              <a:lnTo>
                <a:pt x="0" y="33602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345285" y="1444644"/>
          <a:ext cx="2062757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2062757" y="222996"/>
              </a:lnTo>
              <a:lnTo>
                <a:pt x="2062757" y="3272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268186" y="3528029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282527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031378" y="222996"/>
              </a:lnTo>
              <a:lnTo>
                <a:pt x="1031378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251148" y="3528029"/>
          <a:ext cx="687585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687585" y="222996"/>
              </a:lnTo>
              <a:lnTo>
                <a:pt x="687585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563562" y="3528029"/>
          <a:ext cx="687585" cy="327228"/>
        </a:xfrm>
        <a:custGeom>
          <a:avLst/>
          <a:gdLst/>
          <a:ahLst/>
          <a:cxnLst/>
          <a:rect l="0" t="0" r="0" b="0"/>
          <a:pathLst>
            <a:path>
              <a:moveTo>
                <a:pt x="687585" y="0"/>
              </a:moveTo>
              <a:lnTo>
                <a:pt x="687585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251148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1031378" y="0"/>
              </a:moveTo>
              <a:lnTo>
                <a:pt x="1031378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282527" y="1444644"/>
          <a:ext cx="2062757" cy="327228"/>
        </a:xfrm>
        <a:custGeom>
          <a:avLst/>
          <a:gdLst/>
          <a:ahLst/>
          <a:cxnLst/>
          <a:rect l="0" t="0" r="0" b="0"/>
          <a:pathLst>
            <a:path>
              <a:moveTo>
                <a:pt x="2062757" y="0"/>
              </a:moveTo>
              <a:lnTo>
                <a:pt x="2062757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782714" y="730179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3907730" y="848944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>
              <a:highlight>
                <a:srgbClr val="FFFF00"/>
              </a:highlight>
            </a:rPr>
            <a:t>17</a:t>
          </a:r>
          <a:endParaRPr kumimoji="1" lang="ja-JP" altLang="en-US" sz="2400" kern="1200" dirty="0">
            <a:highlight>
              <a:srgbClr val="FFFF00"/>
            </a:highlight>
          </a:endParaRPr>
        </a:p>
      </dsp:txBody>
      <dsp:txXfrm>
        <a:off x="3928656" y="869870"/>
        <a:ext cx="1083288" cy="672612"/>
      </dsp:txXfrm>
    </dsp:sp>
    <dsp:sp modelId="{1365097D-0173-4A32-9B8E-A8EE31255A2E}">
      <dsp:nvSpPr>
        <dsp:cNvPr id="0" name=""/>
        <dsp:cNvSpPr/>
      </dsp:nvSpPr>
      <dsp:spPr>
        <a:xfrm>
          <a:off x="1719957" y="1771872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1844972" y="1890637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10</a:t>
          </a:r>
          <a:endParaRPr kumimoji="1" lang="ja-JP" altLang="en-US" sz="2400" kern="1200" dirty="0"/>
        </a:p>
      </dsp:txBody>
      <dsp:txXfrm>
        <a:off x="1865898" y="1911563"/>
        <a:ext cx="1083288" cy="672612"/>
      </dsp:txXfrm>
    </dsp:sp>
    <dsp:sp modelId="{FA63F1CA-CA1E-4802-A5DB-D9255E18F093}">
      <dsp:nvSpPr>
        <dsp:cNvPr id="0" name=""/>
        <dsp:cNvSpPr/>
      </dsp:nvSpPr>
      <dsp:spPr>
        <a:xfrm>
          <a:off x="688578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813593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9</a:t>
          </a:r>
          <a:endParaRPr kumimoji="1" lang="ja-JP" altLang="en-US" sz="2400" kern="1200" dirty="0"/>
        </a:p>
      </dsp:txBody>
      <dsp:txXfrm>
        <a:off x="834519" y="2953256"/>
        <a:ext cx="1083288" cy="672612"/>
      </dsp:txXfrm>
    </dsp:sp>
    <dsp:sp modelId="{48BE5FD9-46D4-4725-AC4D-774C0F4D5B2E}">
      <dsp:nvSpPr>
        <dsp:cNvPr id="0" name=""/>
        <dsp:cNvSpPr/>
      </dsp:nvSpPr>
      <dsp:spPr>
        <a:xfrm>
          <a:off x="992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26007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5</a:t>
          </a:r>
          <a:endParaRPr kumimoji="1" lang="ja-JP" altLang="en-US" sz="2400" kern="1200" dirty="0"/>
        </a:p>
      </dsp:txBody>
      <dsp:txXfrm>
        <a:off x="146933" y="3994948"/>
        <a:ext cx="1083288" cy="672612"/>
      </dsp:txXfrm>
    </dsp:sp>
    <dsp:sp modelId="{7E3EEB84-8596-4156-835C-CE144B9B089A}">
      <dsp:nvSpPr>
        <dsp:cNvPr id="0" name=""/>
        <dsp:cNvSpPr/>
      </dsp:nvSpPr>
      <dsp:spPr>
        <a:xfrm>
          <a:off x="1376164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501179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3</a:t>
          </a:r>
          <a:endParaRPr kumimoji="1" lang="ja-JP" altLang="en-US" sz="2400" kern="1200" dirty="0"/>
        </a:p>
      </dsp:txBody>
      <dsp:txXfrm>
        <a:off x="1522105" y="3994948"/>
        <a:ext cx="1083288" cy="672612"/>
      </dsp:txXfrm>
    </dsp:sp>
    <dsp:sp modelId="{F8AD3EC0-C03B-48B5-95BB-137B83D1D76D}">
      <dsp:nvSpPr>
        <dsp:cNvPr id="0" name=""/>
        <dsp:cNvSpPr/>
      </dsp:nvSpPr>
      <dsp:spPr>
        <a:xfrm>
          <a:off x="2751335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2876351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8</a:t>
          </a:r>
          <a:endParaRPr kumimoji="1" lang="ja-JP" altLang="en-US" sz="2400" kern="1200" dirty="0"/>
        </a:p>
      </dsp:txBody>
      <dsp:txXfrm>
        <a:off x="2897277" y="2953256"/>
        <a:ext cx="1083288" cy="672612"/>
      </dsp:txXfrm>
    </dsp:sp>
    <dsp:sp modelId="{F0A1A7BF-F11F-4F86-9616-48D724CD58C0}">
      <dsp:nvSpPr>
        <dsp:cNvPr id="0" name=""/>
        <dsp:cNvSpPr/>
      </dsp:nvSpPr>
      <dsp:spPr>
        <a:xfrm>
          <a:off x="2751335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2876351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2</a:t>
          </a:r>
          <a:endParaRPr kumimoji="1" lang="ja-JP" altLang="en-US" sz="2400" kern="1200" dirty="0"/>
        </a:p>
      </dsp:txBody>
      <dsp:txXfrm>
        <a:off x="2897277" y="3994948"/>
        <a:ext cx="1083288" cy="672612"/>
      </dsp:txXfrm>
    </dsp:sp>
    <dsp:sp modelId="{28CE29A3-B1D6-4991-8A2B-0B606E66E214}">
      <dsp:nvSpPr>
        <dsp:cNvPr id="0" name=""/>
        <dsp:cNvSpPr/>
      </dsp:nvSpPr>
      <dsp:spPr>
        <a:xfrm>
          <a:off x="5845472" y="1771872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70488" y="1890637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>
              <a:highlight>
                <a:srgbClr val="FFFF00"/>
              </a:highlight>
            </a:rPr>
            <a:t>12</a:t>
          </a:r>
          <a:endParaRPr kumimoji="1" lang="ja-JP" altLang="en-US" sz="2400" kern="1200" dirty="0">
            <a:highlight>
              <a:srgbClr val="FFFF00"/>
            </a:highlight>
          </a:endParaRPr>
        </a:p>
      </dsp:txBody>
      <dsp:txXfrm>
        <a:off x="5991414" y="1911563"/>
        <a:ext cx="1083288" cy="672612"/>
      </dsp:txXfrm>
    </dsp:sp>
    <dsp:sp modelId="{E21EA01E-3155-4D8E-A10A-70968A00A3D2}">
      <dsp:nvSpPr>
        <dsp:cNvPr id="0" name=""/>
        <dsp:cNvSpPr/>
      </dsp:nvSpPr>
      <dsp:spPr>
        <a:xfrm>
          <a:off x="4677816" y="2822360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802832" y="2941125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13</a:t>
          </a:r>
          <a:endParaRPr kumimoji="1" lang="ja-JP" altLang="en-US" sz="2400" kern="1200" dirty="0"/>
        </a:p>
      </dsp:txBody>
      <dsp:txXfrm>
        <a:off x="4823758" y="2962051"/>
        <a:ext cx="1083288" cy="672612"/>
      </dsp:txXfrm>
    </dsp:sp>
    <dsp:sp modelId="{FD60BCD1-B09B-418B-A913-32319C336FB7}">
      <dsp:nvSpPr>
        <dsp:cNvPr id="0" name=""/>
        <dsp:cNvSpPr/>
      </dsp:nvSpPr>
      <dsp:spPr>
        <a:xfrm>
          <a:off x="4126507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4251523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11</a:t>
          </a:r>
          <a:endParaRPr kumimoji="1" lang="ja-JP" altLang="en-US" sz="2400" kern="1200" dirty="0"/>
        </a:p>
      </dsp:txBody>
      <dsp:txXfrm>
        <a:off x="4272449" y="3994948"/>
        <a:ext cx="1083288" cy="672612"/>
      </dsp:txXfrm>
    </dsp:sp>
    <dsp:sp modelId="{151597F5-E5D9-4744-A6B3-FE1672B5DDAE}">
      <dsp:nvSpPr>
        <dsp:cNvPr id="0" name=""/>
        <dsp:cNvSpPr/>
      </dsp:nvSpPr>
      <dsp:spPr>
        <a:xfrm>
          <a:off x="5501679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5626695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7</a:t>
          </a:r>
          <a:endParaRPr kumimoji="1" lang="ja-JP" altLang="en-US" sz="2400" kern="1200" dirty="0"/>
        </a:p>
      </dsp:txBody>
      <dsp:txXfrm>
        <a:off x="5647621" y="3994948"/>
        <a:ext cx="1083288" cy="672612"/>
      </dsp:txXfrm>
    </dsp:sp>
    <dsp:sp modelId="{4030983D-B8EC-43FF-86D4-B4FA26725AF1}">
      <dsp:nvSpPr>
        <dsp:cNvPr id="0" name=""/>
        <dsp:cNvSpPr/>
      </dsp:nvSpPr>
      <dsp:spPr>
        <a:xfrm>
          <a:off x="6876851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7001867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15</a:t>
          </a:r>
          <a:endParaRPr kumimoji="1" lang="ja-JP" altLang="en-US" sz="2400" kern="1200" dirty="0"/>
        </a:p>
      </dsp:txBody>
      <dsp:txXfrm>
        <a:off x="7022793" y="2953256"/>
        <a:ext cx="1083288" cy="672612"/>
      </dsp:txXfrm>
    </dsp:sp>
    <dsp:sp modelId="{BFC09D35-31A1-45A9-9BCD-F2D4DACAC571}">
      <dsp:nvSpPr>
        <dsp:cNvPr id="0" name=""/>
        <dsp:cNvSpPr/>
      </dsp:nvSpPr>
      <dsp:spPr>
        <a:xfrm>
          <a:off x="6876851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68CD4-0A48-4128-A12F-35711B5CBA4F}">
      <dsp:nvSpPr>
        <dsp:cNvPr id="0" name=""/>
        <dsp:cNvSpPr/>
      </dsp:nvSpPr>
      <dsp:spPr>
        <a:xfrm>
          <a:off x="7001867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6</a:t>
          </a:r>
          <a:endParaRPr kumimoji="1" lang="ja-JP" altLang="en-US" sz="2400" kern="1200" dirty="0"/>
        </a:p>
      </dsp:txBody>
      <dsp:txXfrm>
        <a:off x="7022793" y="3994948"/>
        <a:ext cx="1083288" cy="6726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588D9-AA17-4430-94C4-562096F3B853}">
      <dsp:nvSpPr>
        <dsp:cNvPr id="0" name=""/>
        <dsp:cNvSpPr/>
      </dsp:nvSpPr>
      <dsp:spPr>
        <a:xfrm>
          <a:off x="7393701" y="3528029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89399-9D17-40E0-BEE6-022DCFF5E23E}">
      <dsp:nvSpPr>
        <dsp:cNvPr id="0" name=""/>
        <dsp:cNvSpPr/>
      </dsp:nvSpPr>
      <dsp:spPr>
        <a:xfrm>
          <a:off x="6408042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031378" y="222996"/>
              </a:lnTo>
              <a:lnTo>
                <a:pt x="1031378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5240387" y="3536824"/>
          <a:ext cx="823862" cy="318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201"/>
              </a:lnTo>
              <a:lnTo>
                <a:pt x="823862" y="214201"/>
              </a:lnTo>
              <a:lnTo>
                <a:pt x="823862" y="3184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4689078" y="3536824"/>
          <a:ext cx="551308" cy="318433"/>
        </a:xfrm>
        <a:custGeom>
          <a:avLst/>
          <a:gdLst/>
          <a:ahLst/>
          <a:cxnLst/>
          <a:rect l="0" t="0" r="0" b="0"/>
          <a:pathLst>
            <a:path>
              <a:moveTo>
                <a:pt x="551308" y="0"/>
              </a:moveTo>
              <a:lnTo>
                <a:pt x="551308" y="214201"/>
              </a:lnTo>
              <a:lnTo>
                <a:pt x="0" y="214201"/>
              </a:lnTo>
              <a:lnTo>
                <a:pt x="0" y="3184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240387" y="2486336"/>
          <a:ext cx="1167655" cy="336023"/>
        </a:xfrm>
        <a:custGeom>
          <a:avLst/>
          <a:gdLst/>
          <a:ahLst/>
          <a:cxnLst/>
          <a:rect l="0" t="0" r="0" b="0"/>
          <a:pathLst>
            <a:path>
              <a:moveTo>
                <a:pt x="1167655" y="0"/>
              </a:moveTo>
              <a:lnTo>
                <a:pt x="1167655" y="231791"/>
              </a:lnTo>
              <a:lnTo>
                <a:pt x="0" y="231791"/>
              </a:lnTo>
              <a:lnTo>
                <a:pt x="0" y="33602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345285" y="1444644"/>
          <a:ext cx="2062757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2062757" y="222996"/>
              </a:lnTo>
              <a:lnTo>
                <a:pt x="2062757" y="3272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268186" y="3528029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282527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031378" y="222996"/>
              </a:lnTo>
              <a:lnTo>
                <a:pt x="1031378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251148" y="3528029"/>
          <a:ext cx="687585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687585" y="222996"/>
              </a:lnTo>
              <a:lnTo>
                <a:pt x="687585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563562" y="3528029"/>
          <a:ext cx="687585" cy="327228"/>
        </a:xfrm>
        <a:custGeom>
          <a:avLst/>
          <a:gdLst/>
          <a:ahLst/>
          <a:cxnLst/>
          <a:rect l="0" t="0" r="0" b="0"/>
          <a:pathLst>
            <a:path>
              <a:moveTo>
                <a:pt x="687585" y="0"/>
              </a:moveTo>
              <a:lnTo>
                <a:pt x="687585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251148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1031378" y="0"/>
              </a:moveTo>
              <a:lnTo>
                <a:pt x="1031378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282527" y="1444644"/>
          <a:ext cx="2062757" cy="327228"/>
        </a:xfrm>
        <a:custGeom>
          <a:avLst/>
          <a:gdLst/>
          <a:ahLst/>
          <a:cxnLst/>
          <a:rect l="0" t="0" r="0" b="0"/>
          <a:pathLst>
            <a:path>
              <a:moveTo>
                <a:pt x="2062757" y="0"/>
              </a:moveTo>
              <a:lnTo>
                <a:pt x="2062757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782714" y="730179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3907730" y="848944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17</a:t>
          </a:r>
          <a:endParaRPr kumimoji="1" lang="ja-JP" altLang="en-US" sz="2400" kern="1200" dirty="0"/>
        </a:p>
      </dsp:txBody>
      <dsp:txXfrm>
        <a:off x="3928656" y="869870"/>
        <a:ext cx="1083288" cy="672612"/>
      </dsp:txXfrm>
    </dsp:sp>
    <dsp:sp modelId="{1365097D-0173-4A32-9B8E-A8EE31255A2E}">
      <dsp:nvSpPr>
        <dsp:cNvPr id="0" name=""/>
        <dsp:cNvSpPr/>
      </dsp:nvSpPr>
      <dsp:spPr>
        <a:xfrm>
          <a:off x="1719957" y="1771872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1844972" y="1890637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10</a:t>
          </a:r>
          <a:endParaRPr kumimoji="1" lang="ja-JP" altLang="en-US" sz="2400" kern="1200" dirty="0"/>
        </a:p>
      </dsp:txBody>
      <dsp:txXfrm>
        <a:off x="1865898" y="1911563"/>
        <a:ext cx="1083288" cy="672612"/>
      </dsp:txXfrm>
    </dsp:sp>
    <dsp:sp modelId="{FA63F1CA-CA1E-4802-A5DB-D9255E18F093}">
      <dsp:nvSpPr>
        <dsp:cNvPr id="0" name=""/>
        <dsp:cNvSpPr/>
      </dsp:nvSpPr>
      <dsp:spPr>
        <a:xfrm>
          <a:off x="688578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813593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9</a:t>
          </a:r>
          <a:endParaRPr kumimoji="1" lang="ja-JP" altLang="en-US" sz="2400" kern="1200" dirty="0"/>
        </a:p>
      </dsp:txBody>
      <dsp:txXfrm>
        <a:off x="834519" y="2953256"/>
        <a:ext cx="1083288" cy="672612"/>
      </dsp:txXfrm>
    </dsp:sp>
    <dsp:sp modelId="{48BE5FD9-46D4-4725-AC4D-774C0F4D5B2E}">
      <dsp:nvSpPr>
        <dsp:cNvPr id="0" name=""/>
        <dsp:cNvSpPr/>
      </dsp:nvSpPr>
      <dsp:spPr>
        <a:xfrm>
          <a:off x="992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26007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5</a:t>
          </a:r>
          <a:endParaRPr kumimoji="1" lang="ja-JP" altLang="en-US" sz="2400" kern="1200" dirty="0"/>
        </a:p>
      </dsp:txBody>
      <dsp:txXfrm>
        <a:off x="146933" y="3994948"/>
        <a:ext cx="1083288" cy="672612"/>
      </dsp:txXfrm>
    </dsp:sp>
    <dsp:sp modelId="{7E3EEB84-8596-4156-835C-CE144B9B089A}">
      <dsp:nvSpPr>
        <dsp:cNvPr id="0" name=""/>
        <dsp:cNvSpPr/>
      </dsp:nvSpPr>
      <dsp:spPr>
        <a:xfrm>
          <a:off x="1376164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501179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3</a:t>
          </a:r>
          <a:endParaRPr kumimoji="1" lang="ja-JP" altLang="en-US" sz="2400" kern="1200" dirty="0"/>
        </a:p>
      </dsp:txBody>
      <dsp:txXfrm>
        <a:off x="1522105" y="3994948"/>
        <a:ext cx="1083288" cy="672612"/>
      </dsp:txXfrm>
    </dsp:sp>
    <dsp:sp modelId="{F8AD3EC0-C03B-48B5-95BB-137B83D1D76D}">
      <dsp:nvSpPr>
        <dsp:cNvPr id="0" name=""/>
        <dsp:cNvSpPr/>
      </dsp:nvSpPr>
      <dsp:spPr>
        <a:xfrm>
          <a:off x="2751335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2876351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8</a:t>
          </a:r>
          <a:endParaRPr kumimoji="1" lang="ja-JP" altLang="en-US" sz="2400" kern="1200" dirty="0"/>
        </a:p>
      </dsp:txBody>
      <dsp:txXfrm>
        <a:off x="2897277" y="2953256"/>
        <a:ext cx="1083288" cy="672612"/>
      </dsp:txXfrm>
    </dsp:sp>
    <dsp:sp modelId="{F0A1A7BF-F11F-4F86-9616-48D724CD58C0}">
      <dsp:nvSpPr>
        <dsp:cNvPr id="0" name=""/>
        <dsp:cNvSpPr/>
      </dsp:nvSpPr>
      <dsp:spPr>
        <a:xfrm>
          <a:off x="2751335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2876351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2</a:t>
          </a:r>
          <a:endParaRPr kumimoji="1" lang="ja-JP" altLang="en-US" sz="2400" kern="1200" dirty="0"/>
        </a:p>
      </dsp:txBody>
      <dsp:txXfrm>
        <a:off x="2897277" y="3994948"/>
        <a:ext cx="1083288" cy="672612"/>
      </dsp:txXfrm>
    </dsp:sp>
    <dsp:sp modelId="{28CE29A3-B1D6-4991-8A2B-0B606E66E214}">
      <dsp:nvSpPr>
        <dsp:cNvPr id="0" name=""/>
        <dsp:cNvSpPr/>
      </dsp:nvSpPr>
      <dsp:spPr>
        <a:xfrm>
          <a:off x="5845472" y="1771872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70488" y="1890637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>
              <a:highlight>
                <a:srgbClr val="FFFF00"/>
              </a:highlight>
            </a:rPr>
            <a:t>15</a:t>
          </a:r>
          <a:endParaRPr kumimoji="1" lang="ja-JP" altLang="en-US" sz="2400" kern="1200" dirty="0">
            <a:highlight>
              <a:srgbClr val="FFFF00"/>
            </a:highlight>
          </a:endParaRPr>
        </a:p>
      </dsp:txBody>
      <dsp:txXfrm>
        <a:off x="5991414" y="1911563"/>
        <a:ext cx="1083288" cy="672612"/>
      </dsp:txXfrm>
    </dsp:sp>
    <dsp:sp modelId="{E21EA01E-3155-4D8E-A10A-70968A00A3D2}">
      <dsp:nvSpPr>
        <dsp:cNvPr id="0" name=""/>
        <dsp:cNvSpPr/>
      </dsp:nvSpPr>
      <dsp:spPr>
        <a:xfrm>
          <a:off x="4677816" y="2822360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802832" y="2941125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13</a:t>
          </a:r>
          <a:endParaRPr kumimoji="1" lang="ja-JP" altLang="en-US" sz="2400" kern="1200" dirty="0"/>
        </a:p>
      </dsp:txBody>
      <dsp:txXfrm>
        <a:off x="4823758" y="2962051"/>
        <a:ext cx="1083288" cy="672612"/>
      </dsp:txXfrm>
    </dsp:sp>
    <dsp:sp modelId="{FD60BCD1-B09B-418B-A913-32319C336FB7}">
      <dsp:nvSpPr>
        <dsp:cNvPr id="0" name=""/>
        <dsp:cNvSpPr/>
      </dsp:nvSpPr>
      <dsp:spPr>
        <a:xfrm>
          <a:off x="4126507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4251523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11</a:t>
          </a:r>
          <a:endParaRPr kumimoji="1" lang="ja-JP" altLang="en-US" sz="2400" kern="1200" dirty="0"/>
        </a:p>
      </dsp:txBody>
      <dsp:txXfrm>
        <a:off x="4272449" y="3994948"/>
        <a:ext cx="1083288" cy="672612"/>
      </dsp:txXfrm>
    </dsp:sp>
    <dsp:sp modelId="{151597F5-E5D9-4744-A6B3-FE1672B5DDAE}">
      <dsp:nvSpPr>
        <dsp:cNvPr id="0" name=""/>
        <dsp:cNvSpPr/>
      </dsp:nvSpPr>
      <dsp:spPr>
        <a:xfrm>
          <a:off x="5501679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5626695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7</a:t>
          </a:r>
          <a:endParaRPr kumimoji="1" lang="ja-JP" altLang="en-US" sz="2400" kern="1200" dirty="0"/>
        </a:p>
      </dsp:txBody>
      <dsp:txXfrm>
        <a:off x="5647621" y="3994948"/>
        <a:ext cx="1083288" cy="672612"/>
      </dsp:txXfrm>
    </dsp:sp>
    <dsp:sp modelId="{4030983D-B8EC-43FF-86D4-B4FA26725AF1}">
      <dsp:nvSpPr>
        <dsp:cNvPr id="0" name=""/>
        <dsp:cNvSpPr/>
      </dsp:nvSpPr>
      <dsp:spPr>
        <a:xfrm>
          <a:off x="6876851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7001867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>
              <a:highlight>
                <a:srgbClr val="FFFF00"/>
              </a:highlight>
            </a:rPr>
            <a:t>12</a:t>
          </a:r>
          <a:endParaRPr kumimoji="1" lang="ja-JP" altLang="en-US" sz="2400" kern="1200" dirty="0">
            <a:highlight>
              <a:srgbClr val="FFFF00"/>
            </a:highlight>
          </a:endParaRPr>
        </a:p>
      </dsp:txBody>
      <dsp:txXfrm>
        <a:off x="7022793" y="2953256"/>
        <a:ext cx="1083288" cy="672612"/>
      </dsp:txXfrm>
    </dsp:sp>
    <dsp:sp modelId="{BFC09D35-31A1-45A9-9BCD-F2D4DACAC571}">
      <dsp:nvSpPr>
        <dsp:cNvPr id="0" name=""/>
        <dsp:cNvSpPr/>
      </dsp:nvSpPr>
      <dsp:spPr>
        <a:xfrm>
          <a:off x="6876851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68CD4-0A48-4128-A12F-35711B5CBA4F}">
      <dsp:nvSpPr>
        <dsp:cNvPr id="0" name=""/>
        <dsp:cNvSpPr/>
      </dsp:nvSpPr>
      <dsp:spPr>
        <a:xfrm>
          <a:off x="7001867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6</a:t>
          </a:r>
          <a:endParaRPr kumimoji="1" lang="ja-JP" altLang="en-US" sz="2400" kern="1200" dirty="0"/>
        </a:p>
      </dsp:txBody>
      <dsp:txXfrm>
        <a:off x="7022793" y="3994948"/>
        <a:ext cx="1083288" cy="6726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588D9-AA17-4430-94C4-562096F3B853}">
      <dsp:nvSpPr>
        <dsp:cNvPr id="0" name=""/>
        <dsp:cNvSpPr/>
      </dsp:nvSpPr>
      <dsp:spPr>
        <a:xfrm>
          <a:off x="7393701" y="3528029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89399-9D17-40E0-BEE6-022DCFF5E23E}">
      <dsp:nvSpPr>
        <dsp:cNvPr id="0" name=""/>
        <dsp:cNvSpPr/>
      </dsp:nvSpPr>
      <dsp:spPr>
        <a:xfrm>
          <a:off x="6408042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031378" y="222996"/>
              </a:lnTo>
              <a:lnTo>
                <a:pt x="1031378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5240387" y="3536824"/>
          <a:ext cx="823862" cy="318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201"/>
              </a:lnTo>
              <a:lnTo>
                <a:pt x="823862" y="214201"/>
              </a:lnTo>
              <a:lnTo>
                <a:pt x="823862" y="3184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4689078" y="3536824"/>
          <a:ext cx="551308" cy="318433"/>
        </a:xfrm>
        <a:custGeom>
          <a:avLst/>
          <a:gdLst/>
          <a:ahLst/>
          <a:cxnLst/>
          <a:rect l="0" t="0" r="0" b="0"/>
          <a:pathLst>
            <a:path>
              <a:moveTo>
                <a:pt x="551308" y="0"/>
              </a:moveTo>
              <a:lnTo>
                <a:pt x="551308" y="214201"/>
              </a:lnTo>
              <a:lnTo>
                <a:pt x="0" y="214201"/>
              </a:lnTo>
              <a:lnTo>
                <a:pt x="0" y="3184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240387" y="2486336"/>
          <a:ext cx="1167655" cy="336023"/>
        </a:xfrm>
        <a:custGeom>
          <a:avLst/>
          <a:gdLst/>
          <a:ahLst/>
          <a:cxnLst/>
          <a:rect l="0" t="0" r="0" b="0"/>
          <a:pathLst>
            <a:path>
              <a:moveTo>
                <a:pt x="1167655" y="0"/>
              </a:moveTo>
              <a:lnTo>
                <a:pt x="1167655" y="231791"/>
              </a:lnTo>
              <a:lnTo>
                <a:pt x="0" y="231791"/>
              </a:lnTo>
              <a:lnTo>
                <a:pt x="0" y="33602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345285" y="1444644"/>
          <a:ext cx="2062757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2062757" y="222996"/>
              </a:lnTo>
              <a:lnTo>
                <a:pt x="2062757" y="3272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268186" y="3528029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282527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031378" y="222996"/>
              </a:lnTo>
              <a:lnTo>
                <a:pt x="1031378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251148" y="3528029"/>
          <a:ext cx="687585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687585" y="222996"/>
              </a:lnTo>
              <a:lnTo>
                <a:pt x="687585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563562" y="3528029"/>
          <a:ext cx="687585" cy="327228"/>
        </a:xfrm>
        <a:custGeom>
          <a:avLst/>
          <a:gdLst/>
          <a:ahLst/>
          <a:cxnLst/>
          <a:rect l="0" t="0" r="0" b="0"/>
          <a:pathLst>
            <a:path>
              <a:moveTo>
                <a:pt x="687585" y="0"/>
              </a:moveTo>
              <a:lnTo>
                <a:pt x="687585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251148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1031378" y="0"/>
              </a:moveTo>
              <a:lnTo>
                <a:pt x="1031378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282527" y="1444644"/>
          <a:ext cx="2062757" cy="327228"/>
        </a:xfrm>
        <a:custGeom>
          <a:avLst/>
          <a:gdLst/>
          <a:ahLst/>
          <a:cxnLst/>
          <a:rect l="0" t="0" r="0" b="0"/>
          <a:pathLst>
            <a:path>
              <a:moveTo>
                <a:pt x="2062757" y="0"/>
              </a:moveTo>
              <a:lnTo>
                <a:pt x="2062757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782714" y="730179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3907730" y="848944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dirty="0">
              <a:highlight>
                <a:srgbClr val="FFFF00"/>
              </a:highlight>
            </a:rPr>
            <a:t>削除</a:t>
          </a:r>
        </a:p>
      </dsp:txBody>
      <dsp:txXfrm>
        <a:off x="3928656" y="869870"/>
        <a:ext cx="1083288" cy="672612"/>
      </dsp:txXfrm>
    </dsp:sp>
    <dsp:sp modelId="{1365097D-0173-4A32-9B8E-A8EE31255A2E}">
      <dsp:nvSpPr>
        <dsp:cNvPr id="0" name=""/>
        <dsp:cNvSpPr/>
      </dsp:nvSpPr>
      <dsp:spPr>
        <a:xfrm>
          <a:off x="1719957" y="1771872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1844972" y="1890637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10</a:t>
          </a:r>
          <a:endParaRPr kumimoji="1" lang="ja-JP" altLang="en-US" sz="2400" kern="1200" dirty="0"/>
        </a:p>
      </dsp:txBody>
      <dsp:txXfrm>
        <a:off x="1865898" y="1911563"/>
        <a:ext cx="1083288" cy="672612"/>
      </dsp:txXfrm>
    </dsp:sp>
    <dsp:sp modelId="{FA63F1CA-CA1E-4802-A5DB-D9255E18F093}">
      <dsp:nvSpPr>
        <dsp:cNvPr id="0" name=""/>
        <dsp:cNvSpPr/>
      </dsp:nvSpPr>
      <dsp:spPr>
        <a:xfrm>
          <a:off x="688578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813593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9</a:t>
          </a:r>
          <a:endParaRPr kumimoji="1" lang="ja-JP" altLang="en-US" sz="2400" kern="1200" dirty="0"/>
        </a:p>
      </dsp:txBody>
      <dsp:txXfrm>
        <a:off x="834519" y="2953256"/>
        <a:ext cx="1083288" cy="672612"/>
      </dsp:txXfrm>
    </dsp:sp>
    <dsp:sp modelId="{48BE5FD9-46D4-4725-AC4D-774C0F4D5B2E}">
      <dsp:nvSpPr>
        <dsp:cNvPr id="0" name=""/>
        <dsp:cNvSpPr/>
      </dsp:nvSpPr>
      <dsp:spPr>
        <a:xfrm>
          <a:off x="992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26007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5</a:t>
          </a:r>
          <a:endParaRPr kumimoji="1" lang="ja-JP" altLang="en-US" sz="2400" kern="1200" dirty="0"/>
        </a:p>
      </dsp:txBody>
      <dsp:txXfrm>
        <a:off x="146933" y="3994948"/>
        <a:ext cx="1083288" cy="672612"/>
      </dsp:txXfrm>
    </dsp:sp>
    <dsp:sp modelId="{7E3EEB84-8596-4156-835C-CE144B9B089A}">
      <dsp:nvSpPr>
        <dsp:cNvPr id="0" name=""/>
        <dsp:cNvSpPr/>
      </dsp:nvSpPr>
      <dsp:spPr>
        <a:xfrm>
          <a:off x="1376164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501179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3</a:t>
          </a:r>
          <a:endParaRPr kumimoji="1" lang="ja-JP" altLang="en-US" sz="2400" kern="1200" dirty="0"/>
        </a:p>
      </dsp:txBody>
      <dsp:txXfrm>
        <a:off x="1522105" y="3994948"/>
        <a:ext cx="1083288" cy="672612"/>
      </dsp:txXfrm>
    </dsp:sp>
    <dsp:sp modelId="{F8AD3EC0-C03B-48B5-95BB-137B83D1D76D}">
      <dsp:nvSpPr>
        <dsp:cNvPr id="0" name=""/>
        <dsp:cNvSpPr/>
      </dsp:nvSpPr>
      <dsp:spPr>
        <a:xfrm>
          <a:off x="2751335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2876351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8</a:t>
          </a:r>
          <a:endParaRPr kumimoji="1" lang="ja-JP" altLang="en-US" sz="2400" kern="1200" dirty="0"/>
        </a:p>
      </dsp:txBody>
      <dsp:txXfrm>
        <a:off x="2897277" y="2953256"/>
        <a:ext cx="1083288" cy="672612"/>
      </dsp:txXfrm>
    </dsp:sp>
    <dsp:sp modelId="{F0A1A7BF-F11F-4F86-9616-48D724CD58C0}">
      <dsp:nvSpPr>
        <dsp:cNvPr id="0" name=""/>
        <dsp:cNvSpPr/>
      </dsp:nvSpPr>
      <dsp:spPr>
        <a:xfrm>
          <a:off x="2751335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2876351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2</a:t>
          </a:r>
          <a:endParaRPr kumimoji="1" lang="ja-JP" altLang="en-US" sz="2400" kern="1200" dirty="0"/>
        </a:p>
      </dsp:txBody>
      <dsp:txXfrm>
        <a:off x="2897277" y="3994948"/>
        <a:ext cx="1083288" cy="672612"/>
      </dsp:txXfrm>
    </dsp:sp>
    <dsp:sp modelId="{28CE29A3-B1D6-4991-8A2B-0B606E66E214}">
      <dsp:nvSpPr>
        <dsp:cNvPr id="0" name=""/>
        <dsp:cNvSpPr/>
      </dsp:nvSpPr>
      <dsp:spPr>
        <a:xfrm>
          <a:off x="5845472" y="1771872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70488" y="1890637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15</a:t>
          </a:r>
          <a:endParaRPr kumimoji="1" lang="ja-JP" altLang="en-US" sz="2400" kern="1200" dirty="0"/>
        </a:p>
      </dsp:txBody>
      <dsp:txXfrm>
        <a:off x="5991414" y="1911563"/>
        <a:ext cx="1083288" cy="672612"/>
      </dsp:txXfrm>
    </dsp:sp>
    <dsp:sp modelId="{E21EA01E-3155-4D8E-A10A-70968A00A3D2}">
      <dsp:nvSpPr>
        <dsp:cNvPr id="0" name=""/>
        <dsp:cNvSpPr/>
      </dsp:nvSpPr>
      <dsp:spPr>
        <a:xfrm>
          <a:off x="4677816" y="2822360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802832" y="2941125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13</a:t>
          </a:r>
          <a:endParaRPr kumimoji="1" lang="ja-JP" altLang="en-US" sz="2400" kern="1200" dirty="0"/>
        </a:p>
      </dsp:txBody>
      <dsp:txXfrm>
        <a:off x="4823758" y="2962051"/>
        <a:ext cx="1083288" cy="672612"/>
      </dsp:txXfrm>
    </dsp:sp>
    <dsp:sp modelId="{FD60BCD1-B09B-418B-A913-32319C336FB7}">
      <dsp:nvSpPr>
        <dsp:cNvPr id="0" name=""/>
        <dsp:cNvSpPr/>
      </dsp:nvSpPr>
      <dsp:spPr>
        <a:xfrm>
          <a:off x="4126507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4251523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11</a:t>
          </a:r>
          <a:endParaRPr kumimoji="1" lang="ja-JP" altLang="en-US" sz="2400" kern="1200" dirty="0"/>
        </a:p>
      </dsp:txBody>
      <dsp:txXfrm>
        <a:off x="4272449" y="3994948"/>
        <a:ext cx="1083288" cy="672612"/>
      </dsp:txXfrm>
    </dsp:sp>
    <dsp:sp modelId="{151597F5-E5D9-4744-A6B3-FE1672B5DDAE}">
      <dsp:nvSpPr>
        <dsp:cNvPr id="0" name=""/>
        <dsp:cNvSpPr/>
      </dsp:nvSpPr>
      <dsp:spPr>
        <a:xfrm>
          <a:off x="5501679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5626695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7</a:t>
          </a:r>
          <a:endParaRPr kumimoji="1" lang="ja-JP" altLang="en-US" sz="2400" kern="1200" dirty="0"/>
        </a:p>
      </dsp:txBody>
      <dsp:txXfrm>
        <a:off x="5647621" y="3994948"/>
        <a:ext cx="1083288" cy="672612"/>
      </dsp:txXfrm>
    </dsp:sp>
    <dsp:sp modelId="{4030983D-B8EC-43FF-86D4-B4FA26725AF1}">
      <dsp:nvSpPr>
        <dsp:cNvPr id="0" name=""/>
        <dsp:cNvSpPr/>
      </dsp:nvSpPr>
      <dsp:spPr>
        <a:xfrm>
          <a:off x="6876851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7001867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12</a:t>
          </a:r>
          <a:endParaRPr kumimoji="1" lang="ja-JP" altLang="en-US" sz="2400" kern="1200" dirty="0"/>
        </a:p>
      </dsp:txBody>
      <dsp:txXfrm>
        <a:off x="7022793" y="2953256"/>
        <a:ext cx="1083288" cy="672612"/>
      </dsp:txXfrm>
    </dsp:sp>
    <dsp:sp modelId="{BFC09D35-31A1-45A9-9BCD-F2D4DACAC571}">
      <dsp:nvSpPr>
        <dsp:cNvPr id="0" name=""/>
        <dsp:cNvSpPr/>
      </dsp:nvSpPr>
      <dsp:spPr>
        <a:xfrm>
          <a:off x="6876851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68CD4-0A48-4128-A12F-35711B5CBA4F}">
      <dsp:nvSpPr>
        <dsp:cNvPr id="0" name=""/>
        <dsp:cNvSpPr/>
      </dsp:nvSpPr>
      <dsp:spPr>
        <a:xfrm>
          <a:off x="7001867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6</a:t>
          </a:r>
          <a:endParaRPr kumimoji="1" lang="ja-JP" altLang="en-US" sz="2400" kern="1200" dirty="0"/>
        </a:p>
      </dsp:txBody>
      <dsp:txXfrm>
        <a:off x="7022793" y="3994948"/>
        <a:ext cx="1083288" cy="6726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588D9-AA17-4430-94C4-562096F3B853}">
      <dsp:nvSpPr>
        <dsp:cNvPr id="0" name=""/>
        <dsp:cNvSpPr/>
      </dsp:nvSpPr>
      <dsp:spPr>
        <a:xfrm>
          <a:off x="7393701" y="3528029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89399-9D17-40E0-BEE6-022DCFF5E23E}">
      <dsp:nvSpPr>
        <dsp:cNvPr id="0" name=""/>
        <dsp:cNvSpPr/>
      </dsp:nvSpPr>
      <dsp:spPr>
        <a:xfrm>
          <a:off x="6408042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031378" y="222996"/>
              </a:lnTo>
              <a:lnTo>
                <a:pt x="1031378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5240387" y="3536824"/>
          <a:ext cx="823862" cy="318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201"/>
              </a:lnTo>
              <a:lnTo>
                <a:pt x="823862" y="214201"/>
              </a:lnTo>
              <a:lnTo>
                <a:pt x="823862" y="3184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4689078" y="3536824"/>
          <a:ext cx="551308" cy="318433"/>
        </a:xfrm>
        <a:custGeom>
          <a:avLst/>
          <a:gdLst/>
          <a:ahLst/>
          <a:cxnLst/>
          <a:rect l="0" t="0" r="0" b="0"/>
          <a:pathLst>
            <a:path>
              <a:moveTo>
                <a:pt x="551308" y="0"/>
              </a:moveTo>
              <a:lnTo>
                <a:pt x="551308" y="214201"/>
              </a:lnTo>
              <a:lnTo>
                <a:pt x="0" y="214201"/>
              </a:lnTo>
              <a:lnTo>
                <a:pt x="0" y="3184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240387" y="2486336"/>
          <a:ext cx="1167655" cy="336023"/>
        </a:xfrm>
        <a:custGeom>
          <a:avLst/>
          <a:gdLst/>
          <a:ahLst/>
          <a:cxnLst/>
          <a:rect l="0" t="0" r="0" b="0"/>
          <a:pathLst>
            <a:path>
              <a:moveTo>
                <a:pt x="1167655" y="0"/>
              </a:moveTo>
              <a:lnTo>
                <a:pt x="1167655" y="231791"/>
              </a:lnTo>
              <a:lnTo>
                <a:pt x="0" y="231791"/>
              </a:lnTo>
              <a:lnTo>
                <a:pt x="0" y="33602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345285" y="1444644"/>
          <a:ext cx="2062757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2062757" y="222996"/>
              </a:lnTo>
              <a:lnTo>
                <a:pt x="2062757" y="3272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268186" y="3528029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282527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031378" y="222996"/>
              </a:lnTo>
              <a:lnTo>
                <a:pt x="1031378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251148" y="3528029"/>
          <a:ext cx="687585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687585" y="222996"/>
              </a:lnTo>
              <a:lnTo>
                <a:pt x="687585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563562" y="3528029"/>
          <a:ext cx="687585" cy="327228"/>
        </a:xfrm>
        <a:custGeom>
          <a:avLst/>
          <a:gdLst/>
          <a:ahLst/>
          <a:cxnLst/>
          <a:rect l="0" t="0" r="0" b="0"/>
          <a:pathLst>
            <a:path>
              <a:moveTo>
                <a:pt x="687585" y="0"/>
              </a:moveTo>
              <a:lnTo>
                <a:pt x="687585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251148" y="2486336"/>
          <a:ext cx="1031378" cy="327228"/>
        </a:xfrm>
        <a:custGeom>
          <a:avLst/>
          <a:gdLst/>
          <a:ahLst/>
          <a:cxnLst/>
          <a:rect l="0" t="0" r="0" b="0"/>
          <a:pathLst>
            <a:path>
              <a:moveTo>
                <a:pt x="1031378" y="0"/>
              </a:moveTo>
              <a:lnTo>
                <a:pt x="1031378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282527" y="1444644"/>
          <a:ext cx="2062757" cy="327228"/>
        </a:xfrm>
        <a:custGeom>
          <a:avLst/>
          <a:gdLst/>
          <a:ahLst/>
          <a:cxnLst/>
          <a:rect l="0" t="0" r="0" b="0"/>
          <a:pathLst>
            <a:path>
              <a:moveTo>
                <a:pt x="2062757" y="0"/>
              </a:moveTo>
              <a:lnTo>
                <a:pt x="2062757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782714" y="730179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3907730" y="848944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>
              <a:highlight>
                <a:srgbClr val="FFFF00"/>
              </a:highlight>
            </a:rPr>
            <a:t>6</a:t>
          </a:r>
          <a:endParaRPr kumimoji="1" lang="ja-JP" altLang="en-US" sz="2400" kern="1200" dirty="0">
            <a:highlight>
              <a:srgbClr val="FFFF00"/>
            </a:highlight>
          </a:endParaRPr>
        </a:p>
      </dsp:txBody>
      <dsp:txXfrm>
        <a:off x="3928656" y="869870"/>
        <a:ext cx="1083288" cy="672612"/>
      </dsp:txXfrm>
    </dsp:sp>
    <dsp:sp modelId="{1365097D-0173-4A32-9B8E-A8EE31255A2E}">
      <dsp:nvSpPr>
        <dsp:cNvPr id="0" name=""/>
        <dsp:cNvSpPr/>
      </dsp:nvSpPr>
      <dsp:spPr>
        <a:xfrm>
          <a:off x="1719957" y="1771872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1844972" y="1890637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10</a:t>
          </a:r>
          <a:endParaRPr kumimoji="1" lang="ja-JP" altLang="en-US" sz="2400" kern="1200" dirty="0"/>
        </a:p>
      </dsp:txBody>
      <dsp:txXfrm>
        <a:off x="1865898" y="1911563"/>
        <a:ext cx="1083288" cy="672612"/>
      </dsp:txXfrm>
    </dsp:sp>
    <dsp:sp modelId="{FA63F1CA-CA1E-4802-A5DB-D9255E18F093}">
      <dsp:nvSpPr>
        <dsp:cNvPr id="0" name=""/>
        <dsp:cNvSpPr/>
      </dsp:nvSpPr>
      <dsp:spPr>
        <a:xfrm>
          <a:off x="688578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813593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9</a:t>
          </a:r>
          <a:endParaRPr kumimoji="1" lang="ja-JP" altLang="en-US" sz="2400" kern="1200" dirty="0"/>
        </a:p>
      </dsp:txBody>
      <dsp:txXfrm>
        <a:off x="834519" y="2953256"/>
        <a:ext cx="1083288" cy="672612"/>
      </dsp:txXfrm>
    </dsp:sp>
    <dsp:sp modelId="{48BE5FD9-46D4-4725-AC4D-774C0F4D5B2E}">
      <dsp:nvSpPr>
        <dsp:cNvPr id="0" name=""/>
        <dsp:cNvSpPr/>
      </dsp:nvSpPr>
      <dsp:spPr>
        <a:xfrm>
          <a:off x="992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26007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5</a:t>
          </a:r>
          <a:endParaRPr kumimoji="1" lang="ja-JP" altLang="en-US" sz="2400" kern="1200" dirty="0"/>
        </a:p>
      </dsp:txBody>
      <dsp:txXfrm>
        <a:off x="146933" y="3994948"/>
        <a:ext cx="1083288" cy="672612"/>
      </dsp:txXfrm>
    </dsp:sp>
    <dsp:sp modelId="{7E3EEB84-8596-4156-835C-CE144B9B089A}">
      <dsp:nvSpPr>
        <dsp:cNvPr id="0" name=""/>
        <dsp:cNvSpPr/>
      </dsp:nvSpPr>
      <dsp:spPr>
        <a:xfrm>
          <a:off x="1376164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501179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3</a:t>
          </a:r>
          <a:endParaRPr kumimoji="1" lang="ja-JP" altLang="en-US" sz="2400" kern="1200" dirty="0"/>
        </a:p>
      </dsp:txBody>
      <dsp:txXfrm>
        <a:off x="1522105" y="3994948"/>
        <a:ext cx="1083288" cy="672612"/>
      </dsp:txXfrm>
    </dsp:sp>
    <dsp:sp modelId="{F8AD3EC0-C03B-48B5-95BB-137B83D1D76D}">
      <dsp:nvSpPr>
        <dsp:cNvPr id="0" name=""/>
        <dsp:cNvSpPr/>
      </dsp:nvSpPr>
      <dsp:spPr>
        <a:xfrm>
          <a:off x="2751335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2876351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8</a:t>
          </a:r>
          <a:endParaRPr kumimoji="1" lang="ja-JP" altLang="en-US" sz="2400" kern="1200" dirty="0"/>
        </a:p>
      </dsp:txBody>
      <dsp:txXfrm>
        <a:off x="2897277" y="2953256"/>
        <a:ext cx="1083288" cy="672612"/>
      </dsp:txXfrm>
    </dsp:sp>
    <dsp:sp modelId="{F0A1A7BF-F11F-4F86-9616-48D724CD58C0}">
      <dsp:nvSpPr>
        <dsp:cNvPr id="0" name=""/>
        <dsp:cNvSpPr/>
      </dsp:nvSpPr>
      <dsp:spPr>
        <a:xfrm>
          <a:off x="2751335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2876351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2</a:t>
          </a:r>
          <a:endParaRPr kumimoji="1" lang="ja-JP" altLang="en-US" sz="2400" kern="1200" dirty="0"/>
        </a:p>
      </dsp:txBody>
      <dsp:txXfrm>
        <a:off x="2897277" y="3994948"/>
        <a:ext cx="1083288" cy="672612"/>
      </dsp:txXfrm>
    </dsp:sp>
    <dsp:sp modelId="{28CE29A3-B1D6-4991-8A2B-0B606E66E214}">
      <dsp:nvSpPr>
        <dsp:cNvPr id="0" name=""/>
        <dsp:cNvSpPr/>
      </dsp:nvSpPr>
      <dsp:spPr>
        <a:xfrm>
          <a:off x="5845472" y="1771872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70488" y="1890637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15</a:t>
          </a:r>
          <a:endParaRPr kumimoji="1" lang="ja-JP" altLang="en-US" sz="2400" kern="1200" dirty="0"/>
        </a:p>
      </dsp:txBody>
      <dsp:txXfrm>
        <a:off x="5991414" y="1911563"/>
        <a:ext cx="1083288" cy="672612"/>
      </dsp:txXfrm>
    </dsp:sp>
    <dsp:sp modelId="{E21EA01E-3155-4D8E-A10A-70968A00A3D2}">
      <dsp:nvSpPr>
        <dsp:cNvPr id="0" name=""/>
        <dsp:cNvSpPr/>
      </dsp:nvSpPr>
      <dsp:spPr>
        <a:xfrm>
          <a:off x="4677816" y="2822360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802832" y="2941125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13</a:t>
          </a:r>
          <a:endParaRPr kumimoji="1" lang="ja-JP" altLang="en-US" sz="2400" kern="1200" dirty="0"/>
        </a:p>
      </dsp:txBody>
      <dsp:txXfrm>
        <a:off x="4823758" y="2962051"/>
        <a:ext cx="1083288" cy="672612"/>
      </dsp:txXfrm>
    </dsp:sp>
    <dsp:sp modelId="{FD60BCD1-B09B-418B-A913-32319C336FB7}">
      <dsp:nvSpPr>
        <dsp:cNvPr id="0" name=""/>
        <dsp:cNvSpPr/>
      </dsp:nvSpPr>
      <dsp:spPr>
        <a:xfrm>
          <a:off x="4126507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4251523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11</a:t>
          </a:r>
          <a:endParaRPr kumimoji="1" lang="ja-JP" altLang="en-US" sz="2400" kern="1200" dirty="0"/>
        </a:p>
      </dsp:txBody>
      <dsp:txXfrm>
        <a:off x="4272449" y="3994948"/>
        <a:ext cx="1083288" cy="672612"/>
      </dsp:txXfrm>
    </dsp:sp>
    <dsp:sp modelId="{151597F5-E5D9-4744-A6B3-FE1672B5DDAE}">
      <dsp:nvSpPr>
        <dsp:cNvPr id="0" name=""/>
        <dsp:cNvSpPr/>
      </dsp:nvSpPr>
      <dsp:spPr>
        <a:xfrm>
          <a:off x="5501679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5626695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7</a:t>
          </a:r>
          <a:endParaRPr kumimoji="1" lang="ja-JP" altLang="en-US" sz="2400" kern="1200" dirty="0"/>
        </a:p>
      </dsp:txBody>
      <dsp:txXfrm>
        <a:off x="5647621" y="3994948"/>
        <a:ext cx="1083288" cy="672612"/>
      </dsp:txXfrm>
    </dsp:sp>
    <dsp:sp modelId="{4030983D-B8EC-43FF-86D4-B4FA26725AF1}">
      <dsp:nvSpPr>
        <dsp:cNvPr id="0" name=""/>
        <dsp:cNvSpPr/>
      </dsp:nvSpPr>
      <dsp:spPr>
        <a:xfrm>
          <a:off x="6876851" y="2813565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7001867" y="2932330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12</a:t>
          </a:r>
          <a:endParaRPr kumimoji="1" lang="ja-JP" altLang="en-US" sz="2400" kern="1200" dirty="0"/>
        </a:p>
      </dsp:txBody>
      <dsp:txXfrm>
        <a:off x="7022793" y="2953256"/>
        <a:ext cx="1083288" cy="672612"/>
      </dsp:txXfrm>
    </dsp:sp>
    <dsp:sp modelId="{BFC09D35-31A1-45A9-9BCD-F2D4DACAC571}">
      <dsp:nvSpPr>
        <dsp:cNvPr id="0" name=""/>
        <dsp:cNvSpPr/>
      </dsp:nvSpPr>
      <dsp:spPr>
        <a:xfrm>
          <a:off x="6876851" y="3855257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68CD4-0A48-4128-A12F-35711B5CBA4F}">
      <dsp:nvSpPr>
        <dsp:cNvPr id="0" name=""/>
        <dsp:cNvSpPr/>
      </dsp:nvSpPr>
      <dsp:spPr>
        <a:xfrm>
          <a:off x="7001867" y="3974022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2400" kern="1200" dirty="0"/>
        </a:p>
      </dsp:txBody>
      <dsp:txXfrm>
        <a:off x="7022793" y="3994948"/>
        <a:ext cx="1083288" cy="6726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623843" y="2465807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750887" y="243526"/>
              </a:lnTo>
              <a:lnTo>
                <a:pt x="750887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5724133" y="3613006"/>
          <a:ext cx="899710" cy="347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921"/>
              </a:lnTo>
              <a:lnTo>
                <a:pt x="899710" y="233921"/>
              </a:lnTo>
              <a:lnTo>
                <a:pt x="899710" y="3477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5122068" y="3613006"/>
          <a:ext cx="602064" cy="347749"/>
        </a:xfrm>
        <a:custGeom>
          <a:avLst/>
          <a:gdLst/>
          <a:ahLst/>
          <a:cxnLst/>
          <a:rect l="0" t="0" r="0" b="0"/>
          <a:pathLst>
            <a:path>
              <a:moveTo>
                <a:pt x="602064" y="0"/>
              </a:moveTo>
              <a:lnTo>
                <a:pt x="602064" y="233921"/>
              </a:lnTo>
              <a:lnTo>
                <a:pt x="0" y="233921"/>
              </a:lnTo>
              <a:lnTo>
                <a:pt x="0" y="3477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724133" y="2465807"/>
          <a:ext cx="899710" cy="366958"/>
        </a:xfrm>
        <a:custGeom>
          <a:avLst/>
          <a:gdLst/>
          <a:ahLst/>
          <a:cxnLst/>
          <a:rect l="0" t="0" r="0" b="0"/>
          <a:pathLst>
            <a:path>
              <a:moveTo>
                <a:pt x="899710" y="0"/>
              </a:moveTo>
              <a:lnTo>
                <a:pt x="899710" y="253131"/>
              </a:lnTo>
              <a:lnTo>
                <a:pt x="0" y="253131"/>
              </a:lnTo>
              <a:lnTo>
                <a:pt x="0" y="36695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558903" y="1328212"/>
          <a:ext cx="2064940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2064940" y="243526"/>
              </a:lnTo>
              <a:lnTo>
                <a:pt x="2064940" y="3573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574573" y="3603401"/>
          <a:ext cx="91440" cy="3573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493962" y="2465807"/>
          <a:ext cx="1126331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1126331" y="243526"/>
              </a:lnTo>
              <a:lnTo>
                <a:pt x="1126331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367631" y="3603401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750887" y="243526"/>
              </a:lnTo>
              <a:lnTo>
                <a:pt x="750887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16743" y="3603401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750887" y="0"/>
              </a:moveTo>
              <a:lnTo>
                <a:pt x="750887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367631" y="2465807"/>
          <a:ext cx="1126331" cy="357354"/>
        </a:xfrm>
        <a:custGeom>
          <a:avLst/>
          <a:gdLst/>
          <a:ahLst/>
          <a:cxnLst/>
          <a:rect l="0" t="0" r="0" b="0"/>
          <a:pathLst>
            <a:path>
              <a:moveTo>
                <a:pt x="1126331" y="0"/>
              </a:moveTo>
              <a:lnTo>
                <a:pt x="1126331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493962" y="1328212"/>
          <a:ext cx="2064940" cy="357354"/>
        </a:xfrm>
        <a:custGeom>
          <a:avLst/>
          <a:gdLst/>
          <a:ahLst/>
          <a:cxnLst/>
          <a:rect l="0" t="0" r="0" b="0"/>
          <a:pathLst>
            <a:path>
              <a:moveTo>
                <a:pt x="2064940" y="0"/>
              </a:moveTo>
              <a:lnTo>
                <a:pt x="2064940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44540" y="547972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1065" y="677670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>
              <a:highlight>
                <a:srgbClr val="FFFF00"/>
              </a:highlight>
            </a:rPr>
            <a:t>15</a:t>
          </a:r>
          <a:endParaRPr kumimoji="1" lang="ja-JP" altLang="en-US" sz="2600" kern="1200" dirty="0">
            <a:highlight>
              <a:srgbClr val="FFFF00"/>
            </a:highlight>
          </a:endParaRPr>
        </a:p>
      </dsp:txBody>
      <dsp:txXfrm>
        <a:off x="4103917" y="700522"/>
        <a:ext cx="1183020" cy="734536"/>
      </dsp:txXfrm>
    </dsp:sp>
    <dsp:sp modelId="{1365097D-0173-4A32-9B8E-A8EE31255A2E}">
      <dsp:nvSpPr>
        <dsp:cNvPr id="0" name=""/>
        <dsp:cNvSpPr/>
      </dsp:nvSpPr>
      <dsp:spPr>
        <a:xfrm>
          <a:off x="1879599" y="1685566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016124" y="1815265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10</a:t>
          </a:r>
          <a:endParaRPr kumimoji="1" lang="ja-JP" altLang="en-US" sz="2600" kern="1200" dirty="0"/>
        </a:p>
      </dsp:txBody>
      <dsp:txXfrm>
        <a:off x="2038976" y="1838117"/>
        <a:ext cx="1183020" cy="734536"/>
      </dsp:txXfrm>
    </dsp:sp>
    <dsp:sp modelId="{FA63F1CA-CA1E-4802-A5DB-D9255E18F093}">
      <dsp:nvSpPr>
        <dsp:cNvPr id="0" name=""/>
        <dsp:cNvSpPr/>
      </dsp:nvSpPr>
      <dsp:spPr>
        <a:xfrm>
          <a:off x="753268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889793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9</a:t>
          </a:r>
          <a:endParaRPr kumimoji="1" lang="ja-JP" altLang="en-US" sz="2600" kern="1200" dirty="0"/>
        </a:p>
      </dsp:txBody>
      <dsp:txXfrm>
        <a:off x="912645" y="2975711"/>
        <a:ext cx="1183020" cy="734536"/>
      </dsp:txXfrm>
    </dsp:sp>
    <dsp:sp modelId="{48BE5FD9-46D4-4725-AC4D-774C0F4D5B2E}">
      <dsp:nvSpPr>
        <dsp:cNvPr id="0" name=""/>
        <dsp:cNvSpPr/>
      </dsp:nvSpPr>
      <dsp:spPr>
        <a:xfrm>
          <a:off x="238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3890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5</a:t>
          </a:r>
          <a:endParaRPr kumimoji="1" lang="ja-JP" altLang="en-US" sz="2600" kern="1200" dirty="0"/>
        </a:p>
      </dsp:txBody>
      <dsp:txXfrm>
        <a:off x="161758" y="4113306"/>
        <a:ext cx="1183020" cy="734536"/>
      </dsp:txXfrm>
    </dsp:sp>
    <dsp:sp modelId="{7E3EEB84-8596-4156-835C-CE144B9B089A}">
      <dsp:nvSpPr>
        <dsp:cNvPr id="0" name=""/>
        <dsp:cNvSpPr/>
      </dsp:nvSpPr>
      <dsp:spPr>
        <a:xfrm>
          <a:off x="1504156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640681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3</a:t>
          </a:r>
          <a:endParaRPr kumimoji="1" lang="ja-JP" altLang="en-US" sz="2600" kern="1200" dirty="0"/>
        </a:p>
      </dsp:txBody>
      <dsp:txXfrm>
        <a:off x="1663533" y="4113306"/>
        <a:ext cx="1183020" cy="734536"/>
      </dsp:txXfrm>
    </dsp:sp>
    <dsp:sp modelId="{F8AD3EC0-C03B-48B5-95BB-137B83D1D76D}">
      <dsp:nvSpPr>
        <dsp:cNvPr id="0" name=""/>
        <dsp:cNvSpPr/>
      </dsp:nvSpPr>
      <dsp:spPr>
        <a:xfrm>
          <a:off x="3005931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142456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8</a:t>
          </a:r>
          <a:endParaRPr kumimoji="1" lang="ja-JP" altLang="en-US" sz="2600" kern="1200" dirty="0"/>
        </a:p>
      </dsp:txBody>
      <dsp:txXfrm>
        <a:off x="3165308" y="2975711"/>
        <a:ext cx="1183020" cy="734536"/>
      </dsp:txXfrm>
    </dsp:sp>
    <dsp:sp modelId="{F0A1A7BF-F11F-4F86-9616-48D724CD58C0}">
      <dsp:nvSpPr>
        <dsp:cNvPr id="0" name=""/>
        <dsp:cNvSpPr/>
      </dsp:nvSpPr>
      <dsp:spPr>
        <a:xfrm>
          <a:off x="300593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14245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2</a:t>
          </a:r>
          <a:endParaRPr kumimoji="1" lang="ja-JP" altLang="en-US" sz="2600" kern="1200" dirty="0"/>
        </a:p>
      </dsp:txBody>
      <dsp:txXfrm>
        <a:off x="3165308" y="4113306"/>
        <a:ext cx="1183020" cy="734536"/>
      </dsp:txXfrm>
    </dsp:sp>
    <dsp:sp modelId="{28CE29A3-B1D6-4991-8A2B-0B606E66E214}">
      <dsp:nvSpPr>
        <dsp:cNvPr id="0" name=""/>
        <dsp:cNvSpPr/>
      </dsp:nvSpPr>
      <dsp:spPr>
        <a:xfrm>
          <a:off x="6009481" y="1685566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146006" y="1815265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>
              <a:highlight>
                <a:srgbClr val="FFFF00"/>
              </a:highlight>
            </a:rPr>
            <a:t>6</a:t>
          </a:r>
          <a:endParaRPr kumimoji="1" lang="ja-JP" altLang="en-US" sz="2600" kern="1200" dirty="0">
            <a:highlight>
              <a:srgbClr val="FFFF00"/>
            </a:highlight>
          </a:endParaRPr>
        </a:p>
      </dsp:txBody>
      <dsp:txXfrm>
        <a:off x="6168858" y="1838117"/>
        <a:ext cx="1183020" cy="734536"/>
      </dsp:txXfrm>
    </dsp:sp>
    <dsp:sp modelId="{E21EA01E-3155-4D8E-A10A-70968A00A3D2}">
      <dsp:nvSpPr>
        <dsp:cNvPr id="0" name=""/>
        <dsp:cNvSpPr/>
      </dsp:nvSpPr>
      <dsp:spPr>
        <a:xfrm>
          <a:off x="5109770" y="283276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5246295" y="296246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13</a:t>
          </a:r>
          <a:endParaRPr kumimoji="1" lang="ja-JP" altLang="en-US" sz="2600" kern="1200" dirty="0"/>
        </a:p>
      </dsp:txBody>
      <dsp:txXfrm>
        <a:off x="5269147" y="2985316"/>
        <a:ext cx="1183020" cy="734536"/>
      </dsp:txXfrm>
    </dsp:sp>
    <dsp:sp modelId="{FD60BCD1-B09B-418B-A913-32319C336FB7}">
      <dsp:nvSpPr>
        <dsp:cNvPr id="0" name=""/>
        <dsp:cNvSpPr/>
      </dsp:nvSpPr>
      <dsp:spPr>
        <a:xfrm>
          <a:off x="4507706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4644231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11</a:t>
          </a:r>
          <a:endParaRPr kumimoji="1" lang="ja-JP" altLang="en-US" sz="2600" kern="1200" dirty="0"/>
        </a:p>
      </dsp:txBody>
      <dsp:txXfrm>
        <a:off x="4667083" y="4113306"/>
        <a:ext cx="1183020" cy="734536"/>
      </dsp:txXfrm>
    </dsp:sp>
    <dsp:sp modelId="{151597F5-E5D9-4744-A6B3-FE1672B5DDAE}">
      <dsp:nvSpPr>
        <dsp:cNvPr id="0" name=""/>
        <dsp:cNvSpPr/>
      </dsp:nvSpPr>
      <dsp:spPr>
        <a:xfrm>
          <a:off x="600948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614600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7</a:t>
          </a:r>
          <a:endParaRPr kumimoji="1" lang="ja-JP" altLang="en-US" sz="2600" kern="1200" dirty="0"/>
        </a:p>
      </dsp:txBody>
      <dsp:txXfrm>
        <a:off x="6168858" y="4113306"/>
        <a:ext cx="1183020" cy="734536"/>
      </dsp:txXfrm>
    </dsp:sp>
    <dsp:sp modelId="{4030983D-B8EC-43FF-86D4-B4FA26725AF1}">
      <dsp:nvSpPr>
        <dsp:cNvPr id="0" name=""/>
        <dsp:cNvSpPr/>
      </dsp:nvSpPr>
      <dsp:spPr>
        <a:xfrm>
          <a:off x="6760368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896893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12</a:t>
          </a:r>
          <a:endParaRPr kumimoji="1" lang="ja-JP" altLang="en-US" sz="2600" kern="1200" dirty="0"/>
        </a:p>
      </dsp:txBody>
      <dsp:txXfrm>
        <a:off x="6919745" y="2975711"/>
        <a:ext cx="1183020" cy="73453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623843" y="2465807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750887" y="243526"/>
              </a:lnTo>
              <a:lnTo>
                <a:pt x="750887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5724133" y="3613006"/>
          <a:ext cx="899710" cy="347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921"/>
              </a:lnTo>
              <a:lnTo>
                <a:pt x="899710" y="233921"/>
              </a:lnTo>
              <a:lnTo>
                <a:pt x="899710" y="3477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5122068" y="3613006"/>
          <a:ext cx="602064" cy="347749"/>
        </a:xfrm>
        <a:custGeom>
          <a:avLst/>
          <a:gdLst/>
          <a:ahLst/>
          <a:cxnLst/>
          <a:rect l="0" t="0" r="0" b="0"/>
          <a:pathLst>
            <a:path>
              <a:moveTo>
                <a:pt x="602064" y="0"/>
              </a:moveTo>
              <a:lnTo>
                <a:pt x="602064" y="233921"/>
              </a:lnTo>
              <a:lnTo>
                <a:pt x="0" y="233921"/>
              </a:lnTo>
              <a:lnTo>
                <a:pt x="0" y="3477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724133" y="2465807"/>
          <a:ext cx="899710" cy="366958"/>
        </a:xfrm>
        <a:custGeom>
          <a:avLst/>
          <a:gdLst/>
          <a:ahLst/>
          <a:cxnLst/>
          <a:rect l="0" t="0" r="0" b="0"/>
          <a:pathLst>
            <a:path>
              <a:moveTo>
                <a:pt x="899710" y="0"/>
              </a:moveTo>
              <a:lnTo>
                <a:pt x="899710" y="253131"/>
              </a:lnTo>
              <a:lnTo>
                <a:pt x="0" y="253131"/>
              </a:lnTo>
              <a:lnTo>
                <a:pt x="0" y="36695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558903" y="1328212"/>
          <a:ext cx="2064940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2064940" y="243526"/>
              </a:lnTo>
              <a:lnTo>
                <a:pt x="2064940" y="3573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574573" y="3603401"/>
          <a:ext cx="91440" cy="3573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493962" y="2465807"/>
          <a:ext cx="1126331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1126331" y="243526"/>
              </a:lnTo>
              <a:lnTo>
                <a:pt x="1126331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367631" y="3603401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750887" y="243526"/>
              </a:lnTo>
              <a:lnTo>
                <a:pt x="750887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16743" y="3603401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750887" y="0"/>
              </a:moveTo>
              <a:lnTo>
                <a:pt x="750887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367631" y="2465807"/>
          <a:ext cx="1126331" cy="357354"/>
        </a:xfrm>
        <a:custGeom>
          <a:avLst/>
          <a:gdLst/>
          <a:ahLst/>
          <a:cxnLst/>
          <a:rect l="0" t="0" r="0" b="0"/>
          <a:pathLst>
            <a:path>
              <a:moveTo>
                <a:pt x="1126331" y="0"/>
              </a:moveTo>
              <a:lnTo>
                <a:pt x="1126331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493962" y="1328212"/>
          <a:ext cx="2064940" cy="357354"/>
        </a:xfrm>
        <a:custGeom>
          <a:avLst/>
          <a:gdLst/>
          <a:ahLst/>
          <a:cxnLst/>
          <a:rect l="0" t="0" r="0" b="0"/>
          <a:pathLst>
            <a:path>
              <a:moveTo>
                <a:pt x="2064940" y="0"/>
              </a:moveTo>
              <a:lnTo>
                <a:pt x="2064940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44540" y="547972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1065" y="677670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15</a:t>
          </a:r>
          <a:endParaRPr kumimoji="1" lang="ja-JP" altLang="en-US" sz="2600" kern="1200" dirty="0"/>
        </a:p>
      </dsp:txBody>
      <dsp:txXfrm>
        <a:off x="4103917" y="700522"/>
        <a:ext cx="1183020" cy="734536"/>
      </dsp:txXfrm>
    </dsp:sp>
    <dsp:sp modelId="{1365097D-0173-4A32-9B8E-A8EE31255A2E}">
      <dsp:nvSpPr>
        <dsp:cNvPr id="0" name=""/>
        <dsp:cNvSpPr/>
      </dsp:nvSpPr>
      <dsp:spPr>
        <a:xfrm>
          <a:off x="1879599" y="1685566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016124" y="1815265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10</a:t>
          </a:r>
          <a:endParaRPr kumimoji="1" lang="ja-JP" altLang="en-US" sz="2600" kern="1200" dirty="0"/>
        </a:p>
      </dsp:txBody>
      <dsp:txXfrm>
        <a:off x="2038976" y="1838117"/>
        <a:ext cx="1183020" cy="734536"/>
      </dsp:txXfrm>
    </dsp:sp>
    <dsp:sp modelId="{FA63F1CA-CA1E-4802-A5DB-D9255E18F093}">
      <dsp:nvSpPr>
        <dsp:cNvPr id="0" name=""/>
        <dsp:cNvSpPr/>
      </dsp:nvSpPr>
      <dsp:spPr>
        <a:xfrm>
          <a:off x="753268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889793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9</a:t>
          </a:r>
          <a:endParaRPr kumimoji="1" lang="ja-JP" altLang="en-US" sz="2600" kern="1200" dirty="0"/>
        </a:p>
      </dsp:txBody>
      <dsp:txXfrm>
        <a:off x="912645" y="2975711"/>
        <a:ext cx="1183020" cy="734536"/>
      </dsp:txXfrm>
    </dsp:sp>
    <dsp:sp modelId="{48BE5FD9-46D4-4725-AC4D-774C0F4D5B2E}">
      <dsp:nvSpPr>
        <dsp:cNvPr id="0" name=""/>
        <dsp:cNvSpPr/>
      </dsp:nvSpPr>
      <dsp:spPr>
        <a:xfrm>
          <a:off x="238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3890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5</a:t>
          </a:r>
          <a:endParaRPr kumimoji="1" lang="ja-JP" altLang="en-US" sz="2600" kern="1200" dirty="0"/>
        </a:p>
      </dsp:txBody>
      <dsp:txXfrm>
        <a:off x="161758" y="4113306"/>
        <a:ext cx="1183020" cy="734536"/>
      </dsp:txXfrm>
    </dsp:sp>
    <dsp:sp modelId="{7E3EEB84-8596-4156-835C-CE144B9B089A}">
      <dsp:nvSpPr>
        <dsp:cNvPr id="0" name=""/>
        <dsp:cNvSpPr/>
      </dsp:nvSpPr>
      <dsp:spPr>
        <a:xfrm>
          <a:off x="1504156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640681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3</a:t>
          </a:r>
          <a:endParaRPr kumimoji="1" lang="ja-JP" altLang="en-US" sz="2600" kern="1200" dirty="0"/>
        </a:p>
      </dsp:txBody>
      <dsp:txXfrm>
        <a:off x="1663533" y="4113306"/>
        <a:ext cx="1183020" cy="734536"/>
      </dsp:txXfrm>
    </dsp:sp>
    <dsp:sp modelId="{F8AD3EC0-C03B-48B5-95BB-137B83D1D76D}">
      <dsp:nvSpPr>
        <dsp:cNvPr id="0" name=""/>
        <dsp:cNvSpPr/>
      </dsp:nvSpPr>
      <dsp:spPr>
        <a:xfrm>
          <a:off x="3005931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142456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8</a:t>
          </a:r>
          <a:endParaRPr kumimoji="1" lang="ja-JP" altLang="en-US" sz="2600" kern="1200" dirty="0"/>
        </a:p>
      </dsp:txBody>
      <dsp:txXfrm>
        <a:off x="3165308" y="2975711"/>
        <a:ext cx="1183020" cy="734536"/>
      </dsp:txXfrm>
    </dsp:sp>
    <dsp:sp modelId="{F0A1A7BF-F11F-4F86-9616-48D724CD58C0}">
      <dsp:nvSpPr>
        <dsp:cNvPr id="0" name=""/>
        <dsp:cNvSpPr/>
      </dsp:nvSpPr>
      <dsp:spPr>
        <a:xfrm>
          <a:off x="300593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14245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2</a:t>
          </a:r>
          <a:endParaRPr kumimoji="1" lang="ja-JP" altLang="en-US" sz="2600" kern="1200" dirty="0"/>
        </a:p>
      </dsp:txBody>
      <dsp:txXfrm>
        <a:off x="3165308" y="4113306"/>
        <a:ext cx="1183020" cy="734536"/>
      </dsp:txXfrm>
    </dsp:sp>
    <dsp:sp modelId="{28CE29A3-B1D6-4991-8A2B-0B606E66E214}">
      <dsp:nvSpPr>
        <dsp:cNvPr id="0" name=""/>
        <dsp:cNvSpPr/>
      </dsp:nvSpPr>
      <dsp:spPr>
        <a:xfrm>
          <a:off x="6009481" y="1685566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146006" y="1815265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>
              <a:highlight>
                <a:srgbClr val="FFFF00"/>
              </a:highlight>
            </a:rPr>
            <a:t>12</a:t>
          </a:r>
          <a:endParaRPr kumimoji="1" lang="ja-JP" altLang="en-US" sz="2600" kern="1200" dirty="0">
            <a:highlight>
              <a:srgbClr val="FFFF00"/>
            </a:highlight>
          </a:endParaRPr>
        </a:p>
      </dsp:txBody>
      <dsp:txXfrm>
        <a:off x="6168858" y="1838117"/>
        <a:ext cx="1183020" cy="734536"/>
      </dsp:txXfrm>
    </dsp:sp>
    <dsp:sp modelId="{E21EA01E-3155-4D8E-A10A-70968A00A3D2}">
      <dsp:nvSpPr>
        <dsp:cNvPr id="0" name=""/>
        <dsp:cNvSpPr/>
      </dsp:nvSpPr>
      <dsp:spPr>
        <a:xfrm>
          <a:off x="5109770" y="283276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5246295" y="296246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13</a:t>
          </a:r>
          <a:endParaRPr kumimoji="1" lang="ja-JP" altLang="en-US" sz="2600" kern="1200" dirty="0"/>
        </a:p>
      </dsp:txBody>
      <dsp:txXfrm>
        <a:off x="5269147" y="2985316"/>
        <a:ext cx="1183020" cy="734536"/>
      </dsp:txXfrm>
    </dsp:sp>
    <dsp:sp modelId="{FD60BCD1-B09B-418B-A913-32319C336FB7}">
      <dsp:nvSpPr>
        <dsp:cNvPr id="0" name=""/>
        <dsp:cNvSpPr/>
      </dsp:nvSpPr>
      <dsp:spPr>
        <a:xfrm>
          <a:off x="4507706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4644231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11</a:t>
          </a:r>
          <a:endParaRPr kumimoji="1" lang="ja-JP" altLang="en-US" sz="2600" kern="1200" dirty="0"/>
        </a:p>
      </dsp:txBody>
      <dsp:txXfrm>
        <a:off x="4667083" y="4113306"/>
        <a:ext cx="1183020" cy="734536"/>
      </dsp:txXfrm>
    </dsp:sp>
    <dsp:sp modelId="{151597F5-E5D9-4744-A6B3-FE1672B5DDAE}">
      <dsp:nvSpPr>
        <dsp:cNvPr id="0" name=""/>
        <dsp:cNvSpPr/>
      </dsp:nvSpPr>
      <dsp:spPr>
        <a:xfrm>
          <a:off x="600948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614600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7</a:t>
          </a:r>
          <a:endParaRPr kumimoji="1" lang="ja-JP" altLang="en-US" sz="2600" kern="1200" dirty="0"/>
        </a:p>
      </dsp:txBody>
      <dsp:txXfrm>
        <a:off x="6168858" y="4113306"/>
        <a:ext cx="1183020" cy="734536"/>
      </dsp:txXfrm>
    </dsp:sp>
    <dsp:sp modelId="{4030983D-B8EC-43FF-86D4-B4FA26725AF1}">
      <dsp:nvSpPr>
        <dsp:cNvPr id="0" name=""/>
        <dsp:cNvSpPr/>
      </dsp:nvSpPr>
      <dsp:spPr>
        <a:xfrm>
          <a:off x="6760368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896893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>
              <a:highlight>
                <a:srgbClr val="FFFF00"/>
              </a:highlight>
            </a:rPr>
            <a:t>6</a:t>
          </a:r>
          <a:endParaRPr kumimoji="1" lang="ja-JP" altLang="en-US" sz="2600" kern="1200" dirty="0">
            <a:highlight>
              <a:srgbClr val="FFFF00"/>
            </a:highlight>
          </a:endParaRPr>
        </a:p>
      </dsp:txBody>
      <dsp:txXfrm>
        <a:off x="6919745" y="2975711"/>
        <a:ext cx="1183020" cy="73453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623843" y="2465807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750887" y="243526"/>
              </a:lnTo>
              <a:lnTo>
                <a:pt x="750887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5724133" y="3613006"/>
          <a:ext cx="899710" cy="347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921"/>
              </a:lnTo>
              <a:lnTo>
                <a:pt x="899710" y="233921"/>
              </a:lnTo>
              <a:lnTo>
                <a:pt x="899710" y="3477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5122068" y="3613006"/>
          <a:ext cx="602064" cy="347749"/>
        </a:xfrm>
        <a:custGeom>
          <a:avLst/>
          <a:gdLst/>
          <a:ahLst/>
          <a:cxnLst/>
          <a:rect l="0" t="0" r="0" b="0"/>
          <a:pathLst>
            <a:path>
              <a:moveTo>
                <a:pt x="602064" y="0"/>
              </a:moveTo>
              <a:lnTo>
                <a:pt x="602064" y="233921"/>
              </a:lnTo>
              <a:lnTo>
                <a:pt x="0" y="233921"/>
              </a:lnTo>
              <a:lnTo>
                <a:pt x="0" y="3477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724133" y="2465807"/>
          <a:ext cx="899710" cy="366958"/>
        </a:xfrm>
        <a:custGeom>
          <a:avLst/>
          <a:gdLst/>
          <a:ahLst/>
          <a:cxnLst/>
          <a:rect l="0" t="0" r="0" b="0"/>
          <a:pathLst>
            <a:path>
              <a:moveTo>
                <a:pt x="899710" y="0"/>
              </a:moveTo>
              <a:lnTo>
                <a:pt x="899710" y="253131"/>
              </a:lnTo>
              <a:lnTo>
                <a:pt x="0" y="253131"/>
              </a:lnTo>
              <a:lnTo>
                <a:pt x="0" y="36695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558903" y="1328212"/>
          <a:ext cx="2064940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2064940" y="243526"/>
              </a:lnTo>
              <a:lnTo>
                <a:pt x="2064940" y="3573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574573" y="3603401"/>
          <a:ext cx="91440" cy="3573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493962" y="2465807"/>
          <a:ext cx="1126331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1126331" y="243526"/>
              </a:lnTo>
              <a:lnTo>
                <a:pt x="1126331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367631" y="3603401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750887" y="243526"/>
              </a:lnTo>
              <a:lnTo>
                <a:pt x="750887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16743" y="3603401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750887" y="0"/>
              </a:moveTo>
              <a:lnTo>
                <a:pt x="750887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367631" y="2465807"/>
          <a:ext cx="1126331" cy="357354"/>
        </a:xfrm>
        <a:custGeom>
          <a:avLst/>
          <a:gdLst/>
          <a:ahLst/>
          <a:cxnLst/>
          <a:rect l="0" t="0" r="0" b="0"/>
          <a:pathLst>
            <a:path>
              <a:moveTo>
                <a:pt x="1126331" y="0"/>
              </a:moveTo>
              <a:lnTo>
                <a:pt x="1126331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493962" y="1328212"/>
          <a:ext cx="2064940" cy="357354"/>
        </a:xfrm>
        <a:custGeom>
          <a:avLst/>
          <a:gdLst/>
          <a:ahLst/>
          <a:cxnLst/>
          <a:rect l="0" t="0" r="0" b="0"/>
          <a:pathLst>
            <a:path>
              <a:moveTo>
                <a:pt x="2064940" y="0"/>
              </a:moveTo>
              <a:lnTo>
                <a:pt x="2064940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44540" y="547972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1065" y="677670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15</a:t>
          </a:r>
          <a:endParaRPr kumimoji="1" lang="ja-JP" altLang="en-US" sz="2600" kern="1200" dirty="0"/>
        </a:p>
      </dsp:txBody>
      <dsp:txXfrm>
        <a:off x="4103917" y="700522"/>
        <a:ext cx="1183020" cy="734536"/>
      </dsp:txXfrm>
    </dsp:sp>
    <dsp:sp modelId="{1365097D-0173-4A32-9B8E-A8EE31255A2E}">
      <dsp:nvSpPr>
        <dsp:cNvPr id="0" name=""/>
        <dsp:cNvSpPr/>
      </dsp:nvSpPr>
      <dsp:spPr>
        <a:xfrm>
          <a:off x="1879599" y="1685566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016124" y="1815265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10</a:t>
          </a:r>
          <a:endParaRPr kumimoji="1" lang="ja-JP" altLang="en-US" sz="2600" kern="1200" dirty="0"/>
        </a:p>
      </dsp:txBody>
      <dsp:txXfrm>
        <a:off x="2038976" y="1838117"/>
        <a:ext cx="1183020" cy="734536"/>
      </dsp:txXfrm>
    </dsp:sp>
    <dsp:sp modelId="{FA63F1CA-CA1E-4802-A5DB-D9255E18F093}">
      <dsp:nvSpPr>
        <dsp:cNvPr id="0" name=""/>
        <dsp:cNvSpPr/>
      </dsp:nvSpPr>
      <dsp:spPr>
        <a:xfrm>
          <a:off x="753268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889793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9</a:t>
          </a:r>
          <a:endParaRPr kumimoji="1" lang="ja-JP" altLang="en-US" sz="2600" kern="1200" dirty="0"/>
        </a:p>
      </dsp:txBody>
      <dsp:txXfrm>
        <a:off x="912645" y="2975711"/>
        <a:ext cx="1183020" cy="734536"/>
      </dsp:txXfrm>
    </dsp:sp>
    <dsp:sp modelId="{48BE5FD9-46D4-4725-AC4D-774C0F4D5B2E}">
      <dsp:nvSpPr>
        <dsp:cNvPr id="0" name=""/>
        <dsp:cNvSpPr/>
      </dsp:nvSpPr>
      <dsp:spPr>
        <a:xfrm>
          <a:off x="238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3890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5</a:t>
          </a:r>
          <a:endParaRPr kumimoji="1" lang="ja-JP" altLang="en-US" sz="2600" kern="1200" dirty="0"/>
        </a:p>
      </dsp:txBody>
      <dsp:txXfrm>
        <a:off x="161758" y="4113306"/>
        <a:ext cx="1183020" cy="734536"/>
      </dsp:txXfrm>
    </dsp:sp>
    <dsp:sp modelId="{7E3EEB84-8596-4156-835C-CE144B9B089A}">
      <dsp:nvSpPr>
        <dsp:cNvPr id="0" name=""/>
        <dsp:cNvSpPr/>
      </dsp:nvSpPr>
      <dsp:spPr>
        <a:xfrm>
          <a:off x="1504156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640681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3</a:t>
          </a:r>
          <a:endParaRPr kumimoji="1" lang="ja-JP" altLang="en-US" sz="2600" kern="1200" dirty="0"/>
        </a:p>
      </dsp:txBody>
      <dsp:txXfrm>
        <a:off x="1663533" y="4113306"/>
        <a:ext cx="1183020" cy="734536"/>
      </dsp:txXfrm>
    </dsp:sp>
    <dsp:sp modelId="{F8AD3EC0-C03B-48B5-95BB-137B83D1D76D}">
      <dsp:nvSpPr>
        <dsp:cNvPr id="0" name=""/>
        <dsp:cNvSpPr/>
      </dsp:nvSpPr>
      <dsp:spPr>
        <a:xfrm>
          <a:off x="3005931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142456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8</a:t>
          </a:r>
          <a:endParaRPr kumimoji="1" lang="ja-JP" altLang="en-US" sz="2600" kern="1200" dirty="0"/>
        </a:p>
      </dsp:txBody>
      <dsp:txXfrm>
        <a:off x="3165308" y="2975711"/>
        <a:ext cx="1183020" cy="734536"/>
      </dsp:txXfrm>
    </dsp:sp>
    <dsp:sp modelId="{F0A1A7BF-F11F-4F86-9616-48D724CD58C0}">
      <dsp:nvSpPr>
        <dsp:cNvPr id="0" name=""/>
        <dsp:cNvSpPr/>
      </dsp:nvSpPr>
      <dsp:spPr>
        <a:xfrm>
          <a:off x="300593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14245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2</a:t>
          </a:r>
          <a:endParaRPr kumimoji="1" lang="ja-JP" altLang="en-US" sz="2600" kern="1200" dirty="0"/>
        </a:p>
      </dsp:txBody>
      <dsp:txXfrm>
        <a:off x="3165308" y="4113306"/>
        <a:ext cx="1183020" cy="734536"/>
      </dsp:txXfrm>
    </dsp:sp>
    <dsp:sp modelId="{28CE29A3-B1D6-4991-8A2B-0B606E66E214}">
      <dsp:nvSpPr>
        <dsp:cNvPr id="0" name=""/>
        <dsp:cNvSpPr/>
      </dsp:nvSpPr>
      <dsp:spPr>
        <a:xfrm>
          <a:off x="6009481" y="1685566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146006" y="1815265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>
              <a:highlight>
                <a:srgbClr val="FFFF00"/>
              </a:highlight>
            </a:rPr>
            <a:t>13</a:t>
          </a:r>
          <a:endParaRPr kumimoji="1" lang="ja-JP" altLang="en-US" sz="2600" kern="1200" dirty="0">
            <a:highlight>
              <a:srgbClr val="FFFF00"/>
            </a:highlight>
          </a:endParaRPr>
        </a:p>
      </dsp:txBody>
      <dsp:txXfrm>
        <a:off x="6168858" y="1838117"/>
        <a:ext cx="1183020" cy="734536"/>
      </dsp:txXfrm>
    </dsp:sp>
    <dsp:sp modelId="{E21EA01E-3155-4D8E-A10A-70968A00A3D2}">
      <dsp:nvSpPr>
        <dsp:cNvPr id="0" name=""/>
        <dsp:cNvSpPr/>
      </dsp:nvSpPr>
      <dsp:spPr>
        <a:xfrm>
          <a:off x="5109770" y="283276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5246295" y="296246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>
              <a:highlight>
                <a:srgbClr val="FFFF00"/>
              </a:highlight>
            </a:rPr>
            <a:t>12</a:t>
          </a:r>
          <a:endParaRPr kumimoji="1" lang="ja-JP" altLang="en-US" sz="2600" kern="1200" dirty="0">
            <a:highlight>
              <a:srgbClr val="FFFF00"/>
            </a:highlight>
          </a:endParaRPr>
        </a:p>
      </dsp:txBody>
      <dsp:txXfrm>
        <a:off x="5269147" y="2985316"/>
        <a:ext cx="1183020" cy="734536"/>
      </dsp:txXfrm>
    </dsp:sp>
    <dsp:sp modelId="{FD60BCD1-B09B-418B-A913-32319C336FB7}">
      <dsp:nvSpPr>
        <dsp:cNvPr id="0" name=""/>
        <dsp:cNvSpPr/>
      </dsp:nvSpPr>
      <dsp:spPr>
        <a:xfrm>
          <a:off x="4507706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4644231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11</a:t>
          </a:r>
          <a:endParaRPr kumimoji="1" lang="ja-JP" altLang="en-US" sz="2600" kern="1200" dirty="0"/>
        </a:p>
      </dsp:txBody>
      <dsp:txXfrm>
        <a:off x="4667083" y="4113306"/>
        <a:ext cx="1183020" cy="734536"/>
      </dsp:txXfrm>
    </dsp:sp>
    <dsp:sp modelId="{151597F5-E5D9-4744-A6B3-FE1672B5DDAE}">
      <dsp:nvSpPr>
        <dsp:cNvPr id="0" name=""/>
        <dsp:cNvSpPr/>
      </dsp:nvSpPr>
      <dsp:spPr>
        <a:xfrm>
          <a:off x="600948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614600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7</a:t>
          </a:r>
          <a:endParaRPr kumimoji="1" lang="ja-JP" altLang="en-US" sz="2600" kern="1200" dirty="0"/>
        </a:p>
      </dsp:txBody>
      <dsp:txXfrm>
        <a:off x="6168858" y="4113306"/>
        <a:ext cx="1183020" cy="734536"/>
      </dsp:txXfrm>
    </dsp:sp>
    <dsp:sp modelId="{4030983D-B8EC-43FF-86D4-B4FA26725AF1}">
      <dsp:nvSpPr>
        <dsp:cNvPr id="0" name=""/>
        <dsp:cNvSpPr/>
      </dsp:nvSpPr>
      <dsp:spPr>
        <a:xfrm>
          <a:off x="6760368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896893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6</a:t>
          </a:r>
          <a:endParaRPr kumimoji="1" lang="ja-JP" altLang="en-US" sz="2600" kern="1200" dirty="0"/>
        </a:p>
      </dsp:txBody>
      <dsp:txXfrm>
        <a:off x="6919745" y="2975711"/>
        <a:ext cx="1183020" cy="73453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623843" y="2465807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750887" y="243526"/>
              </a:lnTo>
              <a:lnTo>
                <a:pt x="750887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5724133" y="3613006"/>
          <a:ext cx="899710" cy="347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921"/>
              </a:lnTo>
              <a:lnTo>
                <a:pt x="899710" y="233921"/>
              </a:lnTo>
              <a:lnTo>
                <a:pt x="899710" y="3477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5122068" y="3613006"/>
          <a:ext cx="602064" cy="347749"/>
        </a:xfrm>
        <a:custGeom>
          <a:avLst/>
          <a:gdLst/>
          <a:ahLst/>
          <a:cxnLst/>
          <a:rect l="0" t="0" r="0" b="0"/>
          <a:pathLst>
            <a:path>
              <a:moveTo>
                <a:pt x="602064" y="0"/>
              </a:moveTo>
              <a:lnTo>
                <a:pt x="602064" y="233921"/>
              </a:lnTo>
              <a:lnTo>
                <a:pt x="0" y="233921"/>
              </a:lnTo>
              <a:lnTo>
                <a:pt x="0" y="3477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724133" y="2465807"/>
          <a:ext cx="899710" cy="366958"/>
        </a:xfrm>
        <a:custGeom>
          <a:avLst/>
          <a:gdLst/>
          <a:ahLst/>
          <a:cxnLst/>
          <a:rect l="0" t="0" r="0" b="0"/>
          <a:pathLst>
            <a:path>
              <a:moveTo>
                <a:pt x="899710" y="0"/>
              </a:moveTo>
              <a:lnTo>
                <a:pt x="899710" y="253131"/>
              </a:lnTo>
              <a:lnTo>
                <a:pt x="0" y="253131"/>
              </a:lnTo>
              <a:lnTo>
                <a:pt x="0" y="36695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558903" y="1328212"/>
          <a:ext cx="2064940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2064940" y="243526"/>
              </a:lnTo>
              <a:lnTo>
                <a:pt x="2064940" y="3573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574573" y="3603401"/>
          <a:ext cx="91440" cy="3573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493962" y="2465807"/>
          <a:ext cx="1126331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1126331" y="243526"/>
              </a:lnTo>
              <a:lnTo>
                <a:pt x="1126331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367631" y="3603401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750887" y="243526"/>
              </a:lnTo>
              <a:lnTo>
                <a:pt x="750887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16743" y="3603401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750887" y="0"/>
              </a:moveTo>
              <a:lnTo>
                <a:pt x="750887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367631" y="2465807"/>
          <a:ext cx="1126331" cy="357354"/>
        </a:xfrm>
        <a:custGeom>
          <a:avLst/>
          <a:gdLst/>
          <a:ahLst/>
          <a:cxnLst/>
          <a:rect l="0" t="0" r="0" b="0"/>
          <a:pathLst>
            <a:path>
              <a:moveTo>
                <a:pt x="1126331" y="0"/>
              </a:moveTo>
              <a:lnTo>
                <a:pt x="1126331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493962" y="1328212"/>
          <a:ext cx="2064940" cy="357354"/>
        </a:xfrm>
        <a:custGeom>
          <a:avLst/>
          <a:gdLst/>
          <a:ahLst/>
          <a:cxnLst/>
          <a:rect l="0" t="0" r="0" b="0"/>
          <a:pathLst>
            <a:path>
              <a:moveTo>
                <a:pt x="2064940" y="0"/>
              </a:moveTo>
              <a:lnTo>
                <a:pt x="2064940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44540" y="547972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1065" y="677670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600" kern="1200" dirty="0">
              <a:highlight>
                <a:srgbClr val="FFFF00"/>
              </a:highlight>
            </a:rPr>
            <a:t>削除</a:t>
          </a:r>
        </a:p>
      </dsp:txBody>
      <dsp:txXfrm>
        <a:off x="4103917" y="700522"/>
        <a:ext cx="1183020" cy="734536"/>
      </dsp:txXfrm>
    </dsp:sp>
    <dsp:sp modelId="{1365097D-0173-4A32-9B8E-A8EE31255A2E}">
      <dsp:nvSpPr>
        <dsp:cNvPr id="0" name=""/>
        <dsp:cNvSpPr/>
      </dsp:nvSpPr>
      <dsp:spPr>
        <a:xfrm>
          <a:off x="1879599" y="1685566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016124" y="1815265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10</a:t>
          </a:r>
          <a:endParaRPr kumimoji="1" lang="ja-JP" altLang="en-US" sz="2600" kern="1200" dirty="0"/>
        </a:p>
      </dsp:txBody>
      <dsp:txXfrm>
        <a:off x="2038976" y="1838117"/>
        <a:ext cx="1183020" cy="734536"/>
      </dsp:txXfrm>
    </dsp:sp>
    <dsp:sp modelId="{FA63F1CA-CA1E-4802-A5DB-D9255E18F093}">
      <dsp:nvSpPr>
        <dsp:cNvPr id="0" name=""/>
        <dsp:cNvSpPr/>
      </dsp:nvSpPr>
      <dsp:spPr>
        <a:xfrm>
          <a:off x="753268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889793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9</a:t>
          </a:r>
          <a:endParaRPr kumimoji="1" lang="ja-JP" altLang="en-US" sz="2600" kern="1200" dirty="0"/>
        </a:p>
      </dsp:txBody>
      <dsp:txXfrm>
        <a:off x="912645" y="2975711"/>
        <a:ext cx="1183020" cy="734536"/>
      </dsp:txXfrm>
    </dsp:sp>
    <dsp:sp modelId="{48BE5FD9-46D4-4725-AC4D-774C0F4D5B2E}">
      <dsp:nvSpPr>
        <dsp:cNvPr id="0" name=""/>
        <dsp:cNvSpPr/>
      </dsp:nvSpPr>
      <dsp:spPr>
        <a:xfrm>
          <a:off x="238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3890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5</a:t>
          </a:r>
          <a:endParaRPr kumimoji="1" lang="ja-JP" altLang="en-US" sz="2600" kern="1200" dirty="0"/>
        </a:p>
      </dsp:txBody>
      <dsp:txXfrm>
        <a:off x="161758" y="4113306"/>
        <a:ext cx="1183020" cy="734536"/>
      </dsp:txXfrm>
    </dsp:sp>
    <dsp:sp modelId="{7E3EEB84-8596-4156-835C-CE144B9B089A}">
      <dsp:nvSpPr>
        <dsp:cNvPr id="0" name=""/>
        <dsp:cNvSpPr/>
      </dsp:nvSpPr>
      <dsp:spPr>
        <a:xfrm>
          <a:off x="1504156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640681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3</a:t>
          </a:r>
          <a:endParaRPr kumimoji="1" lang="ja-JP" altLang="en-US" sz="2600" kern="1200" dirty="0"/>
        </a:p>
      </dsp:txBody>
      <dsp:txXfrm>
        <a:off x="1663533" y="4113306"/>
        <a:ext cx="1183020" cy="734536"/>
      </dsp:txXfrm>
    </dsp:sp>
    <dsp:sp modelId="{F8AD3EC0-C03B-48B5-95BB-137B83D1D76D}">
      <dsp:nvSpPr>
        <dsp:cNvPr id="0" name=""/>
        <dsp:cNvSpPr/>
      </dsp:nvSpPr>
      <dsp:spPr>
        <a:xfrm>
          <a:off x="3005931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142456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8</a:t>
          </a:r>
          <a:endParaRPr kumimoji="1" lang="ja-JP" altLang="en-US" sz="2600" kern="1200" dirty="0"/>
        </a:p>
      </dsp:txBody>
      <dsp:txXfrm>
        <a:off x="3165308" y="2975711"/>
        <a:ext cx="1183020" cy="734536"/>
      </dsp:txXfrm>
    </dsp:sp>
    <dsp:sp modelId="{F0A1A7BF-F11F-4F86-9616-48D724CD58C0}">
      <dsp:nvSpPr>
        <dsp:cNvPr id="0" name=""/>
        <dsp:cNvSpPr/>
      </dsp:nvSpPr>
      <dsp:spPr>
        <a:xfrm>
          <a:off x="300593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14245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2</a:t>
          </a:r>
          <a:endParaRPr kumimoji="1" lang="ja-JP" altLang="en-US" sz="2600" kern="1200" dirty="0"/>
        </a:p>
      </dsp:txBody>
      <dsp:txXfrm>
        <a:off x="3165308" y="4113306"/>
        <a:ext cx="1183020" cy="734536"/>
      </dsp:txXfrm>
    </dsp:sp>
    <dsp:sp modelId="{28CE29A3-B1D6-4991-8A2B-0B606E66E214}">
      <dsp:nvSpPr>
        <dsp:cNvPr id="0" name=""/>
        <dsp:cNvSpPr/>
      </dsp:nvSpPr>
      <dsp:spPr>
        <a:xfrm>
          <a:off x="6009481" y="1685566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146006" y="1815265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13</a:t>
          </a:r>
          <a:endParaRPr kumimoji="1" lang="ja-JP" altLang="en-US" sz="2600" kern="1200" dirty="0"/>
        </a:p>
      </dsp:txBody>
      <dsp:txXfrm>
        <a:off x="6168858" y="1838117"/>
        <a:ext cx="1183020" cy="734536"/>
      </dsp:txXfrm>
    </dsp:sp>
    <dsp:sp modelId="{E21EA01E-3155-4D8E-A10A-70968A00A3D2}">
      <dsp:nvSpPr>
        <dsp:cNvPr id="0" name=""/>
        <dsp:cNvSpPr/>
      </dsp:nvSpPr>
      <dsp:spPr>
        <a:xfrm>
          <a:off x="5109770" y="283276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5246295" y="296246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12</a:t>
          </a:r>
          <a:endParaRPr kumimoji="1" lang="ja-JP" altLang="en-US" sz="2600" kern="1200" dirty="0"/>
        </a:p>
      </dsp:txBody>
      <dsp:txXfrm>
        <a:off x="5269147" y="2985316"/>
        <a:ext cx="1183020" cy="734536"/>
      </dsp:txXfrm>
    </dsp:sp>
    <dsp:sp modelId="{FD60BCD1-B09B-418B-A913-32319C336FB7}">
      <dsp:nvSpPr>
        <dsp:cNvPr id="0" name=""/>
        <dsp:cNvSpPr/>
      </dsp:nvSpPr>
      <dsp:spPr>
        <a:xfrm>
          <a:off x="4507706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4644231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11</a:t>
          </a:r>
          <a:endParaRPr kumimoji="1" lang="ja-JP" altLang="en-US" sz="2600" kern="1200" dirty="0"/>
        </a:p>
      </dsp:txBody>
      <dsp:txXfrm>
        <a:off x="4667083" y="4113306"/>
        <a:ext cx="1183020" cy="734536"/>
      </dsp:txXfrm>
    </dsp:sp>
    <dsp:sp modelId="{151597F5-E5D9-4744-A6B3-FE1672B5DDAE}">
      <dsp:nvSpPr>
        <dsp:cNvPr id="0" name=""/>
        <dsp:cNvSpPr/>
      </dsp:nvSpPr>
      <dsp:spPr>
        <a:xfrm>
          <a:off x="600948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614600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7</a:t>
          </a:r>
          <a:endParaRPr kumimoji="1" lang="ja-JP" altLang="en-US" sz="2600" kern="1200" dirty="0"/>
        </a:p>
      </dsp:txBody>
      <dsp:txXfrm>
        <a:off x="6168858" y="4113306"/>
        <a:ext cx="1183020" cy="734536"/>
      </dsp:txXfrm>
    </dsp:sp>
    <dsp:sp modelId="{4030983D-B8EC-43FF-86D4-B4FA26725AF1}">
      <dsp:nvSpPr>
        <dsp:cNvPr id="0" name=""/>
        <dsp:cNvSpPr/>
      </dsp:nvSpPr>
      <dsp:spPr>
        <a:xfrm>
          <a:off x="6760368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896893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6</a:t>
          </a:r>
          <a:endParaRPr kumimoji="1" lang="ja-JP" altLang="en-US" sz="2600" kern="1200" dirty="0"/>
        </a:p>
      </dsp:txBody>
      <dsp:txXfrm>
        <a:off x="6919745" y="2975711"/>
        <a:ext cx="1183020" cy="73453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623843" y="2465807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750887" y="243526"/>
              </a:lnTo>
              <a:lnTo>
                <a:pt x="750887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7183-2FF6-4A33-9113-5B2BB446EE00}">
      <dsp:nvSpPr>
        <dsp:cNvPr id="0" name=""/>
        <dsp:cNvSpPr/>
      </dsp:nvSpPr>
      <dsp:spPr>
        <a:xfrm>
          <a:off x="5724133" y="3613006"/>
          <a:ext cx="899710" cy="347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921"/>
              </a:lnTo>
              <a:lnTo>
                <a:pt x="899710" y="233921"/>
              </a:lnTo>
              <a:lnTo>
                <a:pt x="899710" y="3477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03FA2-747A-42E0-B3CF-67FE8756ED04}">
      <dsp:nvSpPr>
        <dsp:cNvPr id="0" name=""/>
        <dsp:cNvSpPr/>
      </dsp:nvSpPr>
      <dsp:spPr>
        <a:xfrm>
          <a:off x="5122068" y="3613006"/>
          <a:ext cx="602064" cy="347749"/>
        </a:xfrm>
        <a:custGeom>
          <a:avLst/>
          <a:gdLst/>
          <a:ahLst/>
          <a:cxnLst/>
          <a:rect l="0" t="0" r="0" b="0"/>
          <a:pathLst>
            <a:path>
              <a:moveTo>
                <a:pt x="602064" y="0"/>
              </a:moveTo>
              <a:lnTo>
                <a:pt x="602064" y="233921"/>
              </a:lnTo>
              <a:lnTo>
                <a:pt x="0" y="233921"/>
              </a:lnTo>
              <a:lnTo>
                <a:pt x="0" y="3477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724133" y="2465807"/>
          <a:ext cx="899710" cy="366958"/>
        </a:xfrm>
        <a:custGeom>
          <a:avLst/>
          <a:gdLst/>
          <a:ahLst/>
          <a:cxnLst/>
          <a:rect l="0" t="0" r="0" b="0"/>
          <a:pathLst>
            <a:path>
              <a:moveTo>
                <a:pt x="899710" y="0"/>
              </a:moveTo>
              <a:lnTo>
                <a:pt x="899710" y="253131"/>
              </a:lnTo>
              <a:lnTo>
                <a:pt x="0" y="253131"/>
              </a:lnTo>
              <a:lnTo>
                <a:pt x="0" y="36695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558903" y="1328212"/>
          <a:ext cx="2064940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2064940" y="243526"/>
              </a:lnTo>
              <a:lnTo>
                <a:pt x="2064940" y="3573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574573" y="3603401"/>
          <a:ext cx="91440" cy="3573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493962" y="2465807"/>
          <a:ext cx="1126331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1126331" y="243526"/>
              </a:lnTo>
              <a:lnTo>
                <a:pt x="1126331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367631" y="3603401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26"/>
              </a:lnTo>
              <a:lnTo>
                <a:pt x="750887" y="243526"/>
              </a:lnTo>
              <a:lnTo>
                <a:pt x="750887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16743" y="3603401"/>
          <a:ext cx="750887" cy="357354"/>
        </a:xfrm>
        <a:custGeom>
          <a:avLst/>
          <a:gdLst/>
          <a:ahLst/>
          <a:cxnLst/>
          <a:rect l="0" t="0" r="0" b="0"/>
          <a:pathLst>
            <a:path>
              <a:moveTo>
                <a:pt x="750887" y="0"/>
              </a:moveTo>
              <a:lnTo>
                <a:pt x="750887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367631" y="2465807"/>
          <a:ext cx="1126331" cy="357354"/>
        </a:xfrm>
        <a:custGeom>
          <a:avLst/>
          <a:gdLst/>
          <a:ahLst/>
          <a:cxnLst/>
          <a:rect l="0" t="0" r="0" b="0"/>
          <a:pathLst>
            <a:path>
              <a:moveTo>
                <a:pt x="1126331" y="0"/>
              </a:moveTo>
              <a:lnTo>
                <a:pt x="1126331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493962" y="1328212"/>
          <a:ext cx="2064940" cy="357354"/>
        </a:xfrm>
        <a:custGeom>
          <a:avLst/>
          <a:gdLst/>
          <a:ahLst/>
          <a:cxnLst/>
          <a:rect l="0" t="0" r="0" b="0"/>
          <a:pathLst>
            <a:path>
              <a:moveTo>
                <a:pt x="2064940" y="0"/>
              </a:moveTo>
              <a:lnTo>
                <a:pt x="2064940" y="243526"/>
              </a:lnTo>
              <a:lnTo>
                <a:pt x="0" y="243526"/>
              </a:lnTo>
              <a:lnTo>
                <a:pt x="0" y="3573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44540" y="547972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1065" y="677670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600" kern="1200" dirty="0">
              <a:highlight>
                <a:srgbClr val="FFFF00"/>
              </a:highlight>
            </a:rPr>
            <a:t>削除</a:t>
          </a:r>
        </a:p>
      </dsp:txBody>
      <dsp:txXfrm>
        <a:off x="4103917" y="700522"/>
        <a:ext cx="1183020" cy="734536"/>
      </dsp:txXfrm>
    </dsp:sp>
    <dsp:sp modelId="{1365097D-0173-4A32-9B8E-A8EE31255A2E}">
      <dsp:nvSpPr>
        <dsp:cNvPr id="0" name=""/>
        <dsp:cNvSpPr/>
      </dsp:nvSpPr>
      <dsp:spPr>
        <a:xfrm>
          <a:off x="1879599" y="1685566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016124" y="1815265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10</a:t>
          </a:r>
          <a:endParaRPr kumimoji="1" lang="ja-JP" altLang="en-US" sz="2600" kern="1200" dirty="0"/>
        </a:p>
      </dsp:txBody>
      <dsp:txXfrm>
        <a:off x="2038976" y="1838117"/>
        <a:ext cx="1183020" cy="734536"/>
      </dsp:txXfrm>
    </dsp:sp>
    <dsp:sp modelId="{FA63F1CA-CA1E-4802-A5DB-D9255E18F093}">
      <dsp:nvSpPr>
        <dsp:cNvPr id="0" name=""/>
        <dsp:cNvSpPr/>
      </dsp:nvSpPr>
      <dsp:spPr>
        <a:xfrm>
          <a:off x="753268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889793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9</a:t>
          </a:r>
          <a:endParaRPr kumimoji="1" lang="ja-JP" altLang="en-US" sz="2600" kern="1200" dirty="0"/>
        </a:p>
      </dsp:txBody>
      <dsp:txXfrm>
        <a:off x="912645" y="2975711"/>
        <a:ext cx="1183020" cy="734536"/>
      </dsp:txXfrm>
    </dsp:sp>
    <dsp:sp modelId="{48BE5FD9-46D4-4725-AC4D-774C0F4D5B2E}">
      <dsp:nvSpPr>
        <dsp:cNvPr id="0" name=""/>
        <dsp:cNvSpPr/>
      </dsp:nvSpPr>
      <dsp:spPr>
        <a:xfrm>
          <a:off x="238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3890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5</a:t>
          </a:r>
          <a:endParaRPr kumimoji="1" lang="ja-JP" altLang="en-US" sz="2600" kern="1200" dirty="0"/>
        </a:p>
      </dsp:txBody>
      <dsp:txXfrm>
        <a:off x="161758" y="4113306"/>
        <a:ext cx="1183020" cy="734536"/>
      </dsp:txXfrm>
    </dsp:sp>
    <dsp:sp modelId="{7E3EEB84-8596-4156-835C-CE144B9B089A}">
      <dsp:nvSpPr>
        <dsp:cNvPr id="0" name=""/>
        <dsp:cNvSpPr/>
      </dsp:nvSpPr>
      <dsp:spPr>
        <a:xfrm>
          <a:off x="1504156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640681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3</a:t>
          </a:r>
          <a:endParaRPr kumimoji="1" lang="ja-JP" altLang="en-US" sz="2600" kern="1200" dirty="0"/>
        </a:p>
      </dsp:txBody>
      <dsp:txXfrm>
        <a:off x="1663533" y="4113306"/>
        <a:ext cx="1183020" cy="734536"/>
      </dsp:txXfrm>
    </dsp:sp>
    <dsp:sp modelId="{F8AD3EC0-C03B-48B5-95BB-137B83D1D76D}">
      <dsp:nvSpPr>
        <dsp:cNvPr id="0" name=""/>
        <dsp:cNvSpPr/>
      </dsp:nvSpPr>
      <dsp:spPr>
        <a:xfrm>
          <a:off x="3005931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142456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8</a:t>
          </a:r>
          <a:endParaRPr kumimoji="1" lang="ja-JP" altLang="en-US" sz="2600" kern="1200" dirty="0"/>
        </a:p>
      </dsp:txBody>
      <dsp:txXfrm>
        <a:off x="3165308" y="2975711"/>
        <a:ext cx="1183020" cy="734536"/>
      </dsp:txXfrm>
    </dsp:sp>
    <dsp:sp modelId="{F0A1A7BF-F11F-4F86-9616-48D724CD58C0}">
      <dsp:nvSpPr>
        <dsp:cNvPr id="0" name=""/>
        <dsp:cNvSpPr/>
      </dsp:nvSpPr>
      <dsp:spPr>
        <a:xfrm>
          <a:off x="300593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14245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2</a:t>
          </a:r>
          <a:endParaRPr kumimoji="1" lang="ja-JP" altLang="en-US" sz="2600" kern="1200" dirty="0"/>
        </a:p>
      </dsp:txBody>
      <dsp:txXfrm>
        <a:off x="3165308" y="4113306"/>
        <a:ext cx="1183020" cy="734536"/>
      </dsp:txXfrm>
    </dsp:sp>
    <dsp:sp modelId="{28CE29A3-B1D6-4991-8A2B-0B606E66E214}">
      <dsp:nvSpPr>
        <dsp:cNvPr id="0" name=""/>
        <dsp:cNvSpPr/>
      </dsp:nvSpPr>
      <dsp:spPr>
        <a:xfrm>
          <a:off x="6009481" y="1685566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146006" y="1815265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13</a:t>
          </a:r>
          <a:endParaRPr kumimoji="1" lang="ja-JP" altLang="en-US" sz="2600" kern="1200" dirty="0"/>
        </a:p>
      </dsp:txBody>
      <dsp:txXfrm>
        <a:off x="6168858" y="1838117"/>
        <a:ext cx="1183020" cy="734536"/>
      </dsp:txXfrm>
    </dsp:sp>
    <dsp:sp modelId="{E21EA01E-3155-4D8E-A10A-70968A00A3D2}">
      <dsp:nvSpPr>
        <dsp:cNvPr id="0" name=""/>
        <dsp:cNvSpPr/>
      </dsp:nvSpPr>
      <dsp:spPr>
        <a:xfrm>
          <a:off x="5109770" y="283276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5246295" y="296246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12</a:t>
          </a:r>
          <a:endParaRPr kumimoji="1" lang="ja-JP" altLang="en-US" sz="2600" kern="1200" dirty="0"/>
        </a:p>
      </dsp:txBody>
      <dsp:txXfrm>
        <a:off x="5269147" y="2985316"/>
        <a:ext cx="1183020" cy="734536"/>
      </dsp:txXfrm>
    </dsp:sp>
    <dsp:sp modelId="{FD60BCD1-B09B-418B-A913-32319C336FB7}">
      <dsp:nvSpPr>
        <dsp:cNvPr id="0" name=""/>
        <dsp:cNvSpPr/>
      </dsp:nvSpPr>
      <dsp:spPr>
        <a:xfrm>
          <a:off x="4507706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BB89-C999-49E6-A807-540829090298}">
      <dsp:nvSpPr>
        <dsp:cNvPr id="0" name=""/>
        <dsp:cNvSpPr/>
      </dsp:nvSpPr>
      <dsp:spPr>
        <a:xfrm>
          <a:off x="4644231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11</a:t>
          </a:r>
          <a:endParaRPr kumimoji="1" lang="ja-JP" altLang="en-US" sz="2600" kern="1200" dirty="0"/>
        </a:p>
      </dsp:txBody>
      <dsp:txXfrm>
        <a:off x="4667083" y="4113306"/>
        <a:ext cx="1183020" cy="734536"/>
      </dsp:txXfrm>
    </dsp:sp>
    <dsp:sp modelId="{151597F5-E5D9-4744-A6B3-FE1672B5DDAE}">
      <dsp:nvSpPr>
        <dsp:cNvPr id="0" name=""/>
        <dsp:cNvSpPr/>
      </dsp:nvSpPr>
      <dsp:spPr>
        <a:xfrm>
          <a:off x="6009481" y="3960755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2B9C4-8AC7-404C-A445-62ADCB85C9E4}">
      <dsp:nvSpPr>
        <dsp:cNvPr id="0" name=""/>
        <dsp:cNvSpPr/>
      </dsp:nvSpPr>
      <dsp:spPr>
        <a:xfrm>
          <a:off x="6146006" y="4090454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7</a:t>
          </a:r>
          <a:endParaRPr kumimoji="1" lang="ja-JP" altLang="en-US" sz="2600" kern="1200" dirty="0"/>
        </a:p>
      </dsp:txBody>
      <dsp:txXfrm>
        <a:off x="6168858" y="4113306"/>
        <a:ext cx="1183020" cy="734536"/>
      </dsp:txXfrm>
    </dsp:sp>
    <dsp:sp modelId="{4030983D-B8EC-43FF-86D4-B4FA26725AF1}">
      <dsp:nvSpPr>
        <dsp:cNvPr id="0" name=""/>
        <dsp:cNvSpPr/>
      </dsp:nvSpPr>
      <dsp:spPr>
        <a:xfrm>
          <a:off x="6760368" y="2823161"/>
          <a:ext cx="1228724" cy="78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896893" y="2952859"/>
          <a:ext cx="1228724" cy="7802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600" kern="1200" dirty="0"/>
            <a:t>6</a:t>
          </a:r>
          <a:endParaRPr kumimoji="1" lang="ja-JP" altLang="en-US" sz="2600" kern="1200" dirty="0"/>
        </a:p>
      </dsp:txBody>
      <dsp:txXfrm>
        <a:off x="6919745" y="2975711"/>
        <a:ext cx="1183020" cy="73453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470650" y="2441029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479398" y="2441029"/>
          <a:ext cx="991251" cy="404294"/>
        </a:xfrm>
        <a:custGeom>
          <a:avLst/>
          <a:gdLst/>
          <a:ahLst/>
          <a:cxnLst/>
          <a:rect l="0" t="0" r="0" b="0"/>
          <a:pathLst>
            <a:path>
              <a:moveTo>
                <a:pt x="991251" y="0"/>
              </a:moveTo>
              <a:lnTo>
                <a:pt x="991251" y="278885"/>
              </a:lnTo>
              <a:lnTo>
                <a:pt x="0" y="278885"/>
              </a:lnTo>
              <a:lnTo>
                <a:pt x="0" y="4042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609256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861393" y="268303"/>
              </a:lnTo>
              <a:lnTo>
                <a:pt x="1861393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943072" y="3694367"/>
          <a:ext cx="91440" cy="3937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747863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240928" y="268303"/>
              </a:lnTo>
              <a:lnTo>
                <a:pt x="1240928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506934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79648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827285" y="0"/>
              </a:moveTo>
              <a:lnTo>
                <a:pt x="827285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506934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1240928" y="0"/>
              </a:moveTo>
              <a:lnTo>
                <a:pt x="1240928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747863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1861393" y="0"/>
              </a:moveTo>
              <a:lnTo>
                <a:pt x="1861393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32386" y="328066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2801" y="470960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b="0" kern="1200" dirty="0">
              <a:solidFill>
                <a:schemeClr val="tx1"/>
              </a:solidFill>
            </a:rPr>
            <a:t>13</a:t>
          </a:r>
          <a:endParaRPr kumimoji="1" lang="ja-JP" altLang="en-US" sz="2900" b="0" kern="1200" dirty="0">
            <a:solidFill>
              <a:schemeClr val="tx1"/>
            </a:solidFill>
          </a:endParaRPr>
        </a:p>
      </dsp:txBody>
      <dsp:txXfrm>
        <a:off x="4107979" y="496138"/>
        <a:ext cx="1303384" cy="809269"/>
      </dsp:txXfrm>
    </dsp:sp>
    <dsp:sp modelId="{1365097D-0173-4A32-9B8E-A8EE31255A2E}">
      <dsp:nvSpPr>
        <dsp:cNvPr id="0" name=""/>
        <dsp:cNvSpPr/>
      </dsp:nvSpPr>
      <dsp:spPr>
        <a:xfrm>
          <a:off x="2070992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221408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10</a:t>
          </a:r>
          <a:endParaRPr kumimoji="1" lang="ja-JP" altLang="en-US" sz="2900" kern="1200" dirty="0"/>
        </a:p>
      </dsp:txBody>
      <dsp:txXfrm>
        <a:off x="2246586" y="1749477"/>
        <a:ext cx="1303384" cy="809269"/>
      </dsp:txXfrm>
    </dsp:sp>
    <dsp:sp modelId="{FA63F1CA-CA1E-4802-A5DB-D9255E18F093}">
      <dsp:nvSpPr>
        <dsp:cNvPr id="0" name=""/>
        <dsp:cNvSpPr/>
      </dsp:nvSpPr>
      <dsp:spPr>
        <a:xfrm>
          <a:off x="830064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980479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9</a:t>
          </a:r>
          <a:endParaRPr kumimoji="1" lang="ja-JP" altLang="en-US" sz="2900" kern="1200" dirty="0"/>
        </a:p>
      </dsp:txBody>
      <dsp:txXfrm>
        <a:off x="1005657" y="3002815"/>
        <a:ext cx="1303384" cy="809269"/>
      </dsp:txXfrm>
    </dsp:sp>
    <dsp:sp modelId="{48BE5FD9-46D4-4725-AC4D-774C0F4D5B2E}">
      <dsp:nvSpPr>
        <dsp:cNvPr id="0" name=""/>
        <dsp:cNvSpPr/>
      </dsp:nvSpPr>
      <dsp:spPr>
        <a:xfrm>
          <a:off x="2778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53193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5</a:t>
          </a:r>
          <a:endParaRPr kumimoji="1" lang="ja-JP" altLang="en-US" sz="2900" kern="1200" dirty="0"/>
        </a:p>
      </dsp:txBody>
      <dsp:txXfrm>
        <a:off x="178371" y="4256153"/>
        <a:ext cx="1303384" cy="809269"/>
      </dsp:txXfrm>
    </dsp:sp>
    <dsp:sp modelId="{7E3EEB84-8596-4156-835C-CE144B9B089A}">
      <dsp:nvSpPr>
        <dsp:cNvPr id="0" name=""/>
        <dsp:cNvSpPr/>
      </dsp:nvSpPr>
      <dsp:spPr>
        <a:xfrm>
          <a:off x="1657350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807765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3</a:t>
          </a:r>
          <a:endParaRPr kumimoji="1" lang="ja-JP" altLang="en-US" sz="2900" kern="1200" dirty="0"/>
        </a:p>
      </dsp:txBody>
      <dsp:txXfrm>
        <a:off x="1832943" y="4256153"/>
        <a:ext cx="1303384" cy="809269"/>
      </dsp:txXfrm>
    </dsp:sp>
    <dsp:sp modelId="{F8AD3EC0-C03B-48B5-95BB-137B83D1D76D}">
      <dsp:nvSpPr>
        <dsp:cNvPr id="0" name=""/>
        <dsp:cNvSpPr/>
      </dsp:nvSpPr>
      <dsp:spPr>
        <a:xfrm>
          <a:off x="3311921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462337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8</a:t>
          </a:r>
          <a:endParaRPr kumimoji="1" lang="ja-JP" altLang="en-US" sz="2900" kern="1200" dirty="0"/>
        </a:p>
      </dsp:txBody>
      <dsp:txXfrm>
        <a:off x="3487515" y="3002815"/>
        <a:ext cx="1303384" cy="809269"/>
      </dsp:txXfrm>
    </dsp:sp>
    <dsp:sp modelId="{F0A1A7BF-F11F-4F86-9616-48D724CD58C0}">
      <dsp:nvSpPr>
        <dsp:cNvPr id="0" name=""/>
        <dsp:cNvSpPr/>
      </dsp:nvSpPr>
      <dsp:spPr>
        <a:xfrm>
          <a:off x="3311921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462337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2</a:t>
          </a:r>
          <a:endParaRPr kumimoji="1" lang="ja-JP" altLang="en-US" sz="2900" kern="1200" dirty="0"/>
        </a:p>
      </dsp:txBody>
      <dsp:txXfrm>
        <a:off x="3487515" y="4256153"/>
        <a:ext cx="1303384" cy="809269"/>
      </dsp:txXfrm>
    </dsp:sp>
    <dsp:sp modelId="{28CE29A3-B1D6-4991-8A2B-0B606E66E214}">
      <dsp:nvSpPr>
        <dsp:cNvPr id="0" name=""/>
        <dsp:cNvSpPr/>
      </dsp:nvSpPr>
      <dsp:spPr>
        <a:xfrm>
          <a:off x="5793779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44195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7</a:t>
          </a:r>
          <a:endParaRPr kumimoji="1" lang="ja-JP" altLang="en-US" sz="2900" kern="1200" dirty="0"/>
        </a:p>
      </dsp:txBody>
      <dsp:txXfrm>
        <a:off x="5969373" y="1749477"/>
        <a:ext cx="1303384" cy="809269"/>
      </dsp:txXfrm>
    </dsp:sp>
    <dsp:sp modelId="{E21EA01E-3155-4D8E-A10A-70968A00A3D2}">
      <dsp:nvSpPr>
        <dsp:cNvPr id="0" name=""/>
        <dsp:cNvSpPr/>
      </dsp:nvSpPr>
      <dsp:spPr>
        <a:xfrm>
          <a:off x="4802528" y="284532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952944" y="298821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4</a:t>
          </a:r>
          <a:endParaRPr kumimoji="1" lang="ja-JP" altLang="en-US" sz="2900" kern="1200" dirty="0"/>
        </a:p>
      </dsp:txBody>
      <dsp:txXfrm>
        <a:off x="4978122" y="3013397"/>
        <a:ext cx="1303384" cy="809269"/>
      </dsp:txXfrm>
    </dsp:sp>
    <dsp:sp modelId="{4030983D-B8EC-43FF-86D4-B4FA26725AF1}">
      <dsp:nvSpPr>
        <dsp:cNvPr id="0" name=""/>
        <dsp:cNvSpPr/>
      </dsp:nvSpPr>
      <dsp:spPr>
        <a:xfrm>
          <a:off x="6621065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771481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6</a:t>
          </a:r>
          <a:endParaRPr kumimoji="1" lang="ja-JP" altLang="en-US" sz="2900" kern="1200" dirty="0"/>
        </a:p>
      </dsp:txBody>
      <dsp:txXfrm>
        <a:off x="6796659" y="3002815"/>
        <a:ext cx="1303384" cy="80926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470650" y="2441029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479398" y="2441029"/>
          <a:ext cx="991251" cy="404294"/>
        </a:xfrm>
        <a:custGeom>
          <a:avLst/>
          <a:gdLst/>
          <a:ahLst/>
          <a:cxnLst/>
          <a:rect l="0" t="0" r="0" b="0"/>
          <a:pathLst>
            <a:path>
              <a:moveTo>
                <a:pt x="991251" y="0"/>
              </a:moveTo>
              <a:lnTo>
                <a:pt x="991251" y="278885"/>
              </a:lnTo>
              <a:lnTo>
                <a:pt x="0" y="278885"/>
              </a:lnTo>
              <a:lnTo>
                <a:pt x="0" y="4042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609256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861393" y="268303"/>
              </a:lnTo>
              <a:lnTo>
                <a:pt x="1861393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943072" y="3694367"/>
          <a:ext cx="91440" cy="3937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747863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240928" y="268303"/>
              </a:lnTo>
              <a:lnTo>
                <a:pt x="1240928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506934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79648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827285" y="0"/>
              </a:moveTo>
              <a:lnTo>
                <a:pt x="827285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506934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1240928" y="0"/>
              </a:moveTo>
              <a:lnTo>
                <a:pt x="1240928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747863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1861393" y="0"/>
              </a:moveTo>
              <a:lnTo>
                <a:pt x="1861393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32386" y="328066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2801" y="470960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900" b="1" kern="1200" dirty="0">
              <a:solidFill>
                <a:srgbClr val="FF0000"/>
              </a:solidFill>
            </a:rPr>
            <a:t>削除</a:t>
          </a:r>
        </a:p>
      </dsp:txBody>
      <dsp:txXfrm>
        <a:off x="4107979" y="496138"/>
        <a:ext cx="1303384" cy="809269"/>
      </dsp:txXfrm>
    </dsp:sp>
    <dsp:sp modelId="{1365097D-0173-4A32-9B8E-A8EE31255A2E}">
      <dsp:nvSpPr>
        <dsp:cNvPr id="0" name=""/>
        <dsp:cNvSpPr/>
      </dsp:nvSpPr>
      <dsp:spPr>
        <a:xfrm>
          <a:off x="2070992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221408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10</a:t>
          </a:r>
          <a:endParaRPr kumimoji="1" lang="ja-JP" altLang="en-US" sz="2900" kern="1200" dirty="0"/>
        </a:p>
      </dsp:txBody>
      <dsp:txXfrm>
        <a:off x="2246586" y="1749477"/>
        <a:ext cx="1303384" cy="809269"/>
      </dsp:txXfrm>
    </dsp:sp>
    <dsp:sp modelId="{FA63F1CA-CA1E-4802-A5DB-D9255E18F093}">
      <dsp:nvSpPr>
        <dsp:cNvPr id="0" name=""/>
        <dsp:cNvSpPr/>
      </dsp:nvSpPr>
      <dsp:spPr>
        <a:xfrm>
          <a:off x="830064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980479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9</a:t>
          </a:r>
          <a:endParaRPr kumimoji="1" lang="ja-JP" altLang="en-US" sz="2900" kern="1200" dirty="0"/>
        </a:p>
      </dsp:txBody>
      <dsp:txXfrm>
        <a:off x="1005657" y="3002815"/>
        <a:ext cx="1303384" cy="809269"/>
      </dsp:txXfrm>
    </dsp:sp>
    <dsp:sp modelId="{48BE5FD9-46D4-4725-AC4D-774C0F4D5B2E}">
      <dsp:nvSpPr>
        <dsp:cNvPr id="0" name=""/>
        <dsp:cNvSpPr/>
      </dsp:nvSpPr>
      <dsp:spPr>
        <a:xfrm>
          <a:off x="2778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53193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5</a:t>
          </a:r>
          <a:endParaRPr kumimoji="1" lang="ja-JP" altLang="en-US" sz="2900" kern="1200" dirty="0"/>
        </a:p>
      </dsp:txBody>
      <dsp:txXfrm>
        <a:off x="178371" y="4256153"/>
        <a:ext cx="1303384" cy="809269"/>
      </dsp:txXfrm>
    </dsp:sp>
    <dsp:sp modelId="{7E3EEB84-8596-4156-835C-CE144B9B089A}">
      <dsp:nvSpPr>
        <dsp:cNvPr id="0" name=""/>
        <dsp:cNvSpPr/>
      </dsp:nvSpPr>
      <dsp:spPr>
        <a:xfrm>
          <a:off x="1657350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807765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3</a:t>
          </a:r>
          <a:endParaRPr kumimoji="1" lang="ja-JP" altLang="en-US" sz="2900" kern="1200" dirty="0"/>
        </a:p>
      </dsp:txBody>
      <dsp:txXfrm>
        <a:off x="1832943" y="4256153"/>
        <a:ext cx="1303384" cy="809269"/>
      </dsp:txXfrm>
    </dsp:sp>
    <dsp:sp modelId="{F8AD3EC0-C03B-48B5-95BB-137B83D1D76D}">
      <dsp:nvSpPr>
        <dsp:cNvPr id="0" name=""/>
        <dsp:cNvSpPr/>
      </dsp:nvSpPr>
      <dsp:spPr>
        <a:xfrm>
          <a:off x="3311921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462337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8</a:t>
          </a:r>
          <a:endParaRPr kumimoji="1" lang="ja-JP" altLang="en-US" sz="2900" kern="1200" dirty="0"/>
        </a:p>
      </dsp:txBody>
      <dsp:txXfrm>
        <a:off x="3487515" y="3002815"/>
        <a:ext cx="1303384" cy="809269"/>
      </dsp:txXfrm>
    </dsp:sp>
    <dsp:sp modelId="{F0A1A7BF-F11F-4F86-9616-48D724CD58C0}">
      <dsp:nvSpPr>
        <dsp:cNvPr id="0" name=""/>
        <dsp:cNvSpPr/>
      </dsp:nvSpPr>
      <dsp:spPr>
        <a:xfrm>
          <a:off x="3311921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462337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2</a:t>
          </a:r>
          <a:endParaRPr kumimoji="1" lang="ja-JP" altLang="en-US" sz="2900" kern="1200" dirty="0"/>
        </a:p>
      </dsp:txBody>
      <dsp:txXfrm>
        <a:off x="3487515" y="4256153"/>
        <a:ext cx="1303384" cy="809269"/>
      </dsp:txXfrm>
    </dsp:sp>
    <dsp:sp modelId="{28CE29A3-B1D6-4991-8A2B-0B606E66E214}">
      <dsp:nvSpPr>
        <dsp:cNvPr id="0" name=""/>
        <dsp:cNvSpPr/>
      </dsp:nvSpPr>
      <dsp:spPr>
        <a:xfrm>
          <a:off x="5793779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44195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7</a:t>
          </a:r>
          <a:endParaRPr kumimoji="1" lang="ja-JP" altLang="en-US" sz="2900" kern="1200" dirty="0"/>
        </a:p>
      </dsp:txBody>
      <dsp:txXfrm>
        <a:off x="5969373" y="1749477"/>
        <a:ext cx="1303384" cy="809269"/>
      </dsp:txXfrm>
    </dsp:sp>
    <dsp:sp modelId="{E21EA01E-3155-4D8E-A10A-70968A00A3D2}">
      <dsp:nvSpPr>
        <dsp:cNvPr id="0" name=""/>
        <dsp:cNvSpPr/>
      </dsp:nvSpPr>
      <dsp:spPr>
        <a:xfrm>
          <a:off x="4802528" y="284532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952944" y="298821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4</a:t>
          </a:r>
          <a:endParaRPr kumimoji="1" lang="ja-JP" altLang="en-US" sz="2900" kern="1200" dirty="0"/>
        </a:p>
      </dsp:txBody>
      <dsp:txXfrm>
        <a:off x="4978122" y="3013397"/>
        <a:ext cx="1303384" cy="809269"/>
      </dsp:txXfrm>
    </dsp:sp>
    <dsp:sp modelId="{4030983D-B8EC-43FF-86D4-B4FA26725AF1}">
      <dsp:nvSpPr>
        <dsp:cNvPr id="0" name=""/>
        <dsp:cNvSpPr/>
      </dsp:nvSpPr>
      <dsp:spPr>
        <a:xfrm>
          <a:off x="6621065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771481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6</a:t>
          </a:r>
          <a:endParaRPr kumimoji="1" lang="ja-JP" altLang="en-US" sz="2900" kern="1200" dirty="0"/>
        </a:p>
      </dsp:txBody>
      <dsp:txXfrm>
        <a:off x="6796659" y="3002815"/>
        <a:ext cx="1303384" cy="80926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89399-9D17-40E0-BEE6-022DCFF5E23E}">
      <dsp:nvSpPr>
        <dsp:cNvPr id="0" name=""/>
        <dsp:cNvSpPr/>
      </dsp:nvSpPr>
      <dsp:spPr>
        <a:xfrm>
          <a:off x="6470650" y="2441029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E8FE41-03FC-44D3-A136-60574B45870F}">
      <dsp:nvSpPr>
        <dsp:cNvPr id="0" name=""/>
        <dsp:cNvSpPr/>
      </dsp:nvSpPr>
      <dsp:spPr>
        <a:xfrm>
          <a:off x="5479398" y="2441029"/>
          <a:ext cx="991251" cy="404294"/>
        </a:xfrm>
        <a:custGeom>
          <a:avLst/>
          <a:gdLst/>
          <a:ahLst/>
          <a:cxnLst/>
          <a:rect l="0" t="0" r="0" b="0"/>
          <a:pathLst>
            <a:path>
              <a:moveTo>
                <a:pt x="991251" y="0"/>
              </a:moveTo>
              <a:lnTo>
                <a:pt x="991251" y="278885"/>
              </a:lnTo>
              <a:lnTo>
                <a:pt x="0" y="278885"/>
              </a:lnTo>
              <a:lnTo>
                <a:pt x="0" y="4042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4609256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861393" y="268303"/>
              </a:lnTo>
              <a:lnTo>
                <a:pt x="1861393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3943072" y="3694367"/>
          <a:ext cx="91440" cy="3937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2747863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240928" y="268303"/>
              </a:lnTo>
              <a:lnTo>
                <a:pt x="1240928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1506934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679648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827285" y="0"/>
              </a:moveTo>
              <a:lnTo>
                <a:pt x="827285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1506934" y="2441029"/>
          <a:ext cx="1240928" cy="393712"/>
        </a:xfrm>
        <a:custGeom>
          <a:avLst/>
          <a:gdLst/>
          <a:ahLst/>
          <a:cxnLst/>
          <a:rect l="0" t="0" r="0" b="0"/>
          <a:pathLst>
            <a:path>
              <a:moveTo>
                <a:pt x="1240928" y="0"/>
              </a:moveTo>
              <a:lnTo>
                <a:pt x="1240928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2747863" y="1187691"/>
          <a:ext cx="1861393" cy="393712"/>
        </a:xfrm>
        <a:custGeom>
          <a:avLst/>
          <a:gdLst/>
          <a:ahLst/>
          <a:cxnLst/>
          <a:rect l="0" t="0" r="0" b="0"/>
          <a:pathLst>
            <a:path>
              <a:moveTo>
                <a:pt x="1861393" y="0"/>
              </a:moveTo>
              <a:lnTo>
                <a:pt x="1861393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3932386" y="328066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082801" y="470960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b="1" kern="1200" dirty="0">
              <a:solidFill>
                <a:srgbClr val="FF0000"/>
              </a:solidFill>
            </a:rPr>
            <a:t>6</a:t>
          </a:r>
          <a:endParaRPr kumimoji="1" lang="ja-JP" altLang="en-US" sz="2900" b="1" kern="1200" dirty="0">
            <a:solidFill>
              <a:srgbClr val="FF0000"/>
            </a:solidFill>
          </a:endParaRPr>
        </a:p>
      </dsp:txBody>
      <dsp:txXfrm>
        <a:off x="4107979" y="496138"/>
        <a:ext cx="1303384" cy="809269"/>
      </dsp:txXfrm>
    </dsp:sp>
    <dsp:sp modelId="{1365097D-0173-4A32-9B8E-A8EE31255A2E}">
      <dsp:nvSpPr>
        <dsp:cNvPr id="0" name=""/>
        <dsp:cNvSpPr/>
      </dsp:nvSpPr>
      <dsp:spPr>
        <a:xfrm>
          <a:off x="2070992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221408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10</a:t>
          </a:r>
          <a:endParaRPr kumimoji="1" lang="ja-JP" altLang="en-US" sz="2900" kern="1200" dirty="0"/>
        </a:p>
      </dsp:txBody>
      <dsp:txXfrm>
        <a:off x="2246586" y="1749477"/>
        <a:ext cx="1303384" cy="809269"/>
      </dsp:txXfrm>
    </dsp:sp>
    <dsp:sp modelId="{FA63F1CA-CA1E-4802-A5DB-D9255E18F093}">
      <dsp:nvSpPr>
        <dsp:cNvPr id="0" name=""/>
        <dsp:cNvSpPr/>
      </dsp:nvSpPr>
      <dsp:spPr>
        <a:xfrm>
          <a:off x="830064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980479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9</a:t>
          </a:r>
          <a:endParaRPr kumimoji="1" lang="ja-JP" altLang="en-US" sz="2900" kern="1200" dirty="0"/>
        </a:p>
      </dsp:txBody>
      <dsp:txXfrm>
        <a:off x="1005657" y="3002815"/>
        <a:ext cx="1303384" cy="809269"/>
      </dsp:txXfrm>
    </dsp:sp>
    <dsp:sp modelId="{48BE5FD9-46D4-4725-AC4D-774C0F4D5B2E}">
      <dsp:nvSpPr>
        <dsp:cNvPr id="0" name=""/>
        <dsp:cNvSpPr/>
      </dsp:nvSpPr>
      <dsp:spPr>
        <a:xfrm>
          <a:off x="2778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153193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5</a:t>
          </a:r>
          <a:endParaRPr kumimoji="1" lang="ja-JP" altLang="en-US" sz="2900" kern="1200" dirty="0"/>
        </a:p>
      </dsp:txBody>
      <dsp:txXfrm>
        <a:off x="178371" y="4256153"/>
        <a:ext cx="1303384" cy="809269"/>
      </dsp:txXfrm>
    </dsp:sp>
    <dsp:sp modelId="{7E3EEB84-8596-4156-835C-CE144B9B089A}">
      <dsp:nvSpPr>
        <dsp:cNvPr id="0" name=""/>
        <dsp:cNvSpPr/>
      </dsp:nvSpPr>
      <dsp:spPr>
        <a:xfrm>
          <a:off x="1657350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1807765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3</a:t>
          </a:r>
          <a:endParaRPr kumimoji="1" lang="ja-JP" altLang="en-US" sz="2900" kern="1200" dirty="0"/>
        </a:p>
      </dsp:txBody>
      <dsp:txXfrm>
        <a:off x="1832943" y="4256153"/>
        <a:ext cx="1303384" cy="809269"/>
      </dsp:txXfrm>
    </dsp:sp>
    <dsp:sp modelId="{F8AD3EC0-C03B-48B5-95BB-137B83D1D76D}">
      <dsp:nvSpPr>
        <dsp:cNvPr id="0" name=""/>
        <dsp:cNvSpPr/>
      </dsp:nvSpPr>
      <dsp:spPr>
        <a:xfrm>
          <a:off x="3311921" y="2834742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3462337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8</a:t>
          </a:r>
          <a:endParaRPr kumimoji="1" lang="ja-JP" altLang="en-US" sz="2900" kern="1200" dirty="0"/>
        </a:p>
      </dsp:txBody>
      <dsp:txXfrm>
        <a:off x="3487515" y="3002815"/>
        <a:ext cx="1303384" cy="809269"/>
      </dsp:txXfrm>
    </dsp:sp>
    <dsp:sp modelId="{F0A1A7BF-F11F-4F86-9616-48D724CD58C0}">
      <dsp:nvSpPr>
        <dsp:cNvPr id="0" name=""/>
        <dsp:cNvSpPr/>
      </dsp:nvSpPr>
      <dsp:spPr>
        <a:xfrm>
          <a:off x="3311921" y="4088080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3462337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2</a:t>
          </a:r>
          <a:endParaRPr kumimoji="1" lang="ja-JP" altLang="en-US" sz="2900" kern="1200" dirty="0"/>
        </a:p>
      </dsp:txBody>
      <dsp:txXfrm>
        <a:off x="3487515" y="4256153"/>
        <a:ext cx="1303384" cy="809269"/>
      </dsp:txXfrm>
    </dsp:sp>
    <dsp:sp modelId="{28CE29A3-B1D6-4991-8A2B-0B606E66E214}">
      <dsp:nvSpPr>
        <dsp:cNvPr id="0" name=""/>
        <dsp:cNvSpPr/>
      </dsp:nvSpPr>
      <dsp:spPr>
        <a:xfrm>
          <a:off x="5793779" y="158140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5944195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7</a:t>
          </a:r>
          <a:endParaRPr kumimoji="1" lang="ja-JP" altLang="en-US" sz="2900" kern="1200" dirty="0"/>
        </a:p>
      </dsp:txBody>
      <dsp:txXfrm>
        <a:off x="5969373" y="1749477"/>
        <a:ext cx="1303384" cy="809269"/>
      </dsp:txXfrm>
    </dsp:sp>
    <dsp:sp modelId="{E21EA01E-3155-4D8E-A10A-70968A00A3D2}">
      <dsp:nvSpPr>
        <dsp:cNvPr id="0" name=""/>
        <dsp:cNvSpPr/>
      </dsp:nvSpPr>
      <dsp:spPr>
        <a:xfrm>
          <a:off x="4802528" y="2845324"/>
          <a:ext cx="1353740" cy="859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4952944" y="298821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4</a:t>
          </a:r>
          <a:endParaRPr kumimoji="1" lang="ja-JP" altLang="en-US" sz="2900" kern="1200" dirty="0"/>
        </a:p>
      </dsp:txBody>
      <dsp:txXfrm>
        <a:off x="4978122" y="3013397"/>
        <a:ext cx="1303384" cy="809269"/>
      </dsp:txXfrm>
    </dsp:sp>
    <dsp:sp modelId="{4030983D-B8EC-43FF-86D4-B4FA26725AF1}">
      <dsp:nvSpPr>
        <dsp:cNvPr id="0" name=""/>
        <dsp:cNvSpPr/>
      </dsp:nvSpPr>
      <dsp:spPr>
        <a:xfrm>
          <a:off x="6621065" y="2834742"/>
          <a:ext cx="1353740" cy="859625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tint val="66000"/>
                <a:satMod val="160000"/>
              </a:schemeClr>
            </a:gs>
            <a:gs pos="50000">
              <a:schemeClr val="accent1">
                <a:hueOff val="0"/>
                <a:satOff val="0"/>
                <a:lumOff val="0"/>
                <a:tint val="445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tint val="23500"/>
                <a:satMod val="160000"/>
              </a:schemeClr>
            </a:gs>
          </a:gsLst>
          <a:lin ang="16200000" scaled="1"/>
          <a:tileRect/>
        </a:gradFill>
        <a:ln w="19050" cap="flat" cmpd="sng" algn="ctr">
          <a:solidFill>
            <a:scrgbClr r="0" g="0" b="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6665C-BC66-4FD9-86D1-D5F8A03F6A0E}">
      <dsp:nvSpPr>
        <dsp:cNvPr id="0" name=""/>
        <dsp:cNvSpPr/>
      </dsp:nvSpPr>
      <dsp:spPr>
        <a:xfrm>
          <a:off x="6771481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ys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900" kern="1200" dirty="0"/>
            <a:t>6</a:t>
          </a:r>
          <a:endParaRPr kumimoji="1" lang="ja-JP" altLang="en-US" sz="2900" kern="1200" dirty="0"/>
        </a:p>
      </dsp:txBody>
      <dsp:txXfrm>
        <a:off x="6796659" y="3002815"/>
        <a:ext cx="1303384" cy="80926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8FE41-03FC-44D3-A136-60574B45870F}">
      <dsp:nvSpPr>
        <dsp:cNvPr id="0" name=""/>
        <dsp:cNvSpPr/>
      </dsp:nvSpPr>
      <dsp:spPr>
        <a:xfrm>
          <a:off x="6614388" y="2404217"/>
          <a:ext cx="186461" cy="459765"/>
        </a:xfrm>
        <a:custGeom>
          <a:avLst/>
          <a:gdLst/>
          <a:ahLst/>
          <a:cxnLst/>
          <a:rect l="0" t="0" r="0" b="0"/>
          <a:pathLst>
            <a:path>
              <a:moveTo>
                <a:pt x="186461" y="0"/>
              </a:moveTo>
              <a:lnTo>
                <a:pt x="186461" y="317149"/>
              </a:lnTo>
              <a:lnTo>
                <a:pt x="0" y="317149"/>
              </a:lnTo>
              <a:lnTo>
                <a:pt x="0" y="4597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5154463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646386" y="305116"/>
              </a:lnTo>
              <a:lnTo>
                <a:pt x="1646386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4873545" y="3829517"/>
          <a:ext cx="91440" cy="4477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3508077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411188" y="305116"/>
              </a:lnTo>
              <a:lnTo>
                <a:pt x="1411188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2096889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940792" y="305116"/>
              </a:lnTo>
              <a:lnTo>
                <a:pt x="940792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1156096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940792" y="0"/>
              </a:moveTo>
              <a:lnTo>
                <a:pt x="940792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2096889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1411188" y="0"/>
              </a:moveTo>
              <a:lnTo>
                <a:pt x="1411188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3508077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1646386" y="0"/>
              </a:moveTo>
              <a:lnTo>
                <a:pt x="1646386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4384724" y="13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555777" y="1638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10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4584409" y="192481"/>
        <a:ext cx="1482214" cy="920304"/>
      </dsp:txXfrm>
    </dsp:sp>
    <dsp:sp modelId="{1365097D-0173-4A32-9B8E-A8EE31255A2E}">
      <dsp:nvSpPr>
        <dsp:cNvPr id="0" name=""/>
        <dsp:cNvSpPr/>
      </dsp:nvSpPr>
      <dsp:spPr>
        <a:xfrm>
          <a:off x="2738338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909391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6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2938023" y="1617781"/>
        <a:ext cx="1482214" cy="920304"/>
      </dsp:txXfrm>
    </dsp:sp>
    <dsp:sp modelId="{FA63F1CA-CA1E-4802-A5DB-D9255E18F093}">
      <dsp:nvSpPr>
        <dsp:cNvPr id="0" name=""/>
        <dsp:cNvSpPr/>
      </dsp:nvSpPr>
      <dsp:spPr>
        <a:xfrm>
          <a:off x="1327150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1498203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9</a:t>
          </a:r>
          <a:endParaRPr kumimoji="1" lang="ja-JP" altLang="en-US" sz="3300" kern="1200" dirty="0"/>
        </a:p>
      </dsp:txBody>
      <dsp:txXfrm>
        <a:off x="1526835" y="3043081"/>
        <a:ext cx="1482214" cy="920304"/>
      </dsp:txXfrm>
    </dsp:sp>
    <dsp:sp modelId="{48BE5FD9-46D4-4725-AC4D-774C0F4D5B2E}">
      <dsp:nvSpPr>
        <dsp:cNvPr id="0" name=""/>
        <dsp:cNvSpPr/>
      </dsp:nvSpPr>
      <dsp:spPr>
        <a:xfrm>
          <a:off x="386357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557410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5</a:t>
          </a:r>
          <a:endParaRPr kumimoji="1" lang="ja-JP" altLang="en-US" sz="3300" kern="1200" dirty="0"/>
        </a:p>
      </dsp:txBody>
      <dsp:txXfrm>
        <a:off x="586042" y="4468381"/>
        <a:ext cx="1482214" cy="920304"/>
      </dsp:txXfrm>
    </dsp:sp>
    <dsp:sp modelId="{7E3EEB84-8596-4156-835C-CE144B9B089A}">
      <dsp:nvSpPr>
        <dsp:cNvPr id="0" name=""/>
        <dsp:cNvSpPr/>
      </dsp:nvSpPr>
      <dsp:spPr>
        <a:xfrm>
          <a:off x="2267942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2438995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3</a:t>
          </a:r>
          <a:endParaRPr kumimoji="1" lang="ja-JP" altLang="en-US" sz="3300" kern="1200" dirty="0"/>
        </a:p>
      </dsp:txBody>
      <dsp:txXfrm>
        <a:off x="2467627" y="4468381"/>
        <a:ext cx="1482214" cy="920304"/>
      </dsp:txXfrm>
    </dsp:sp>
    <dsp:sp modelId="{F8AD3EC0-C03B-48B5-95BB-137B83D1D76D}">
      <dsp:nvSpPr>
        <dsp:cNvPr id="0" name=""/>
        <dsp:cNvSpPr/>
      </dsp:nvSpPr>
      <dsp:spPr>
        <a:xfrm>
          <a:off x="4149526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4320579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8</a:t>
          </a:r>
          <a:endParaRPr kumimoji="1" lang="ja-JP" altLang="en-US" sz="3300" kern="1200" dirty="0"/>
        </a:p>
      </dsp:txBody>
      <dsp:txXfrm>
        <a:off x="4349211" y="3043081"/>
        <a:ext cx="1482214" cy="920304"/>
      </dsp:txXfrm>
    </dsp:sp>
    <dsp:sp modelId="{F0A1A7BF-F11F-4F86-9616-48D724CD58C0}">
      <dsp:nvSpPr>
        <dsp:cNvPr id="0" name=""/>
        <dsp:cNvSpPr/>
      </dsp:nvSpPr>
      <dsp:spPr>
        <a:xfrm>
          <a:off x="4149526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4320579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2</a:t>
          </a:r>
          <a:endParaRPr kumimoji="1" lang="ja-JP" altLang="en-US" sz="3300" kern="1200" dirty="0"/>
        </a:p>
      </dsp:txBody>
      <dsp:txXfrm>
        <a:off x="4349211" y="4468381"/>
        <a:ext cx="1482214" cy="920304"/>
      </dsp:txXfrm>
    </dsp:sp>
    <dsp:sp modelId="{28CE29A3-B1D6-4991-8A2B-0B606E66E214}">
      <dsp:nvSpPr>
        <dsp:cNvPr id="0" name=""/>
        <dsp:cNvSpPr/>
      </dsp:nvSpPr>
      <dsp:spPr>
        <a:xfrm>
          <a:off x="6031110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202164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7</a:t>
          </a:r>
          <a:endParaRPr kumimoji="1" lang="ja-JP" altLang="en-US" sz="3300" kern="1200" dirty="0"/>
        </a:p>
      </dsp:txBody>
      <dsp:txXfrm>
        <a:off x="6230796" y="1617781"/>
        <a:ext cx="1482214" cy="920304"/>
      </dsp:txXfrm>
    </dsp:sp>
    <dsp:sp modelId="{E21EA01E-3155-4D8E-A10A-70968A00A3D2}">
      <dsp:nvSpPr>
        <dsp:cNvPr id="0" name=""/>
        <dsp:cNvSpPr/>
      </dsp:nvSpPr>
      <dsp:spPr>
        <a:xfrm>
          <a:off x="5844649" y="2863982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6015702" y="3026483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4</a:t>
          </a:r>
          <a:endParaRPr kumimoji="1" lang="ja-JP" altLang="en-US" sz="3300" kern="1200" dirty="0"/>
        </a:p>
      </dsp:txBody>
      <dsp:txXfrm>
        <a:off x="6044334" y="3055115"/>
        <a:ext cx="1482214" cy="92030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8FE41-03FC-44D3-A136-60574B45870F}">
      <dsp:nvSpPr>
        <dsp:cNvPr id="0" name=""/>
        <dsp:cNvSpPr/>
      </dsp:nvSpPr>
      <dsp:spPr>
        <a:xfrm>
          <a:off x="6614388" y="2404217"/>
          <a:ext cx="186461" cy="459765"/>
        </a:xfrm>
        <a:custGeom>
          <a:avLst/>
          <a:gdLst/>
          <a:ahLst/>
          <a:cxnLst/>
          <a:rect l="0" t="0" r="0" b="0"/>
          <a:pathLst>
            <a:path>
              <a:moveTo>
                <a:pt x="186461" y="0"/>
              </a:moveTo>
              <a:lnTo>
                <a:pt x="186461" y="317149"/>
              </a:lnTo>
              <a:lnTo>
                <a:pt x="0" y="317149"/>
              </a:lnTo>
              <a:lnTo>
                <a:pt x="0" y="4597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5154463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646386" y="305116"/>
              </a:lnTo>
              <a:lnTo>
                <a:pt x="1646386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4873545" y="3829517"/>
          <a:ext cx="91440" cy="4477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3508077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411188" y="305116"/>
              </a:lnTo>
              <a:lnTo>
                <a:pt x="1411188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2096889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940792" y="305116"/>
              </a:lnTo>
              <a:lnTo>
                <a:pt x="940792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1156096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940792" y="0"/>
              </a:moveTo>
              <a:lnTo>
                <a:pt x="940792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2096889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1411188" y="0"/>
              </a:moveTo>
              <a:lnTo>
                <a:pt x="1411188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3508077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1646386" y="0"/>
              </a:moveTo>
              <a:lnTo>
                <a:pt x="1646386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4384724" y="13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555777" y="1638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10</a:t>
          </a:r>
          <a:endParaRPr kumimoji="1" lang="ja-JP" altLang="en-US" sz="3300" kern="1200" dirty="0"/>
        </a:p>
      </dsp:txBody>
      <dsp:txXfrm>
        <a:off x="4584409" y="192481"/>
        <a:ext cx="1482214" cy="920304"/>
      </dsp:txXfrm>
    </dsp:sp>
    <dsp:sp modelId="{1365097D-0173-4A32-9B8E-A8EE31255A2E}">
      <dsp:nvSpPr>
        <dsp:cNvPr id="0" name=""/>
        <dsp:cNvSpPr/>
      </dsp:nvSpPr>
      <dsp:spPr>
        <a:xfrm>
          <a:off x="2738338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909391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8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2938023" y="1617781"/>
        <a:ext cx="1482214" cy="920304"/>
      </dsp:txXfrm>
    </dsp:sp>
    <dsp:sp modelId="{FA63F1CA-CA1E-4802-A5DB-D9255E18F093}">
      <dsp:nvSpPr>
        <dsp:cNvPr id="0" name=""/>
        <dsp:cNvSpPr/>
      </dsp:nvSpPr>
      <dsp:spPr>
        <a:xfrm>
          <a:off x="1327150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1498203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0" kern="1200" dirty="0">
              <a:solidFill>
                <a:schemeClr val="tx1"/>
              </a:solidFill>
            </a:rPr>
            <a:t>9</a:t>
          </a:r>
          <a:endParaRPr kumimoji="1" lang="ja-JP" altLang="en-US" sz="3300" b="0" kern="1200" dirty="0">
            <a:solidFill>
              <a:schemeClr val="tx1"/>
            </a:solidFill>
          </a:endParaRPr>
        </a:p>
      </dsp:txBody>
      <dsp:txXfrm>
        <a:off x="1526835" y="3043081"/>
        <a:ext cx="1482214" cy="920304"/>
      </dsp:txXfrm>
    </dsp:sp>
    <dsp:sp modelId="{48BE5FD9-46D4-4725-AC4D-774C0F4D5B2E}">
      <dsp:nvSpPr>
        <dsp:cNvPr id="0" name=""/>
        <dsp:cNvSpPr/>
      </dsp:nvSpPr>
      <dsp:spPr>
        <a:xfrm>
          <a:off x="386357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557410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5</a:t>
          </a:r>
          <a:endParaRPr kumimoji="1" lang="ja-JP" altLang="en-US" sz="3300" kern="1200" dirty="0"/>
        </a:p>
      </dsp:txBody>
      <dsp:txXfrm>
        <a:off x="586042" y="4468381"/>
        <a:ext cx="1482214" cy="920304"/>
      </dsp:txXfrm>
    </dsp:sp>
    <dsp:sp modelId="{7E3EEB84-8596-4156-835C-CE144B9B089A}">
      <dsp:nvSpPr>
        <dsp:cNvPr id="0" name=""/>
        <dsp:cNvSpPr/>
      </dsp:nvSpPr>
      <dsp:spPr>
        <a:xfrm>
          <a:off x="2267942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2438995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3</a:t>
          </a:r>
          <a:endParaRPr kumimoji="1" lang="ja-JP" altLang="en-US" sz="3300" kern="1200" dirty="0"/>
        </a:p>
      </dsp:txBody>
      <dsp:txXfrm>
        <a:off x="2467627" y="4468381"/>
        <a:ext cx="1482214" cy="920304"/>
      </dsp:txXfrm>
    </dsp:sp>
    <dsp:sp modelId="{F8AD3EC0-C03B-48B5-95BB-137B83D1D76D}">
      <dsp:nvSpPr>
        <dsp:cNvPr id="0" name=""/>
        <dsp:cNvSpPr/>
      </dsp:nvSpPr>
      <dsp:spPr>
        <a:xfrm>
          <a:off x="4149526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4320579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6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4349211" y="3043081"/>
        <a:ext cx="1482214" cy="920304"/>
      </dsp:txXfrm>
    </dsp:sp>
    <dsp:sp modelId="{F0A1A7BF-F11F-4F86-9616-48D724CD58C0}">
      <dsp:nvSpPr>
        <dsp:cNvPr id="0" name=""/>
        <dsp:cNvSpPr/>
      </dsp:nvSpPr>
      <dsp:spPr>
        <a:xfrm>
          <a:off x="4149526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4320579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2</a:t>
          </a:r>
          <a:endParaRPr kumimoji="1" lang="ja-JP" altLang="en-US" sz="3300" kern="1200" dirty="0"/>
        </a:p>
      </dsp:txBody>
      <dsp:txXfrm>
        <a:off x="4349211" y="4468381"/>
        <a:ext cx="1482214" cy="920304"/>
      </dsp:txXfrm>
    </dsp:sp>
    <dsp:sp modelId="{28CE29A3-B1D6-4991-8A2B-0B606E66E214}">
      <dsp:nvSpPr>
        <dsp:cNvPr id="0" name=""/>
        <dsp:cNvSpPr/>
      </dsp:nvSpPr>
      <dsp:spPr>
        <a:xfrm>
          <a:off x="6031110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202164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7</a:t>
          </a:r>
          <a:endParaRPr kumimoji="1" lang="ja-JP" altLang="en-US" sz="3300" kern="1200" dirty="0"/>
        </a:p>
      </dsp:txBody>
      <dsp:txXfrm>
        <a:off x="6230796" y="1617781"/>
        <a:ext cx="1482214" cy="920304"/>
      </dsp:txXfrm>
    </dsp:sp>
    <dsp:sp modelId="{E21EA01E-3155-4D8E-A10A-70968A00A3D2}">
      <dsp:nvSpPr>
        <dsp:cNvPr id="0" name=""/>
        <dsp:cNvSpPr/>
      </dsp:nvSpPr>
      <dsp:spPr>
        <a:xfrm>
          <a:off x="5844649" y="2863982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6015702" y="3026483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4</a:t>
          </a:r>
          <a:endParaRPr kumimoji="1" lang="ja-JP" altLang="en-US" sz="3300" kern="1200" dirty="0"/>
        </a:p>
      </dsp:txBody>
      <dsp:txXfrm>
        <a:off x="6044334" y="3055115"/>
        <a:ext cx="1482214" cy="92030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8FE41-03FC-44D3-A136-60574B45870F}">
      <dsp:nvSpPr>
        <dsp:cNvPr id="0" name=""/>
        <dsp:cNvSpPr/>
      </dsp:nvSpPr>
      <dsp:spPr>
        <a:xfrm>
          <a:off x="6614388" y="2404217"/>
          <a:ext cx="186461" cy="459765"/>
        </a:xfrm>
        <a:custGeom>
          <a:avLst/>
          <a:gdLst/>
          <a:ahLst/>
          <a:cxnLst/>
          <a:rect l="0" t="0" r="0" b="0"/>
          <a:pathLst>
            <a:path>
              <a:moveTo>
                <a:pt x="186461" y="0"/>
              </a:moveTo>
              <a:lnTo>
                <a:pt x="186461" y="317149"/>
              </a:lnTo>
              <a:lnTo>
                <a:pt x="0" y="317149"/>
              </a:lnTo>
              <a:lnTo>
                <a:pt x="0" y="4597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5059-1D01-48E4-A6F2-6516BB6D2035}">
      <dsp:nvSpPr>
        <dsp:cNvPr id="0" name=""/>
        <dsp:cNvSpPr/>
      </dsp:nvSpPr>
      <dsp:spPr>
        <a:xfrm>
          <a:off x="5154463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646386" y="305116"/>
              </a:lnTo>
              <a:lnTo>
                <a:pt x="1646386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9E01E-8E99-467C-9C81-C7522815AD4F}">
      <dsp:nvSpPr>
        <dsp:cNvPr id="0" name=""/>
        <dsp:cNvSpPr/>
      </dsp:nvSpPr>
      <dsp:spPr>
        <a:xfrm>
          <a:off x="4873545" y="3829517"/>
          <a:ext cx="91440" cy="4477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A600F-224D-461E-ADCA-777873203124}">
      <dsp:nvSpPr>
        <dsp:cNvPr id="0" name=""/>
        <dsp:cNvSpPr/>
      </dsp:nvSpPr>
      <dsp:spPr>
        <a:xfrm>
          <a:off x="3508077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1411188" y="305116"/>
              </a:lnTo>
              <a:lnTo>
                <a:pt x="1411188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FDCE46-C6F0-463A-9ADE-F32C1FE23F1A}">
      <dsp:nvSpPr>
        <dsp:cNvPr id="0" name=""/>
        <dsp:cNvSpPr/>
      </dsp:nvSpPr>
      <dsp:spPr>
        <a:xfrm>
          <a:off x="2096889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116"/>
              </a:lnTo>
              <a:lnTo>
                <a:pt x="940792" y="305116"/>
              </a:lnTo>
              <a:lnTo>
                <a:pt x="940792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6E012-C1F5-43E6-8A10-885B3F76A23A}">
      <dsp:nvSpPr>
        <dsp:cNvPr id="0" name=""/>
        <dsp:cNvSpPr/>
      </dsp:nvSpPr>
      <dsp:spPr>
        <a:xfrm>
          <a:off x="1156096" y="3829517"/>
          <a:ext cx="940792" cy="447731"/>
        </a:xfrm>
        <a:custGeom>
          <a:avLst/>
          <a:gdLst/>
          <a:ahLst/>
          <a:cxnLst/>
          <a:rect l="0" t="0" r="0" b="0"/>
          <a:pathLst>
            <a:path>
              <a:moveTo>
                <a:pt x="940792" y="0"/>
              </a:moveTo>
              <a:lnTo>
                <a:pt x="940792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AC69A-88DF-43DC-81B9-23274FF42D0C}">
      <dsp:nvSpPr>
        <dsp:cNvPr id="0" name=""/>
        <dsp:cNvSpPr/>
      </dsp:nvSpPr>
      <dsp:spPr>
        <a:xfrm>
          <a:off x="2096889" y="2404217"/>
          <a:ext cx="1411188" cy="447731"/>
        </a:xfrm>
        <a:custGeom>
          <a:avLst/>
          <a:gdLst/>
          <a:ahLst/>
          <a:cxnLst/>
          <a:rect l="0" t="0" r="0" b="0"/>
          <a:pathLst>
            <a:path>
              <a:moveTo>
                <a:pt x="1411188" y="0"/>
              </a:moveTo>
              <a:lnTo>
                <a:pt x="1411188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BCFE-2C36-45B2-BAFF-A53548B78059}">
      <dsp:nvSpPr>
        <dsp:cNvPr id="0" name=""/>
        <dsp:cNvSpPr/>
      </dsp:nvSpPr>
      <dsp:spPr>
        <a:xfrm>
          <a:off x="3508077" y="978917"/>
          <a:ext cx="1646386" cy="447731"/>
        </a:xfrm>
        <a:custGeom>
          <a:avLst/>
          <a:gdLst/>
          <a:ahLst/>
          <a:cxnLst/>
          <a:rect l="0" t="0" r="0" b="0"/>
          <a:pathLst>
            <a:path>
              <a:moveTo>
                <a:pt x="1646386" y="0"/>
              </a:moveTo>
              <a:lnTo>
                <a:pt x="1646386" y="305116"/>
              </a:lnTo>
              <a:lnTo>
                <a:pt x="0" y="305116"/>
              </a:lnTo>
              <a:lnTo>
                <a:pt x="0" y="4477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7A70D-B802-4CAE-BAA7-951D9114F4E2}">
      <dsp:nvSpPr>
        <dsp:cNvPr id="0" name=""/>
        <dsp:cNvSpPr/>
      </dsp:nvSpPr>
      <dsp:spPr>
        <a:xfrm>
          <a:off x="4384724" y="13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A85F5-8BF6-4404-B537-90C97F0F3C6E}">
      <dsp:nvSpPr>
        <dsp:cNvPr id="0" name=""/>
        <dsp:cNvSpPr/>
      </dsp:nvSpPr>
      <dsp:spPr>
        <a:xfrm>
          <a:off x="4555777" y="1638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10</a:t>
          </a:r>
          <a:endParaRPr kumimoji="1" lang="ja-JP" altLang="en-US" sz="3300" kern="1200" dirty="0"/>
        </a:p>
      </dsp:txBody>
      <dsp:txXfrm>
        <a:off x="4584409" y="192481"/>
        <a:ext cx="1482214" cy="920304"/>
      </dsp:txXfrm>
    </dsp:sp>
    <dsp:sp modelId="{1365097D-0173-4A32-9B8E-A8EE31255A2E}">
      <dsp:nvSpPr>
        <dsp:cNvPr id="0" name=""/>
        <dsp:cNvSpPr/>
      </dsp:nvSpPr>
      <dsp:spPr>
        <a:xfrm>
          <a:off x="2738338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BF0AD-C614-41F1-B4F5-D2164194BE84}">
      <dsp:nvSpPr>
        <dsp:cNvPr id="0" name=""/>
        <dsp:cNvSpPr/>
      </dsp:nvSpPr>
      <dsp:spPr>
        <a:xfrm>
          <a:off x="2909391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9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2938023" y="1617781"/>
        <a:ext cx="1482214" cy="920304"/>
      </dsp:txXfrm>
    </dsp:sp>
    <dsp:sp modelId="{FA63F1CA-CA1E-4802-A5DB-D9255E18F093}">
      <dsp:nvSpPr>
        <dsp:cNvPr id="0" name=""/>
        <dsp:cNvSpPr/>
      </dsp:nvSpPr>
      <dsp:spPr>
        <a:xfrm>
          <a:off x="1327150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9023E-5B68-40FA-9DFB-20A7C3F21105}">
      <dsp:nvSpPr>
        <dsp:cNvPr id="0" name=""/>
        <dsp:cNvSpPr/>
      </dsp:nvSpPr>
      <dsp:spPr>
        <a:xfrm>
          <a:off x="1498203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1" kern="1200" dirty="0">
              <a:solidFill>
                <a:srgbClr val="FF0000"/>
              </a:solidFill>
            </a:rPr>
            <a:t>8</a:t>
          </a:r>
          <a:endParaRPr kumimoji="1" lang="ja-JP" altLang="en-US" sz="3300" b="1" kern="1200" dirty="0">
            <a:solidFill>
              <a:srgbClr val="FF0000"/>
            </a:solidFill>
          </a:endParaRPr>
        </a:p>
      </dsp:txBody>
      <dsp:txXfrm>
        <a:off x="1526835" y="3043081"/>
        <a:ext cx="1482214" cy="920304"/>
      </dsp:txXfrm>
    </dsp:sp>
    <dsp:sp modelId="{48BE5FD9-46D4-4725-AC4D-774C0F4D5B2E}">
      <dsp:nvSpPr>
        <dsp:cNvPr id="0" name=""/>
        <dsp:cNvSpPr/>
      </dsp:nvSpPr>
      <dsp:spPr>
        <a:xfrm>
          <a:off x="386357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DEE73-2F28-49E0-A3F9-180F64286C56}">
      <dsp:nvSpPr>
        <dsp:cNvPr id="0" name=""/>
        <dsp:cNvSpPr/>
      </dsp:nvSpPr>
      <dsp:spPr>
        <a:xfrm>
          <a:off x="557410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5</a:t>
          </a:r>
          <a:endParaRPr kumimoji="1" lang="ja-JP" altLang="en-US" sz="3300" kern="1200" dirty="0"/>
        </a:p>
      </dsp:txBody>
      <dsp:txXfrm>
        <a:off x="586042" y="4468381"/>
        <a:ext cx="1482214" cy="920304"/>
      </dsp:txXfrm>
    </dsp:sp>
    <dsp:sp modelId="{7E3EEB84-8596-4156-835C-CE144B9B089A}">
      <dsp:nvSpPr>
        <dsp:cNvPr id="0" name=""/>
        <dsp:cNvSpPr/>
      </dsp:nvSpPr>
      <dsp:spPr>
        <a:xfrm>
          <a:off x="2267942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E605-E3D8-45EC-B9BB-A2DBD449D534}">
      <dsp:nvSpPr>
        <dsp:cNvPr id="0" name=""/>
        <dsp:cNvSpPr/>
      </dsp:nvSpPr>
      <dsp:spPr>
        <a:xfrm>
          <a:off x="2438995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3</a:t>
          </a:r>
          <a:endParaRPr kumimoji="1" lang="ja-JP" altLang="en-US" sz="3300" kern="1200" dirty="0"/>
        </a:p>
      </dsp:txBody>
      <dsp:txXfrm>
        <a:off x="2467627" y="4468381"/>
        <a:ext cx="1482214" cy="920304"/>
      </dsp:txXfrm>
    </dsp:sp>
    <dsp:sp modelId="{F8AD3EC0-C03B-48B5-95BB-137B83D1D76D}">
      <dsp:nvSpPr>
        <dsp:cNvPr id="0" name=""/>
        <dsp:cNvSpPr/>
      </dsp:nvSpPr>
      <dsp:spPr>
        <a:xfrm>
          <a:off x="4149526" y="28519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EF03D-1169-4452-827D-439621DE68F2}">
      <dsp:nvSpPr>
        <dsp:cNvPr id="0" name=""/>
        <dsp:cNvSpPr/>
      </dsp:nvSpPr>
      <dsp:spPr>
        <a:xfrm>
          <a:off x="4320579" y="30144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b="0" kern="1200" dirty="0">
              <a:solidFill>
                <a:schemeClr val="tx1"/>
              </a:solidFill>
            </a:rPr>
            <a:t>6</a:t>
          </a:r>
          <a:endParaRPr kumimoji="1" lang="ja-JP" altLang="en-US" sz="3300" b="0" kern="1200" dirty="0">
            <a:solidFill>
              <a:schemeClr val="tx1"/>
            </a:solidFill>
          </a:endParaRPr>
        </a:p>
      </dsp:txBody>
      <dsp:txXfrm>
        <a:off x="4349211" y="3043081"/>
        <a:ext cx="1482214" cy="920304"/>
      </dsp:txXfrm>
    </dsp:sp>
    <dsp:sp modelId="{F0A1A7BF-F11F-4F86-9616-48D724CD58C0}">
      <dsp:nvSpPr>
        <dsp:cNvPr id="0" name=""/>
        <dsp:cNvSpPr/>
      </dsp:nvSpPr>
      <dsp:spPr>
        <a:xfrm>
          <a:off x="4149526" y="4277249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6616F-3801-481E-BC87-CDF6F0BDFFA0}">
      <dsp:nvSpPr>
        <dsp:cNvPr id="0" name=""/>
        <dsp:cNvSpPr/>
      </dsp:nvSpPr>
      <dsp:spPr>
        <a:xfrm>
          <a:off x="4320579" y="44397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2</a:t>
          </a:r>
          <a:endParaRPr kumimoji="1" lang="ja-JP" altLang="en-US" sz="3300" kern="1200" dirty="0"/>
        </a:p>
      </dsp:txBody>
      <dsp:txXfrm>
        <a:off x="4349211" y="4468381"/>
        <a:ext cx="1482214" cy="920304"/>
      </dsp:txXfrm>
    </dsp:sp>
    <dsp:sp modelId="{28CE29A3-B1D6-4991-8A2B-0B606E66E214}">
      <dsp:nvSpPr>
        <dsp:cNvPr id="0" name=""/>
        <dsp:cNvSpPr/>
      </dsp:nvSpPr>
      <dsp:spPr>
        <a:xfrm>
          <a:off x="6031110" y="1426648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36C79-3251-4AC6-B097-A39F3356EB1D}">
      <dsp:nvSpPr>
        <dsp:cNvPr id="0" name=""/>
        <dsp:cNvSpPr/>
      </dsp:nvSpPr>
      <dsp:spPr>
        <a:xfrm>
          <a:off x="6202164" y="1589149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7</a:t>
          </a:r>
          <a:endParaRPr kumimoji="1" lang="ja-JP" altLang="en-US" sz="3300" kern="1200" dirty="0"/>
        </a:p>
      </dsp:txBody>
      <dsp:txXfrm>
        <a:off x="6230796" y="1617781"/>
        <a:ext cx="1482214" cy="920304"/>
      </dsp:txXfrm>
    </dsp:sp>
    <dsp:sp modelId="{E21EA01E-3155-4D8E-A10A-70968A00A3D2}">
      <dsp:nvSpPr>
        <dsp:cNvPr id="0" name=""/>
        <dsp:cNvSpPr/>
      </dsp:nvSpPr>
      <dsp:spPr>
        <a:xfrm>
          <a:off x="5844649" y="2863982"/>
          <a:ext cx="1539478" cy="9775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0070-67DD-414C-B551-6D9C0FD467AE}">
      <dsp:nvSpPr>
        <dsp:cNvPr id="0" name=""/>
        <dsp:cNvSpPr/>
      </dsp:nvSpPr>
      <dsp:spPr>
        <a:xfrm>
          <a:off x="6015702" y="3026483"/>
          <a:ext cx="1539478" cy="9775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300" kern="1200" dirty="0"/>
            <a:t>4</a:t>
          </a:r>
          <a:endParaRPr kumimoji="1" lang="ja-JP" altLang="en-US" sz="3300" kern="1200" dirty="0"/>
        </a:p>
      </dsp:txBody>
      <dsp:txXfrm>
        <a:off x="6044334" y="3055115"/>
        <a:ext cx="1482214" cy="9203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59A7CF-76F0-1BAD-99BB-C714AB9FE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FF353A4-7ED6-5229-1A97-E09CEA331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23D1B9-CD2F-EDED-DC6A-E5B04674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AE3549-AAE9-BC2B-C7FA-B5058702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5A1B07-B6DF-0A75-4223-5E9072C8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3468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234F4D-B396-DB62-93D3-8E70A3F0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FBB776-0927-7141-1D2C-13D0CE051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F14C7B-FE0F-ECBF-E9CF-E07AC81E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34D854-2CB5-26E7-679B-47B272DC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9302E8-76A8-6876-6EE3-62A7D823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85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01DBB-898D-7AF6-605F-39992793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9E2A61-D2F7-1EC9-1116-4DFE28D51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DB657D-7FA4-8D0D-0FB5-A4C284781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307964-1385-370A-76D7-3B99EE75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463F02-75AA-7CAA-1303-9856F9E0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19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25283-EED4-DB4C-D38B-44693E9A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CFFA82-4CBE-7C30-9CB3-4A85C0D8B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0D743E-A0B4-3BF0-A9F5-1DF6BC54F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613621-FB62-5673-10DE-5615608F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9C046F-9580-BE34-FFFC-49B86367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4E6C56-8EE2-3F97-6C22-A2DABBA1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62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CB2AC6-17F6-9F11-4FCB-E2545DBF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81C03-D814-5AFB-07B2-42B4D9106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DC6944-1BFE-BF06-91EA-C653C8E8D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4361BAF-BDEF-21FC-F519-D536294E2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1FBCD9-CB55-CE30-4DE1-074297937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A7D9342-A3F3-9751-AB97-8394FB50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262D75-54D7-14D2-7272-AD61E15D9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559AA6-0470-307E-F38E-650697B1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176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CA6AD5-8D6F-0477-B16C-4BC624DA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2E3AD4-F1D1-D719-F81F-54F9CFE2B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E67E0A-DC6A-2F5D-B65A-45A5E2AF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7F3C858-1B3A-103F-3F84-A8B976D6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751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32210F8-B644-89E9-5580-C77E0CF36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8AF32D-2B40-B03C-CA56-A3EC51F4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E35D5-A4AD-FB8C-A0B6-AE3A6F3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022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31369C-8180-0FDE-A873-2CC082B3E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C6BFD1-C6CC-BDD6-B44A-AE5758337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AEB3B0-587F-A29A-B065-CB750CD58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A75349-8304-082D-0172-6AC4B7FB6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BB0B03-3D2A-369C-DBF6-89F0CFAA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B56641-AE14-34C1-8248-D5194A29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356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B6A022-2EF9-0B9E-5E8D-470BB4B2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7B297D7-E379-19AA-1EBF-9DEB4989D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021587-6EA1-E5C6-D236-0977F1C9B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B451BB-250C-35EC-4D68-B88CEC33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EB8595-8FEA-D3DC-70A2-54F847B9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6611DB-48F0-2EA4-628D-EAB929F3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405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4B6DE-D959-4F4F-1082-75D87368C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0A2F24-A24E-E416-005B-F680A242F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C5AC91-464E-4B68-34D8-573884B9D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412DD0-553E-E060-B6CD-6DCD9D99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9664D-66E4-5F1B-C419-C84083D6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053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C74C206-0A52-52D8-95CF-B2216903A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7426BF-050D-2B9A-1AB5-0E1A230AF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C7A57E-6025-1CBD-7562-8ED4EB3E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A2FB7F-368F-464B-F780-501B2025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7B1FBD-4B81-DDB7-1998-1B9A3D32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510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2520A13-5BF9-64BD-0FEE-EDE81807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2C7BE8-9572-E383-155A-2FC8D21A5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E6BE01-673F-E755-CBC8-79CCEE1E0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4055F-55D2-4FF3-86F9-23A6F2F3DC27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D026BD-E239-00B9-45BC-94D9915B9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CCC83F-E333-9B37-3E99-35082BCB7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DD032-70EC-4931-A1F3-37876245BD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06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2BB4B27A-0ABB-D4EB-F651-2D8FEF8633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188826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85A75C-1371-8F1D-F13C-8DD2DACE389C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</p:spTree>
    <p:extLst>
      <p:ext uri="{BB962C8B-B14F-4D97-AF65-F5344CB8AC3E}">
        <p14:creationId xmlns:p14="http://schemas.microsoft.com/office/powerpoint/2010/main" val="1941517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07C2-57BA-B4F7-1CCC-725273A0B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1549715A-1A1E-4860-8809-F506E224B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967075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E321B9-F135-2ABD-4B95-E7548AEE5FDB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</p:spTree>
    <p:extLst>
      <p:ext uri="{BB962C8B-B14F-4D97-AF65-F5344CB8AC3E}">
        <p14:creationId xmlns:p14="http://schemas.microsoft.com/office/powerpoint/2010/main" val="247523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247C-72ED-685E-9127-00451F2B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7A02866E-4F05-0A98-7F11-44F297A7DE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680467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1DFB1E9-29D6-B53F-5655-11AB499A14E0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7D1C00C8-54BC-9465-D063-9C9F8B32021A}"/>
              </a:ext>
            </a:extLst>
          </p:cNvPr>
          <p:cNvSpPr/>
          <p:nvPr/>
        </p:nvSpPr>
        <p:spPr>
          <a:xfrm>
            <a:off x="6482443" y="2130879"/>
            <a:ext cx="4824693" cy="2669721"/>
          </a:xfrm>
          <a:custGeom>
            <a:avLst/>
            <a:gdLst>
              <a:gd name="connsiteX0" fmla="*/ 0 w 4824693"/>
              <a:gd name="connsiteY0" fmla="*/ 0 h 2669721"/>
              <a:gd name="connsiteX1" fmla="*/ 4604657 w 4824693"/>
              <a:gd name="connsiteY1" fmla="*/ 498021 h 2669721"/>
              <a:gd name="connsiteX2" fmla="*/ 3665764 w 4824693"/>
              <a:gd name="connsiteY2" fmla="*/ 2669721 h 2669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24693" h="2669721">
                <a:moveTo>
                  <a:pt x="0" y="0"/>
                </a:moveTo>
                <a:cubicBezTo>
                  <a:pt x="1996848" y="26534"/>
                  <a:pt x="3993696" y="53068"/>
                  <a:pt x="4604657" y="498021"/>
                </a:cubicBezTo>
                <a:cubicBezTo>
                  <a:pt x="5215618" y="942975"/>
                  <a:pt x="4440691" y="1806348"/>
                  <a:pt x="3665764" y="2669721"/>
                </a:cubicBezTo>
              </a:path>
            </a:pathLst>
          </a:custGeom>
          <a:noFill/>
          <a:ln w="38100"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1907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DB165-C06A-8BA1-4832-EB81C8AB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859216D7-E168-5738-E6E2-8CF64A7E64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54892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34EA0D-C5B5-6471-A04A-42269FC21E11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F2B26E3F-4224-F2A4-473A-4EA60A4B5916}"/>
              </a:ext>
            </a:extLst>
          </p:cNvPr>
          <p:cNvSpPr/>
          <p:nvPr/>
        </p:nvSpPr>
        <p:spPr>
          <a:xfrm>
            <a:off x="7062107" y="1885950"/>
            <a:ext cx="3798744" cy="1069521"/>
          </a:xfrm>
          <a:custGeom>
            <a:avLst/>
            <a:gdLst>
              <a:gd name="connsiteX0" fmla="*/ 0 w 3798744"/>
              <a:gd name="connsiteY0" fmla="*/ 0 h 1069521"/>
              <a:gd name="connsiteX1" fmla="*/ 3731079 w 3798744"/>
              <a:gd name="connsiteY1" fmla="*/ 220436 h 1069521"/>
              <a:gd name="connsiteX2" fmla="*/ 2049236 w 3798744"/>
              <a:gd name="connsiteY2" fmla="*/ 1069521 h 1069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98744" h="1069521">
                <a:moveTo>
                  <a:pt x="0" y="0"/>
                </a:moveTo>
                <a:cubicBezTo>
                  <a:pt x="1694770" y="21091"/>
                  <a:pt x="3389540" y="42183"/>
                  <a:pt x="3731079" y="220436"/>
                </a:cubicBezTo>
                <a:cubicBezTo>
                  <a:pt x="4072618" y="398690"/>
                  <a:pt x="3060927" y="734105"/>
                  <a:pt x="2049236" y="1069521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18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6AB04-3846-A39A-AD7B-0BC4EF41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C4E51F08-2C21-D52A-DD1F-A23F3365B4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007619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613E312-8285-BDEA-0AC3-D0B729240A1A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6CE82A46-D7C6-7B17-CED1-A2B6EF54D237}"/>
              </a:ext>
            </a:extLst>
          </p:cNvPr>
          <p:cNvSpPr/>
          <p:nvPr/>
        </p:nvSpPr>
        <p:spPr>
          <a:xfrm>
            <a:off x="7078436" y="1910443"/>
            <a:ext cx="3082235" cy="1036864"/>
          </a:xfrm>
          <a:custGeom>
            <a:avLst/>
            <a:gdLst>
              <a:gd name="connsiteX0" fmla="*/ 0 w 3082235"/>
              <a:gd name="connsiteY0" fmla="*/ 0 h 1036864"/>
              <a:gd name="connsiteX1" fmla="*/ 2988128 w 3082235"/>
              <a:gd name="connsiteY1" fmla="*/ 228600 h 1036864"/>
              <a:gd name="connsiteX2" fmla="*/ 2041071 w 3082235"/>
              <a:gd name="connsiteY2" fmla="*/ 1036864 h 103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2235" h="1036864">
                <a:moveTo>
                  <a:pt x="0" y="0"/>
                </a:moveTo>
                <a:cubicBezTo>
                  <a:pt x="1323975" y="27894"/>
                  <a:pt x="2647950" y="55789"/>
                  <a:pt x="2988128" y="228600"/>
                </a:cubicBezTo>
                <a:cubicBezTo>
                  <a:pt x="3328306" y="401411"/>
                  <a:pt x="2684688" y="719137"/>
                  <a:pt x="2041071" y="1036864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014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85E0F-78E4-4A45-F1E7-3FE36F7D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0E2CEA2E-F365-DE13-6C0B-FE261A24AE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544497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F9202F-3446-59F6-BB63-DC4025E95910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1E6F8D6E-0EE5-5991-B2E9-0DAE2B06F1F4}"/>
              </a:ext>
            </a:extLst>
          </p:cNvPr>
          <p:cNvSpPr/>
          <p:nvPr/>
        </p:nvSpPr>
        <p:spPr>
          <a:xfrm>
            <a:off x="9127671" y="2902292"/>
            <a:ext cx="1776137" cy="1090044"/>
          </a:xfrm>
          <a:custGeom>
            <a:avLst/>
            <a:gdLst>
              <a:gd name="connsiteX0" fmla="*/ 0 w 1776137"/>
              <a:gd name="connsiteY0" fmla="*/ 20522 h 1090044"/>
              <a:gd name="connsiteX1" fmla="*/ 1738993 w 1776137"/>
              <a:gd name="connsiteY1" fmla="*/ 142987 h 1090044"/>
              <a:gd name="connsiteX2" fmla="*/ 1020536 w 1776137"/>
              <a:gd name="connsiteY2" fmla="*/ 1090044 h 109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6137" h="1090044">
                <a:moveTo>
                  <a:pt x="0" y="20522"/>
                </a:moveTo>
                <a:cubicBezTo>
                  <a:pt x="784452" y="-7373"/>
                  <a:pt x="1568904" y="-35267"/>
                  <a:pt x="1738993" y="142987"/>
                </a:cubicBezTo>
                <a:cubicBezTo>
                  <a:pt x="1909082" y="321241"/>
                  <a:pt x="1464809" y="705642"/>
                  <a:pt x="1020536" y="1090044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91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A186D-DA9D-3B4E-6F15-6E173C83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6851EF3C-6297-CA94-F645-382FE12C5A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427750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F0701D-ECA9-F3E2-0489-0A8A0FBE5AC5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</p:spTree>
    <p:extLst>
      <p:ext uri="{BB962C8B-B14F-4D97-AF65-F5344CB8AC3E}">
        <p14:creationId xmlns:p14="http://schemas.microsoft.com/office/powerpoint/2010/main" val="655927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03A33-CAF1-6B3D-CD69-9974DF805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6F23BA76-AA5E-ED68-BCFF-F347FD422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046756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9B66BF5-932A-FFA0-B54C-A5C2AAC36D6A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BDF31BC1-96CB-EB02-8852-AE24B2A9226A}"/>
              </a:ext>
            </a:extLst>
          </p:cNvPr>
          <p:cNvSpPr/>
          <p:nvPr/>
        </p:nvSpPr>
        <p:spPr>
          <a:xfrm>
            <a:off x="7070271" y="1879655"/>
            <a:ext cx="3856949" cy="3125052"/>
          </a:xfrm>
          <a:custGeom>
            <a:avLst/>
            <a:gdLst>
              <a:gd name="connsiteX0" fmla="*/ 0 w 3856949"/>
              <a:gd name="connsiteY0" fmla="*/ 14459 h 3125052"/>
              <a:gd name="connsiteX1" fmla="*/ 3649436 w 3856949"/>
              <a:gd name="connsiteY1" fmla="*/ 471659 h 3125052"/>
              <a:gd name="connsiteX2" fmla="*/ 3086100 w 3856949"/>
              <a:gd name="connsiteY2" fmla="*/ 3125052 h 3125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6949" h="3125052">
                <a:moveTo>
                  <a:pt x="0" y="14459"/>
                </a:moveTo>
                <a:cubicBezTo>
                  <a:pt x="1567543" y="-16157"/>
                  <a:pt x="3135086" y="-46773"/>
                  <a:pt x="3649436" y="471659"/>
                </a:cubicBezTo>
                <a:cubicBezTo>
                  <a:pt x="4163786" y="990091"/>
                  <a:pt x="3624943" y="2057571"/>
                  <a:pt x="3086100" y="3125052"/>
                </a:cubicBezTo>
              </a:path>
            </a:pathLst>
          </a:custGeom>
          <a:noFill/>
          <a:ln w="38100"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04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7525C-F7D1-D4EF-CFFC-DC353880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02368234-FA9F-B13E-C409-9C7AD41B86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197418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B35A6CA-9148-80D1-624D-08D54C220D84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012A5B59-91AB-1EA9-4F88-67079AEB6B4B}"/>
              </a:ext>
            </a:extLst>
          </p:cNvPr>
          <p:cNvSpPr/>
          <p:nvPr/>
        </p:nvSpPr>
        <p:spPr>
          <a:xfrm>
            <a:off x="7356021" y="1714500"/>
            <a:ext cx="3198811" cy="1200150"/>
          </a:xfrm>
          <a:custGeom>
            <a:avLst/>
            <a:gdLst>
              <a:gd name="connsiteX0" fmla="*/ 0 w 3198811"/>
              <a:gd name="connsiteY0" fmla="*/ 0 h 1200150"/>
              <a:gd name="connsiteX1" fmla="*/ 3110593 w 3198811"/>
              <a:gd name="connsiteY1" fmla="*/ 285750 h 1200150"/>
              <a:gd name="connsiteX2" fmla="*/ 2041072 w 3198811"/>
              <a:gd name="connsiteY2" fmla="*/ 1200150 h 120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8811" h="1200150">
                <a:moveTo>
                  <a:pt x="0" y="0"/>
                </a:moveTo>
                <a:cubicBezTo>
                  <a:pt x="1385207" y="42862"/>
                  <a:pt x="2770414" y="85725"/>
                  <a:pt x="3110593" y="285750"/>
                </a:cubicBezTo>
                <a:cubicBezTo>
                  <a:pt x="3450772" y="485775"/>
                  <a:pt x="2745922" y="842962"/>
                  <a:pt x="2041072" y="1200150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99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8E5F-401E-0815-C4F0-91740D2F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560F2383-9773-9617-5F97-AB05040319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078907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5D2A77-4391-F9BA-DE4E-F0FFA5F1059D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C276CB1A-B440-D555-4F61-691473FE713A}"/>
              </a:ext>
            </a:extLst>
          </p:cNvPr>
          <p:cNvSpPr/>
          <p:nvPr/>
        </p:nvSpPr>
        <p:spPr>
          <a:xfrm>
            <a:off x="9405257" y="2906486"/>
            <a:ext cx="1788595" cy="1159328"/>
          </a:xfrm>
          <a:custGeom>
            <a:avLst/>
            <a:gdLst>
              <a:gd name="connsiteX0" fmla="*/ 0 w 1788595"/>
              <a:gd name="connsiteY0" fmla="*/ 0 h 1159328"/>
              <a:gd name="connsiteX1" fmla="*/ 1771650 w 1788595"/>
              <a:gd name="connsiteY1" fmla="*/ 449035 h 1159328"/>
              <a:gd name="connsiteX2" fmla="*/ 742950 w 1788595"/>
              <a:gd name="connsiteY2" fmla="*/ 1159328 h 115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8595" h="1159328">
                <a:moveTo>
                  <a:pt x="0" y="0"/>
                </a:moveTo>
                <a:cubicBezTo>
                  <a:pt x="823912" y="127907"/>
                  <a:pt x="1647825" y="255814"/>
                  <a:pt x="1771650" y="449035"/>
                </a:cubicBezTo>
                <a:cubicBezTo>
                  <a:pt x="1895475" y="642256"/>
                  <a:pt x="1319212" y="900792"/>
                  <a:pt x="742950" y="1159328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3130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5A0EC-591D-F4BC-05CD-84A822E2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9437961D-DA30-48BE-A999-2F15027595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49728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26FFB9-5BF5-BAD6-5DE1-7AD0165A5EEE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3C6E3046-8B20-B049-F8FC-06DB4A180233}"/>
              </a:ext>
            </a:extLst>
          </p:cNvPr>
          <p:cNvSpPr/>
          <p:nvPr/>
        </p:nvSpPr>
        <p:spPr>
          <a:xfrm>
            <a:off x="6592991" y="2881993"/>
            <a:ext cx="1440671" cy="1077686"/>
          </a:xfrm>
          <a:custGeom>
            <a:avLst/>
            <a:gdLst>
              <a:gd name="connsiteX0" fmla="*/ 1440671 w 1440671"/>
              <a:gd name="connsiteY0" fmla="*/ 0 h 1200150"/>
              <a:gd name="connsiteX1" fmla="*/ 36414 w 1440671"/>
              <a:gd name="connsiteY1" fmla="*/ 326571 h 1200150"/>
              <a:gd name="connsiteX2" fmla="*/ 550764 w 1440671"/>
              <a:gd name="connsiteY2" fmla="*/ 1200150 h 120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0671" h="1200150">
                <a:moveTo>
                  <a:pt x="1440671" y="0"/>
                </a:moveTo>
                <a:cubicBezTo>
                  <a:pt x="812701" y="63273"/>
                  <a:pt x="184732" y="126546"/>
                  <a:pt x="36414" y="326571"/>
                </a:cubicBezTo>
                <a:cubicBezTo>
                  <a:pt x="-111904" y="526596"/>
                  <a:pt x="219430" y="863373"/>
                  <a:pt x="550764" y="1200150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458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F45A-C701-44DE-13CC-E606AE5D3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8B1D1833-A6B1-E26E-E1C6-4525F1C338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52265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1565EF6-9097-DD7E-349F-A3BE239E633D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</p:spTree>
    <p:extLst>
      <p:ext uri="{BB962C8B-B14F-4D97-AF65-F5344CB8AC3E}">
        <p14:creationId xmlns:p14="http://schemas.microsoft.com/office/powerpoint/2010/main" val="113171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043C7-D691-3C43-6A10-2F742BF6F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CBE6DC9F-7348-585B-CAF8-E0262984417B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533F1E-C12F-66AA-BA43-379B5F8377C0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元の形</a:t>
            </a:r>
          </a:p>
        </p:txBody>
      </p:sp>
    </p:spTree>
    <p:extLst>
      <p:ext uri="{BB962C8B-B14F-4D97-AF65-F5344CB8AC3E}">
        <p14:creationId xmlns:p14="http://schemas.microsoft.com/office/powerpoint/2010/main" val="4075458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05FF-2068-0239-4D69-090ECB96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F322A906-6429-279D-9CCC-1FBA12215B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228817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F9653D9-9A03-A0FB-244E-05095C77A8EB}"/>
              </a:ext>
            </a:extLst>
          </p:cNvPr>
          <p:cNvSpPr txBox="1"/>
          <p:nvPr/>
        </p:nvSpPr>
        <p:spPr>
          <a:xfrm>
            <a:off x="1257300" y="8980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元の形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1377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4221-DFBE-D09E-05AE-B0E0E4F3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9150329E-DB0F-F5A8-5D8D-455CF3A6D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304869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29AA27B-E9EA-5A91-93A5-0B97D79C5BD6}"/>
              </a:ext>
            </a:extLst>
          </p:cNvPr>
          <p:cNvSpPr txBox="1"/>
          <p:nvPr/>
        </p:nvSpPr>
        <p:spPr>
          <a:xfrm>
            <a:off x="1257300" y="89807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ルートノードを削除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790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EBC5F-F932-AACC-D592-46360608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F6397579-7AE8-7AAF-C371-717D11B97F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712449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37869A-A69C-1B96-597A-09D6A60C897F}"/>
              </a:ext>
            </a:extLst>
          </p:cNvPr>
          <p:cNvSpPr txBox="1"/>
          <p:nvPr/>
        </p:nvSpPr>
        <p:spPr>
          <a:xfrm>
            <a:off x="1257300" y="89807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ルートノードを削除</a:t>
            </a:r>
            <a:endParaRPr kumimoji="1" lang="ja-JP" altLang="en-US" dirty="0"/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AD942854-53BD-5EC7-DA58-2A3FADFAF0E2}"/>
              </a:ext>
            </a:extLst>
          </p:cNvPr>
          <p:cNvSpPr/>
          <p:nvPr/>
        </p:nvSpPr>
        <p:spPr>
          <a:xfrm>
            <a:off x="7470321" y="1583871"/>
            <a:ext cx="3639434" cy="2498272"/>
          </a:xfrm>
          <a:custGeom>
            <a:avLst/>
            <a:gdLst>
              <a:gd name="connsiteX0" fmla="*/ 0 w 3639434"/>
              <a:gd name="connsiteY0" fmla="*/ 0 h 2498272"/>
              <a:gd name="connsiteX1" fmla="*/ 3486150 w 3639434"/>
              <a:gd name="connsiteY1" fmla="*/ 840922 h 2498272"/>
              <a:gd name="connsiteX2" fmla="*/ 2694215 w 3639434"/>
              <a:gd name="connsiteY2" fmla="*/ 2498272 h 249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39434" h="2498272">
                <a:moveTo>
                  <a:pt x="0" y="0"/>
                </a:moveTo>
                <a:cubicBezTo>
                  <a:pt x="1518557" y="212271"/>
                  <a:pt x="3037114" y="424543"/>
                  <a:pt x="3486150" y="840922"/>
                </a:cubicBezTo>
                <a:cubicBezTo>
                  <a:pt x="3935186" y="1257301"/>
                  <a:pt x="3314700" y="1877786"/>
                  <a:pt x="2694215" y="2498272"/>
                </a:cubicBezTo>
              </a:path>
            </a:pathLst>
          </a:custGeom>
          <a:noFill/>
          <a:ln w="38100"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9678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D88E-FD27-7A29-C5EF-84D7FFF9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C5E2C602-71E1-C2E9-D147-CECB501DB3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877532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2E915A0-F55F-B82C-8ACE-898C35C7A6CC}"/>
              </a:ext>
            </a:extLst>
          </p:cNvPr>
          <p:cNvSpPr txBox="1"/>
          <p:nvPr/>
        </p:nvSpPr>
        <p:spPr>
          <a:xfrm>
            <a:off x="1257300" y="898071"/>
            <a:ext cx="254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10 &gt; 6 </a:t>
            </a:r>
            <a:r>
              <a:rPr kumimoji="1" lang="ja-JP" altLang="en-US" dirty="0"/>
              <a:t>なので入れ替え</a:t>
            </a: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BEDF2D61-B41D-4AA8-428E-E4666F5862E4}"/>
              </a:ext>
            </a:extLst>
          </p:cNvPr>
          <p:cNvSpPr/>
          <p:nvPr/>
        </p:nvSpPr>
        <p:spPr>
          <a:xfrm>
            <a:off x="3958107" y="1191986"/>
            <a:ext cx="2450857" cy="1420585"/>
          </a:xfrm>
          <a:custGeom>
            <a:avLst/>
            <a:gdLst>
              <a:gd name="connsiteX0" fmla="*/ 2450857 w 2450857"/>
              <a:gd name="connsiteY0" fmla="*/ 0 h 1420585"/>
              <a:gd name="connsiteX1" fmla="*/ 75050 w 2450857"/>
              <a:gd name="connsiteY1" fmla="*/ 408214 h 1420585"/>
              <a:gd name="connsiteX2" fmla="*/ 826164 w 2450857"/>
              <a:gd name="connsiteY2" fmla="*/ 1420585 h 1420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0857" h="1420585">
                <a:moveTo>
                  <a:pt x="2450857" y="0"/>
                </a:moveTo>
                <a:cubicBezTo>
                  <a:pt x="1398344" y="85725"/>
                  <a:pt x="345832" y="171450"/>
                  <a:pt x="75050" y="408214"/>
                </a:cubicBezTo>
                <a:cubicBezTo>
                  <a:pt x="-195732" y="644978"/>
                  <a:pt x="315216" y="1032781"/>
                  <a:pt x="826164" y="1420585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1366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424DE-BD55-0388-B05A-5C0EBD9D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D46BC4A0-2C54-069F-3A07-731D8C2C09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31304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6A0528-F6D4-B310-AB4B-34333884F01B}"/>
              </a:ext>
            </a:extLst>
          </p:cNvPr>
          <p:cNvSpPr txBox="1"/>
          <p:nvPr/>
        </p:nvSpPr>
        <p:spPr>
          <a:xfrm>
            <a:off x="1257300" y="898071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 &gt; 6 </a:t>
            </a:r>
            <a:r>
              <a:rPr kumimoji="1" lang="ja-JP" altLang="en-US" dirty="0"/>
              <a:t>なので入れ替え</a:t>
            </a: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68BF8C19-358C-02EF-BD75-0BDD2698B2A3}"/>
              </a:ext>
            </a:extLst>
          </p:cNvPr>
          <p:cNvSpPr/>
          <p:nvPr/>
        </p:nvSpPr>
        <p:spPr>
          <a:xfrm>
            <a:off x="6482443" y="2749638"/>
            <a:ext cx="872271" cy="842648"/>
          </a:xfrm>
          <a:custGeom>
            <a:avLst/>
            <a:gdLst>
              <a:gd name="connsiteX0" fmla="*/ 0 w 872271"/>
              <a:gd name="connsiteY0" fmla="*/ 1726 h 842648"/>
              <a:gd name="connsiteX1" fmla="*/ 832757 w 872271"/>
              <a:gd name="connsiteY1" fmla="*/ 132355 h 842648"/>
              <a:gd name="connsiteX2" fmla="*/ 661307 w 872271"/>
              <a:gd name="connsiteY2" fmla="*/ 842648 h 84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2271" h="842648">
                <a:moveTo>
                  <a:pt x="0" y="1726"/>
                </a:moveTo>
                <a:cubicBezTo>
                  <a:pt x="361269" y="-3037"/>
                  <a:pt x="722539" y="-7799"/>
                  <a:pt x="832757" y="132355"/>
                </a:cubicBezTo>
                <a:cubicBezTo>
                  <a:pt x="942975" y="272509"/>
                  <a:pt x="802141" y="557578"/>
                  <a:pt x="661307" y="842648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607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4CF0B-0B42-39B3-6798-23A7DD63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D4B3D414-8CE5-A9AE-4EA6-572590EB4C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469754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CDA019-3CBB-930F-2714-B5E69009CFC6}"/>
              </a:ext>
            </a:extLst>
          </p:cNvPr>
          <p:cNvSpPr txBox="1"/>
          <p:nvPr/>
        </p:nvSpPr>
        <p:spPr>
          <a:xfrm>
            <a:off x="1257300" y="898071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9</a:t>
            </a:r>
            <a:r>
              <a:rPr kumimoji="1" lang="en-US" altLang="ja-JP" dirty="0"/>
              <a:t> &gt; 8 </a:t>
            </a:r>
            <a:r>
              <a:rPr kumimoji="1" lang="ja-JP" altLang="en-US" dirty="0"/>
              <a:t>なので入れ替え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5B810A-BB27-EA6C-0D08-4DA6362F35AD}"/>
              </a:ext>
            </a:extLst>
          </p:cNvPr>
          <p:cNvSpPr txBox="1"/>
          <p:nvPr/>
        </p:nvSpPr>
        <p:spPr>
          <a:xfrm>
            <a:off x="1798314" y="163013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これで安定</a:t>
            </a:r>
            <a:endParaRPr kumimoji="1" lang="ja-JP" altLang="en-US" dirty="0"/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AAD17D79-9EF3-A019-5052-21613AC17CC8}"/>
              </a:ext>
            </a:extLst>
          </p:cNvPr>
          <p:cNvSpPr/>
          <p:nvPr/>
        </p:nvSpPr>
        <p:spPr>
          <a:xfrm>
            <a:off x="2286000" y="1283731"/>
            <a:ext cx="351064" cy="2511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420FB702-51B9-7B28-A35A-0D71813D33C6}"/>
              </a:ext>
            </a:extLst>
          </p:cNvPr>
          <p:cNvSpPr/>
          <p:nvPr/>
        </p:nvSpPr>
        <p:spPr>
          <a:xfrm>
            <a:off x="2323928" y="2637064"/>
            <a:ext cx="2444015" cy="1420586"/>
          </a:xfrm>
          <a:custGeom>
            <a:avLst/>
            <a:gdLst>
              <a:gd name="connsiteX0" fmla="*/ 2444015 w 2444015"/>
              <a:gd name="connsiteY0" fmla="*/ 0 h 1420586"/>
              <a:gd name="connsiteX1" fmla="*/ 51879 w 2444015"/>
              <a:gd name="connsiteY1" fmla="*/ 432707 h 1420586"/>
              <a:gd name="connsiteX2" fmla="*/ 1031593 w 2444015"/>
              <a:gd name="connsiteY2" fmla="*/ 1420586 h 142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4015" h="1420586">
                <a:moveTo>
                  <a:pt x="2444015" y="0"/>
                </a:moveTo>
                <a:cubicBezTo>
                  <a:pt x="1365649" y="97971"/>
                  <a:pt x="287283" y="195943"/>
                  <a:pt x="51879" y="432707"/>
                </a:cubicBezTo>
                <a:cubicBezTo>
                  <a:pt x="-183525" y="669471"/>
                  <a:pt x="424034" y="1045028"/>
                  <a:pt x="1031593" y="1420586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83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294</Words>
  <Application>Microsoft Office PowerPoint</Application>
  <PresentationFormat>ワイド画面</PresentationFormat>
  <Paragraphs>242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2026-06-08T08:30:27Z</dcterms:created>
  <dcterms:modified xsi:type="dcterms:W3CDTF">2026-06-08T12:09:15Z</dcterms:modified>
</cp:coreProperties>
</file>