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74DBFE-C1F8-3EB4-32F5-3CEC46217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09D3771-B487-2675-D7FC-2FCD96C1C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DE7D01-CA44-B5D3-8F58-6C09BF02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4C7E61-26D6-2712-A42C-F0C8AC57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F4A5F5-4D72-B6A2-BE68-26EF0FD4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38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E09FA1-E012-DE59-4CE5-E71F915F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753F86-458C-8AC4-4355-897C6F0F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0E4C0B-6653-18CB-81A6-FF0F2707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B167BE-85C8-9BA4-B611-6F2EE3ED7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2C4044-40FB-1C64-F028-8E8F623D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049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22243D-E26C-2F83-DA8E-2E031B0E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57743B-5DE0-01CA-A3FD-74E526B29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D63A39-27D7-2370-BD4B-73DC3A58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64BC84-4F1B-BCB8-690F-5F7F25F0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CAF7A2-6DDB-6D90-515F-8AC779F60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43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21DAC6-3550-819A-CFD6-31C18F87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748BD5-172B-F78E-9216-B4677FA2F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B04E37-CD19-F583-EFBC-307896B65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F94FD9-5F79-0C7D-387C-9206D64F3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74800C-B5AD-843F-2D68-D2A367787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EA6F02-3371-BF99-B70E-1366F956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116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DF7561-20D8-F75C-BF0B-03E3A72B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4A3668-36F5-3FCC-DC71-E1E46657B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8789B0-01CF-B125-0930-300FF64D8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A10C2A-D217-A246-51E9-7B1B62262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B431BCB-25A6-812F-9C38-8A8C08F8F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8166E28-812A-89A4-ABED-32B5FC88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490728-2675-04B1-5747-EA977B8D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A6CBA7-2507-6B9E-3AD9-3604F0B5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31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752B9D-D21D-38DD-40A0-492BC9DFD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94320B-5FA7-7A8A-85DB-9C635E4E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D66A213-238F-90DF-30EB-70F01F0A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DAF8322-4358-C374-294D-C32A1D15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8274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FBA508-A50A-5B2E-8650-C650F1959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0EA045-8558-243D-37D1-D5CB1CFE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EE772A-8752-FBB8-6429-7F849C55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62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83823-12B8-BB7B-3B33-4BB28600C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3831D1-716A-7EF9-4C2D-A71EB71FA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911C7C-C94A-3D6F-1B42-BD2C438B7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25FE90-F201-AEE4-F6FC-BAE3378F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752B5D-5100-D9DC-B1CB-3E2AF32D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BC3102-6D7E-120D-F4FF-0D8B5479A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42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5EBA10-6FA7-03BF-915E-085C32CB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E9288FA-A3F5-55B2-5C18-2FC86ACE1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37997F-8F45-26BE-0A1B-75AE24B31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D47F94-AAF1-81CE-FE3A-719584639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CD6CD0-24AF-BBDF-7B22-C28F2A8B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7571AE-209E-7031-5A22-2E9165A3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051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774B15-A7CE-6C04-505A-EB227EAD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1BD464-FBF2-F794-E11D-43C19151E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F82941-1550-A175-EBF1-AE2E3B3B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BE7A3D-FB5B-C892-ED8A-E946E378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02A3A0-1E49-6556-E4E8-8E2A34CE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358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4A1F843-1913-22FB-D6D0-63195DFF0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346C47-6A2B-30AF-3611-0A6FEFA59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D64E51-9BAD-2F5D-256D-C2C4AAB9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A09562-25CB-0729-384B-9D558BAA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8C9B86-4E92-7706-00FA-264B1719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82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D663C8-E838-9849-4120-16608B06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E358AC-7041-62F6-DFF9-E9D0D4336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395DA1-AC31-0268-24E4-D44F7F013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1BD6D-43CD-42E7-85DD-488CB2EF0B3A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B1A4DF-C94E-9766-1A84-95EBEB237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926075-2B2A-196B-D8AB-98A6280A6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D150B-210B-469C-B85D-16CE80EBBC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016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処理 3">
            <a:extLst>
              <a:ext uri="{FF2B5EF4-FFF2-40B4-BE49-F238E27FC236}">
                <a16:creationId xmlns:a16="http://schemas.microsoft.com/office/drawing/2014/main" id="{60AD3ECA-FE85-A342-9021-9AC526A33DDC}"/>
              </a:ext>
            </a:extLst>
          </p:cNvPr>
          <p:cNvSpPr/>
          <p:nvPr/>
        </p:nvSpPr>
        <p:spPr>
          <a:xfrm>
            <a:off x="5699379" y="1232806"/>
            <a:ext cx="2139042" cy="81642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ローチャート: 判断 4">
            <a:extLst>
              <a:ext uri="{FF2B5EF4-FFF2-40B4-BE49-F238E27FC236}">
                <a16:creationId xmlns:a16="http://schemas.microsoft.com/office/drawing/2014/main" id="{97DA09D9-5119-E998-7C4C-33603FF98223}"/>
              </a:ext>
            </a:extLst>
          </p:cNvPr>
          <p:cNvSpPr/>
          <p:nvPr/>
        </p:nvSpPr>
        <p:spPr>
          <a:xfrm>
            <a:off x="1534886" y="1232805"/>
            <a:ext cx="2139042" cy="8164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フローチャート: データ 5">
            <a:extLst>
              <a:ext uri="{FF2B5EF4-FFF2-40B4-BE49-F238E27FC236}">
                <a16:creationId xmlns:a16="http://schemas.microsoft.com/office/drawing/2014/main" id="{F9E0C4E6-5F5D-31BA-7567-CDCCD10A14D2}"/>
              </a:ext>
            </a:extLst>
          </p:cNvPr>
          <p:cNvSpPr/>
          <p:nvPr/>
        </p:nvSpPr>
        <p:spPr>
          <a:xfrm>
            <a:off x="1216479" y="5274128"/>
            <a:ext cx="2139042" cy="653143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端子 6">
            <a:extLst>
              <a:ext uri="{FF2B5EF4-FFF2-40B4-BE49-F238E27FC236}">
                <a16:creationId xmlns:a16="http://schemas.microsoft.com/office/drawing/2014/main" id="{46363575-A4B7-3746-2524-8EC4853B3220}"/>
              </a:ext>
            </a:extLst>
          </p:cNvPr>
          <p:cNvSpPr/>
          <p:nvPr/>
        </p:nvSpPr>
        <p:spPr>
          <a:xfrm>
            <a:off x="5861958" y="4996544"/>
            <a:ext cx="2139042" cy="702129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B27D438-FF4B-DCEB-8EA9-C076D6689F6D}"/>
              </a:ext>
            </a:extLst>
          </p:cNvPr>
          <p:cNvCxnSpPr>
            <a:cxnSpLocks/>
          </p:cNvCxnSpPr>
          <p:nvPr/>
        </p:nvCxnSpPr>
        <p:spPr>
          <a:xfrm>
            <a:off x="10066565" y="3429000"/>
            <a:ext cx="0" cy="81642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0341E93-08B5-75E6-D87B-B669AB6E2FE6}"/>
              </a:ext>
            </a:extLst>
          </p:cNvPr>
          <p:cNvSpPr txBox="1"/>
          <p:nvPr/>
        </p:nvSpPr>
        <p:spPr>
          <a:xfrm>
            <a:off x="4810805" y="607563"/>
            <a:ext cx="4471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処理の実行や代入を伴う「長方形」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52CB73-FC01-C326-59FD-1C7C0C718F0A}"/>
              </a:ext>
            </a:extLst>
          </p:cNvPr>
          <p:cNvSpPr txBox="1"/>
          <p:nvPr/>
        </p:nvSpPr>
        <p:spPr>
          <a:xfrm>
            <a:off x="2239055" y="735518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判断と分岐を司る「ひし形」</a:t>
            </a:r>
          </a:p>
        </p:txBody>
      </p:sp>
    </p:spTree>
    <p:extLst>
      <p:ext uri="{BB962C8B-B14F-4D97-AF65-F5344CB8AC3E}">
        <p14:creationId xmlns:p14="http://schemas.microsoft.com/office/powerpoint/2010/main" val="154405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B4A985-6DB3-EAB3-50F8-3ED8ABEDB6F0}"/>
              </a:ext>
            </a:extLst>
          </p:cNvPr>
          <p:cNvSpPr txBox="1"/>
          <p:nvPr/>
        </p:nvSpPr>
        <p:spPr>
          <a:xfrm>
            <a:off x="1485220" y="1098716"/>
            <a:ext cx="6094638" cy="56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1. 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矢印（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Arrow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）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: 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処理が進む「方向」を示し、全体の流れを導く羅針盤です。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733D3D-5875-B841-0215-DD3DCD78D8C1}"/>
              </a:ext>
            </a:extLst>
          </p:cNvPr>
          <p:cNvSpPr txBox="1"/>
          <p:nvPr/>
        </p:nvSpPr>
        <p:spPr>
          <a:xfrm>
            <a:off x="1485220" y="2601854"/>
            <a:ext cx="6094638" cy="56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2. 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長方形（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Rectangle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）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: 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「計算」や「値の代入」といった順次処理（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SEQUENCE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）を表現します。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A23F31-B982-B15A-ECDC-F147B7201D18}"/>
              </a:ext>
            </a:extLst>
          </p:cNvPr>
          <p:cNvSpPr txBox="1"/>
          <p:nvPr/>
        </p:nvSpPr>
        <p:spPr>
          <a:xfrm>
            <a:off x="1485220" y="3821264"/>
            <a:ext cx="6094638" cy="56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3. 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ひし形（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Diamond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）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: 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「もし～ならば」という条件分岐（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IF-THEN-ELSE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）を司ります。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257098F-8440-D3E4-B9F1-6D8178A8BD9E}"/>
              </a:ext>
            </a:extLst>
          </p:cNvPr>
          <p:cNvSpPr txBox="1"/>
          <p:nvPr/>
        </p:nvSpPr>
        <p:spPr>
          <a:xfrm>
            <a:off x="1485220" y="5040674"/>
            <a:ext cx="6094638" cy="56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4. 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円または楕円（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Terminal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）</a:t>
            </a:r>
            <a:r>
              <a:rPr lang="en-US" altLang="ja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: </a:t>
            </a: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処理の「開始」や「終了」を示します。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5A1F87E4-A18E-7348-1A57-C8C6B475A319}"/>
              </a:ext>
            </a:extLst>
          </p:cNvPr>
          <p:cNvCxnSpPr>
            <a:cxnSpLocks/>
          </p:cNvCxnSpPr>
          <p:nvPr/>
        </p:nvCxnSpPr>
        <p:spPr>
          <a:xfrm>
            <a:off x="9478737" y="842312"/>
            <a:ext cx="0" cy="81642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フローチャート: 判断 7">
            <a:extLst>
              <a:ext uri="{FF2B5EF4-FFF2-40B4-BE49-F238E27FC236}">
                <a16:creationId xmlns:a16="http://schemas.microsoft.com/office/drawing/2014/main" id="{A1F17FA0-58B5-4E48-88AA-17277526E827}"/>
              </a:ext>
            </a:extLst>
          </p:cNvPr>
          <p:cNvSpPr/>
          <p:nvPr/>
        </p:nvSpPr>
        <p:spPr>
          <a:xfrm>
            <a:off x="8474531" y="3693061"/>
            <a:ext cx="2139042" cy="8164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ローチャート: 処理 8">
            <a:extLst>
              <a:ext uri="{FF2B5EF4-FFF2-40B4-BE49-F238E27FC236}">
                <a16:creationId xmlns:a16="http://schemas.microsoft.com/office/drawing/2014/main" id="{00AC194A-84D4-5AFA-4FEF-8B9880C48AAD}"/>
              </a:ext>
            </a:extLst>
          </p:cNvPr>
          <p:cNvSpPr/>
          <p:nvPr/>
        </p:nvSpPr>
        <p:spPr>
          <a:xfrm>
            <a:off x="8474531" y="2473651"/>
            <a:ext cx="2139042" cy="81642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端子 9">
            <a:extLst>
              <a:ext uri="{FF2B5EF4-FFF2-40B4-BE49-F238E27FC236}">
                <a16:creationId xmlns:a16="http://schemas.microsoft.com/office/drawing/2014/main" id="{C8C12F69-3AE7-9E79-FDA4-083643B37A77}"/>
              </a:ext>
            </a:extLst>
          </p:cNvPr>
          <p:cNvSpPr/>
          <p:nvPr/>
        </p:nvSpPr>
        <p:spPr>
          <a:xfrm>
            <a:off x="8474531" y="4969621"/>
            <a:ext cx="2139042" cy="702129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131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Consolas</vt:lpstr>
      <vt:lpstr>Office テーマ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2026-04-18T13:08:16Z</dcterms:created>
  <dcterms:modified xsi:type="dcterms:W3CDTF">2026-04-18T13:08:49Z</dcterms:modified>
</cp:coreProperties>
</file>