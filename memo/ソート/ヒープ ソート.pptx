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84" r:id="rId4"/>
    <p:sldId id="283" r:id="rId5"/>
    <p:sldId id="258" r:id="rId6"/>
    <p:sldId id="259" r:id="rId7"/>
    <p:sldId id="285" r:id="rId8"/>
    <p:sldId id="261" r:id="rId9"/>
    <p:sldId id="262" r:id="rId10"/>
    <p:sldId id="264" r:id="rId11"/>
    <p:sldId id="286" r:id="rId12"/>
    <p:sldId id="265" r:id="rId13"/>
    <p:sldId id="266" r:id="rId14"/>
    <p:sldId id="267" r:id="rId15"/>
    <p:sldId id="288" r:id="rId16"/>
    <p:sldId id="287" r:id="rId17"/>
    <p:sldId id="268" r:id="rId18"/>
    <p:sldId id="269" r:id="rId19"/>
    <p:sldId id="270" r:id="rId20"/>
    <p:sldId id="271" r:id="rId21"/>
    <p:sldId id="292" r:id="rId22"/>
    <p:sldId id="272" r:id="rId23"/>
    <p:sldId id="273" r:id="rId24"/>
    <p:sldId id="274" r:id="rId25"/>
    <p:sldId id="293" r:id="rId26"/>
    <p:sldId id="275" r:id="rId27"/>
    <p:sldId id="276" r:id="rId28"/>
    <p:sldId id="277" r:id="rId29"/>
    <p:sldId id="294" r:id="rId30"/>
    <p:sldId id="278" r:id="rId31"/>
    <p:sldId id="279" r:id="rId32"/>
    <p:sldId id="280" r:id="rId33"/>
    <p:sldId id="295" r:id="rId34"/>
    <p:sldId id="281" r:id="rId35"/>
    <p:sldId id="282" r:id="rId36"/>
    <p:sldId id="289" r:id="rId37"/>
    <p:sldId id="290" r:id="rId38"/>
    <p:sldId id="291" r:id="rId3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3BDDA6-48EA-405E-A176-D8EC94C1309F}" v="22" dt="2026-07-06T11:49:07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9A3BDDA6-48EA-405E-A176-D8EC94C1309F}"/>
    <pc:docChg chg="custSel addSld modSld">
      <pc:chgData name="越智 統" userId="2de33d77-a65a-42d1-92e2-b40da65bb07e" providerId="ADAL" clId="{9A3BDDA6-48EA-405E-A176-D8EC94C1309F}" dt="2026-07-06T16:50:40.150" v="82" actId="20577"/>
      <pc:docMkLst>
        <pc:docMk/>
      </pc:docMkLst>
      <pc:sldChg chg="addSp delSp modSp mod">
        <pc:chgData name="越智 統" userId="2de33d77-a65a-42d1-92e2-b40da65bb07e" providerId="ADAL" clId="{9A3BDDA6-48EA-405E-A176-D8EC94C1309F}" dt="2026-07-06T11:38:49.101" v="23"/>
        <pc:sldMkLst>
          <pc:docMk/>
          <pc:sldMk cId="2023532948" sldId="269"/>
        </pc:sldMkLst>
        <pc:spChg chg="del">
          <ac:chgData name="越智 統" userId="2de33d77-a65a-42d1-92e2-b40da65bb07e" providerId="ADAL" clId="{9A3BDDA6-48EA-405E-A176-D8EC94C1309F}" dt="2026-07-06T11:38:20.689" v="21" actId="478"/>
          <ac:spMkLst>
            <pc:docMk/>
            <pc:sldMk cId="2023532948" sldId="269"/>
            <ac:spMk id="3" creationId="{D4CE3504-A5A7-3302-F084-9F42541E1FE1}"/>
          </ac:spMkLst>
        </pc:spChg>
        <pc:spChg chg="add mod">
          <ac:chgData name="越智 統" userId="2de33d77-a65a-42d1-92e2-b40da65bb07e" providerId="ADAL" clId="{9A3BDDA6-48EA-405E-A176-D8EC94C1309F}" dt="2026-07-06T11:38:49.101" v="23"/>
          <ac:spMkLst>
            <pc:docMk/>
            <pc:sldMk cId="2023532948" sldId="269"/>
            <ac:spMk id="5" creationId="{743ABC7B-8ACE-3893-E036-E0D8E3BB7E05}"/>
          </ac:spMkLst>
        </pc:spChg>
      </pc:sldChg>
      <pc:sldChg chg="addSp modSp mod">
        <pc:chgData name="越智 統" userId="2de33d77-a65a-42d1-92e2-b40da65bb07e" providerId="ADAL" clId="{9A3BDDA6-48EA-405E-A176-D8EC94C1309F}" dt="2026-07-06T11:38:06.503" v="20" actId="14100"/>
        <pc:sldMkLst>
          <pc:docMk/>
          <pc:sldMk cId="265581539" sldId="270"/>
        </pc:sldMkLst>
        <pc:spChg chg="add mod">
          <ac:chgData name="越智 統" userId="2de33d77-a65a-42d1-92e2-b40da65bb07e" providerId="ADAL" clId="{9A3BDDA6-48EA-405E-A176-D8EC94C1309F}" dt="2026-07-06T11:38:06.503" v="20" actId="14100"/>
          <ac:spMkLst>
            <pc:docMk/>
            <pc:sldMk cId="265581539" sldId="270"/>
            <ac:spMk id="3" creationId="{FB076BD8-5EA1-A314-06F4-3617F3C743B5}"/>
          </ac:spMkLst>
        </pc:spChg>
      </pc:sldChg>
      <pc:sldChg chg="addSp modSp mod">
        <pc:chgData name="越智 統" userId="2de33d77-a65a-42d1-92e2-b40da65bb07e" providerId="ADAL" clId="{9A3BDDA6-48EA-405E-A176-D8EC94C1309F}" dt="2026-07-06T11:39:20.786" v="25"/>
        <pc:sldMkLst>
          <pc:docMk/>
          <pc:sldMk cId="1224544972" sldId="271"/>
        </pc:sldMkLst>
        <pc:spChg chg="add mod">
          <ac:chgData name="越智 統" userId="2de33d77-a65a-42d1-92e2-b40da65bb07e" providerId="ADAL" clId="{9A3BDDA6-48EA-405E-A176-D8EC94C1309F}" dt="2026-07-06T11:39:20.786" v="25"/>
          <ac:spMkLst>
            <pc:docMk/>
            <pc:sldMk cId="1224544972" sldId="271"/>
            <ac:spMk id="6" creationId="{5BEB5DD4-576C-96F8-CE2B-6645F841EDCB}"/>
          </ac:spMkLst>
        </pc:spChg>
      </pc:sldChg>
      <pc:sldChg chg="addSp modSp mod">
        <pc:chgData name="越智 統" userId="2de33d77-a65a-42d1-92e2-b40da65bb07e" providerId="ADAL" clId="{9A3BDDA6-48EA-405E-A176-D8EC94C1309F}" dt="2026-07-06T11:40:23.206" v="28" actId="693"/>
        <pc:sldMkLst>
          <pc:docMk/>
          <pc:sldMk cId="3166964559" sldId="273"/>
        </pc:sldMkLst>
        <pc:spChg chg="add mod">
          <ac:chgData name="越智 統" userId="2de33d77-a65a-42d1-92e2-b40da65bb07e" providerId="ADAL" clId="{9A3BDDA6-48EA-405E-A176-D8EC94C1309F}" dt="2026-07-06T11:40:23.206" v="28" actId="693"/>
          <ac:spMkLst>
            <pc:docMk/>
            <pc:sldMk cId="3166964559" sldId="273"/>
            <ac:spMk id="3" creationId="{E89395B5-A04A-7694-1B4C-3CD1741368A4}"/>
          </ac:spMkLst>
        </pc:spChg>
        <pc:spChg chg="mod">
          <ac:chgData name="越智 統" userId="2de33d77-a65a-42d1-92e2-b40da65bb07e" providerId="ADAL" clId="{9A3BDDA6-48EA-405E-A176-D8EC94C1309F}" dt="2026-07-06T11:40:05.528" v="27" actId="1076"/>
          <ac:spMkLst>
            <pc:docMk/>
            <pc:sldMk cId="3166964559" sldId="273"/>
            <ac:spMk id="5" creationId="{7824BD8E-4AF8-F9B8-3DC7-17F31B178596}"/>
          </ac:spMkLst>
        </pc:spChg>
      </pc:sldChg>
      <pc:sldChg chg="addSp modSp mod">
        <pc:chgData name="越智 統" userId="2de33d77-a65a-42d1-92e2-b40da65bb07e" providerId="ADAL" clId="{9A3BDDA6-48EA-405E-A176-D8EC94C1309F}" dt="2026-07-06T11:40:53.352" v="30"/>
        <pc:sldMkLst>
          <pc:docMk/>
          <pc:sldMk cId="2968501076" sldId="274"/>
        </pc:sldMkLst>
        <pc:spChg chg="add mod">
          <ac:chgData name="越智 統" userId="2de33d77-a65a-42d1-92e2-b40da65bb07e" providerId="ADAL" clId="{9A3BDDA6-48EA-405E-A176-D8EC94C1309F}" dt="2026-07-06T11:40:53.352" v="30"/>
          <ac:spMkLst>
            <pc:docMk/>
            <pc:sldMk cId="2968501076" sldId="274"/>
            <ac:spMk id="5" creationId="{DC5E7A5B-1FC9-0F44-5786-47779B7A153B}"/>
          </ac:spMkLst>
        </pc:spChg>
      </pc:sldChg>
      <pc:sldChg chg="addSp modSp mod">
        <pc:chgData name="越智 統" userId="2de33d77-a65a-42d1-92e2-b40da65bb07e" providerId="ADAL" clId="{9A3BDDA6-48EA-405E-A176-D8EC94C1309F}" dt="2026-07-06T11:41:20.819" v="32" actId="693"/>
        <pc:sldMkLst>
          <pc:docMk/>
          <pc:sldMk cId="3450791019" sldId="276"/>
        </pc:sldMkLst>
        <pc:spChg chg="add mod">
          <ac:chgData name="越智 統" userId="2de33d77-a65a-42d1-92e2-b40da65bb07e" providerId="ADAL" clId="{9A3BDDA6-48EA-405E-A176-D8EC94C1309F}" dt="2026-07-06T11:41:20.819" v="32" actId="693"/>
          <ac:spMkLst>
            <pc:docMk/>
            <pc:sldMk cId="3450791019" sldId="276"/>
            <ac:spMk id="3" creationId="{7CD93163-11E4-2B04-1007-FFC9D587AEF1}"/>
          </ac:spMkLst>
        </pc:spChg>
      </pc:sldChg>
      <pc:sldChg chg="addSp delSp modSp mod">
        <pc:chgData name="越智 統" userId="2de33d77-a65a-42d1-92e2-b40da65bb07e" providerId="ADAL" clId="{9A3BDDA6-48EA-405E-A176-D8EC94C1309F}" dt="2026-07-06T11:42:22.874" v="35"/>
        <pc:sldMkLst>
          <pc:docMk/>
          <pc:sldMk cId="1099862279" sldId="277"/>
        </pc:sldMkLst>
        <pc:spChg chg="del">
          <ac:chgData name="越智 統" userId="2de33d77-a65a-42d1-92e2-b40da65bb07e" providerId="ADAL" clId="{9A3BDDA6-48EA-405E-A176-D8EC94C1309F}" dt="2026-07-06T11:42:01.973" v="33" actId="478"/>
          <ac:spMkLst>
            <pc:docMk/>
            <pc:sldMk cId="1099862279" sldId="277"/>
            <ac:spMk id="6" creationId="{BC805DD9-FAFB-5436-CB99-720FCDDB9720}"/>
          </ac:spMkLst>
        </pc:spChg>
        <pc:spChg chg="add mod">
          <ac:chgData name="越智 統" userId="2de33d77-a65a-42d1-92e2-b40da65bb07e" providerId="ADAL" clId="{9A3BDDA6-48EA-405E-A176-D8EC94C1309F}" dt="2026-07-06T11:42:22.874" v="35"/>
          <ac:spMkLst>
            <pc:docMk/>
            <pc:sldMk cId="1099862279" sldId="277"/>
            <ac:spMk id="7" creationId="{C10BDE4E-E9A6-B5F4-28B2-EBA962B88BA9}"/>
          </ac:spMkLst>
        </pc:spChg>
      </pc:sldChg>
      <pc:sldChg chg="addSp modSp mod">
        <pc:chgData name="越智 統" userId="2de33d77-a65a-42d1-92e2-b40da65bb07e" providerId="ADAL" clId="{9A3BDDA6-48EA-405E-A176-D8EC94C1309F}" dt="2026-07-06T12:04:50.182" v="75" actId="20577"/>
        <pc:sldMkLst>
          <pc:docMk/>
          <pc:sldMk cId="1222200748" sldId="279"/>
        </pc:sldMkLst>
        <pc:spChg chg="add mod">
          <ac:chgData name="越智 統" userId="2de33d77-a65a-42d1-92e2-b40da65bb07e" providerId="ADAL" clId="{9A3BDDA6-48EA-405E-A176-D8EC94C1309F}" dt="2026-07-06T11:46:28.117" v="58" actId="693"/>
          <ac:spMkLst>
            <pc:docMk/>
            <pc:sldMk cId="1222200748" sldId="279"/>
            <ac:spMk id="3" creationId="{BFB096CE-3FEC-B968-2D90-66A5DBAA4F3F}"/>
          </ac:spMkLst>
        </pc:spChg>
        <pc:spChg chg="mod">
          <ac:chgData name="越智 統" userId="2de33d77-a65a-42d1-92e2-b40da65bb07e" providerId="ADAL" clId="{9A3BDDA6-48EA-405E-A176-D8EC94C1309F}" dt="2026-07-06T12:04:50.182" v="75" actId="20577"/>
          <ac:spMkLst>
            <pc:docMk/>
            <pc:sldMk cId="1222200748" sldId="279"/>
            <ac:spMk id="6" creationId="{662AA40F-A207-07EF-B0B6-A8FAFF209CA0}"/>
          </ac:spMkLst>
        </pc:spChg>
      </pc:sldChg>
      <pc:sldChg chg="addSp delSp modSp mod">
        <pc:chgData name="越智 統" userId="2de33d77-a65a-42d1-92e2-b40da65bb07e" providerId="ADAL" clId="{9A3BDDA6-48EA-405E-A176-D8EC94C1309F}" dt="2026-07-06T11:46:58.708" v="61"/>
        <pc:sldMkLst>
          <pc:docMk/>
          <pc:sldMk cId="3064465335" sldId="280"/>
        </pc:sldMkLst>
        <pc:spChg chg="del">
          <ac:chgData name="越智 統" userId="2de33d77-a65a-42d1-92e2-b40da65bb07e" providerId="ADAL" clId="{9A3BDDA6-48EA-405E-A176-D8EC94C1309F}" dt="2026-07-06T11:46:41.519" v="59" actId="478"/>
          <ac:spMkLst>
            <pc:docMk/>
            <pc:sldMk cId="3064465335" sldId="280"/>
            <ac:spMk id="6" creationId="{E36C12BA-F526-7A9A-D223-043577066A40}"/>
          </ac:spMkLst>
        </pc:spChg>
        <pc:spChg chg="add mod">
          <ac:chgData name="越智 統" userId="2de33d77-a65a-42d1-92e2-b40da65bb07e" providerId="ADAL" clId="{9A3BDDA6-48EA-405E-A176-D8EC94C1309F}" dt="2026-07-06T11:46:58.708" v="61"/>
          <ac:spMkLst>
            <pc:docMk/>
            <pc:sldMk cId="3064465335" sldId="280"/>
            <ac:spMk id="7" creationId="{6D2A6BAE-1B80-9BDE-18D6-AE758A8F083A}"/>
          </ac:spMkLst>
        </pc:spChg>
      </pc:sldChg>
      <pc:sldChg chg="modSp mod">
        <pc:chgData name="越智 統" userId="2de33d77-a65a-42d1-92e2-b40da65bb07e" providerId="ADAL" clId="{9A3BDDA6-48EA-405E-A176-D8EC94C1309F}" dt="2026-07-06T16:50:40.150" v="82" actId="20577"/>
        <pc:sldMkLst>
          <pc:docMk/>
          <pc:sldMk cId="3524454757" sldId="288"/>
        </pc:sldMkLst>
        <pc:graphicFrameChg chg="modGraphic">
          <ac:chgData name="越智 統" userId="2de33d77-a65a-42d1-92e2-b40da65bb07e" providerId="ADAL" clId="{9A3BDDA6-48EA-405E-A176-D8EC94C1309F}" dt="2026-07-06T16:50:40.150" v="82" actId="20577"/>
          <ac:graphicFrameMkLst>
            <pc:docMk/>
            <pc:sldMk cId="3524454757" sldId="288"/>
            <ac:graphicFrameMk id="6" creationId="{60305671-094A-6349-F0FE-010EAEA02BB4}"/>
          </ac:graphicFrameMkLst>
        </pc:graphicFrameChg>
      </pc:sldChg>
      <pc:sldChg chg="addSp modSp mod">
        <pc:chgData name="越智 統" userId="2de33d77-a65a-42d1-92e2-b40da65bb07e" providerId="ADAL" clId="{9A3BDDA6-48EA-405E-A176-D8EC94C1309F}" dt="2026-07-06T11:48:15.581" v="69"/>
        <pc:sldMkLst>
          <pc:docMk/>
          <pc:sldMk cId="886362716" sldId="289"/>
        </pc:sldMkLst>
        <pc:spChg chg="add mod">
          <ac:chgData name="越智 統" userId="2de33d77-a65a-42d1-92e2-b40da65bb07e" providerId="ADAL" clId="{9A3BDDA6-48EA-405E-A176-D8EC94C1309F}" dt="2026-07-06T11:48:15.581" v="69"/>
          <ac:spMkLst>
            <pc:docMk/>
            <pc:sldMk cId="886362716" sldId="289"/>
            <ac:spMk id="3" creationId="{9CEA3593-8DE6-CE82-B0C1-B26862BD284B}"/>
          </ac:spMkLst>
        </pc:spChg>
      </pc:sldChg>
      <pc:sldChg chg="addSp modSp mod">
        <pc:chgData name="越智 統" userId="2de33d77-a65a-42d1-92e2-b40da65bb07e" providerId="ADAL" clId="{9A3BDDA6-48EA-405E-A176-D8EC94C1309F}" dt="2026-07-06T11:48:46.457" v="71"/>
        <pc:sldMkLst>
          <pc:docMk/>
          <pc:sldMk cId="1711741488" sldId="290"/>
        </pc:sldMkLst>
        <pc:spChg chg="add mod">
          <ac:chgData name="越智 統" userId="2de33d77-a65a-42d1-92e2-b40da65bb07e" providerId="ADAL" clId="{9A3BDDA6-48EA-405E-A176-D8EC94C1309F}" dt="2026-07-06T11:48:46.457" v="71"/>
          <ac:spMkLst>
            <pc:docMk/>
            <pc:sldMk cId="1711741488" sldId="290"/>
            <ac:spMk id="3" creationId="{597D310D-8808-08A5-6D6B-A551C2C8EDA0}"/>
          </ac:spMkLst>
        </pc:spChg>
      </pc:sldChg>
      <pc:sldChg chg="addSp modSp mod">
        <pc:chgData name="越智 統" userId="2de33d77-a65a-42d1-92e2-b40da65bb07e" providerId="ADAL" clId="{9A3BDDA6-48EA-405E-A176-D8EC94C1309F}" dt="2026-07-06T11:49:07.099" v="73"/>
        <pc:sldMkLst>
          <pc:docMk/>
          <pc:sldMk cId="3803574412" sldId="291"/>
        </pc:sldMkLst>
        <pc:spChg chg="add mod">
          <ac:chgData name="越智 統" userId="2de33d77-a65a-42d1-92e2-b40da65bb07e" providerId="ADAL" clId="{9A3BDDA6-48EA-405E-A176-D8EC94C1309F}" dt="2026-07-06T11:49:07.099" v="73"/>
          <ac:spMkLst>
            <pc:docMk/>
            <pc:sldMk cId="3803574412" sldId="291"/>
            <ac:spMk id="5" creationId="{C8F19474-9D4D-D6A1-3968-21A56DD4847D}"/>
          </ac:spMkLst>
        </pc:spChg>
      </pc:sldChg>
      <pc:sldChg chg="addSp delSp modSp add mod">
        <pc:chgData name="越智 統" userId="2de33d77-a65a-42d1-92e2-b40da65bb07e" providerId="ADAL" clId="{9A3BDDA6-48EA-405E-A176-D8EC94C1309F}" dt="2026-07-06T11:43:35.148" v="41" actId="20577"/>
        <pc:sldMkLst>
          <pc:docMk/>
          <pc:sldMk cId="339621147" sldId="292"/>
        </pc:sldMkLst>
        <pc:spChg chg="del">
          <ac:chgData name="越智 統" userId="2de33d77-a65a-42d1-92e2-b40da65bb07e" providerId="ADAL" clId="{9A3BDDA6-48EA-405E-A176-D8EC94C1309F}" dt="2026-07-06T11:43:05.263" v="37" actId="478"/>
          <ac:spMkLst>
            <pc:docMk/>
            <pc:sldMk cId="339621147" sldId="292"/>
            <ac:spMk id="6" creationId="{1037A5B6-66D6-73F7-B790-2463A6FC4EB1}"/>
          </ac:spMkLst>
        </pc:spChg>
        <pc:spChg chg="add mod">
          <ac:chgData name="越智 統" userId="2de33d77-a65a-42d1-92e2-b40da65bb07e" providerId="ADAL" clId="{9A3BDDA6-48EA-405E-A176-D8EC94C1309F}" dt="2026-07-06T11:43:27.970" v="39"/>
          <ac:spMkLst>
            <pc:docMk/>
            <pc:sldMk cId="339621147" sldId="292"/>
            <ac:spMk id="7" creationId="{5C89FFF2-FBE5-983D-784E-0870F988A930}"/>
          </ac:spMkLst>
        </pc:spChg>
        <pc:graphicFrameChg chg="mod">
          <ac:chgData name="越智 統" userId="2de33d77-a65a-42d1-92e2-b40da65bb07e" providerId="ADAL" clId="{9A3BDDA6-48EA-405E-A176-D8EC94C1309F}" dt="2026-07-06T11:43:35.148" v="41" actId="20577"/>
          <ac:graphicFrameMkLst>
            <pc:docMk/>
            <pc:sldMk cId="339621147" sldId="292"/>
            <ac:graphicFrameMk id="2" creationId="{A819697E-CCCC-F37C-E96F-A6106F67F03C}"/>
          </ac:graphicFrameMkLst>
        </pc:graphicFrameChg>
      </pc:sldChg>
      <pc:sldChg chg="addSp delSp modSp add mod">
        <pc:chgData name="越智 統" userId="2de33d77-a65a-42d1-92e2-b40da65bb07e" providerId="ADAL" clId="{9A3BDDA6-48EA-405E-A176-D8EC94C1309F}" dt="2026-07-06T11:45:03.318" v="50" actId="20577"/>
        <pc:sldMkLst>
          <pc:docMk/>
          <pc:sldMk cId="1903487129" sldId="293"/>
        </pc:sldMkLst>
        <pc:spChg chg="del">
          <ac:chgData name="越智 統" userId="2de33d77-a65a-42d1-92e2-b40da65bb07e" providerId="ADAL" clId="{9A3BDDA6-48EA-405E-A176-D8EC94C1309F}" dt="2026-07-06T11:43:58.913" v="43" actId="478"/>
          <ac:spMkLst>
            <pc:docMk/>
            <pc:sldMk cId="1903487129" sldId="293"/>
            <ac:spMk id="5" creationId="{30E242F9-D7AD-6847-2EBD-01299A403778}"/>
          </ac:spMkLst>
        </pc:spChg>
        <pc:spChg chg="add del mod">
          <ac:chgData name="越智 統" userId="2de33d77-a65a-42d1-92e2-b40da65bb07e" providerId="ADAL" clId="{9A3BDDA6-48EA-405E-A176-D8EC94C1309F}" dt="2026-07-06T11:44:37.448" v="46" actId="478"/>
          <ac:spMkLst>
            <pc:docMk/>
            <pc:sldMk cId="1903487129" sldId="293"/>
            <ac:spMk id="7" creationId="{F19CFA61-02EA-B23A-8911-829437721820}"/>
          </ac:spMkLst>
        </pc:spChg>
        <pc:spChg chg="add mod">
          <ac:chgData name="越智 統" userId="2de33d77-a65a-42d1-92e2-b40da65bb07e" providerId="ADAL" clId="{9A3BDDA6-48EA-405E-A176-D8EC94C1309F}" dt="2026-07-06T11:44:57.037" v="48"/>
          <ac:spMkLst>
            <pc:docMk/>
            <pc:sldMk cId="1903487129" sldId="293"/>
            <ac:spMk id="8" creationId="{066B3B02-B13C-B055-668E-9741DDD4AC29}"/>
          </ac:spMkLst>
        </pc:spChg>
        <pc:graphicFrameChg chg="mod">
          <ac:chgData name="越智 統" userId="2de33d77-a65a-42d1-92e2-b40da65bb07e" providerId="ADAL" clId="{9A3BDDA6-48EA-405E-A176-D8EC94C1309F}" dt="2026-07-06T11:45:03.318" v="50" actId="20577"/>
          <ac:graphicFrameMkLst>
            <pc:docMk/>
            <pc:sldMk cId="1903487129" sldId="293"/>
            <ac:graphicFrameMk id="2" creationId="{981E3AB8-B02F-028E-0C0E-FE1B3FFCFC3F}"/>
          </ac:graphicFrameMkLst>
        </pc:graphicFrameChg>
      </pc:sldChg>
      <pc:sldChg chg="addSp delSp modSp add mod">
        <pc:chgData name="越智 統" userId="2de33d77-a65a-42d1-92e2-b40da65bb07e" providerId="ADAL" clId="{9A3BDDA6-48EA-405E-A176-D8EC94C1309F}" dt="2026-07-06T11:45:59.417" v="56" actId="20577"/>
        <pc:sldMkLst>
          <pc:docMk/>
          <pc:sldMk cId="3464966623" sldId="294"/>
        </pc:sldMkLst>
        <pc:spChg chg="add mod">
          <ac:chgData name="越智 統" userId="2de33d77-a65a-42d1-92e2-b40da65bb07e" providerId="ADAL" clId="{9A3BDDA6-48EA-405E-A176-D8EC94C1309F}" dt="2026-07-06T11:45:53.724" v="54"/>
          <ac:spMkLst>
            <pc:docMk/>
            <pc:sldMk cId="3464966623" sldId="294"/>
            <ac:spMk id="6" creationId="{7BE5A32F-283F-B7DA-AF45-A1A1746384C1}"/>
          </ac:spMkLst>
        </pc:spChg>
        <pc:spChg chg="del">
          <ac:chgData name="越智 統" userId="2de33d77-a65a-42d1-92e2-b40da65bb07e" providerId="ADAL" clId="{9A3BDDA6-48EA-405E-A176-D8EC94C1309F}" dt="2026-07-06T11:45:39.138" v="52" actId="478"/>
          <ac:spMkLst>
            <pc:docMk/>
            <pc:sldMk cId="3464966623" sldId="294"/>
            <ac:spMk id="7" creationId="{B72A552B-F416-10F4-64DB-0D6248AFCEE8}"/>
          </ac:spMkLst>
        </pc:spChg>
        <pc:graphicFrameChg chg="mod">
          <ac:chgData name="越智 統" userId="2de33d77-a65a-42d1-92e2-b40da65bb07e" providerId="ADAL" clId="{9A3BDDA6-48EA-405E-A176-D8EC94C1309F}" dt="2026-07-06T11:45:59.417" v="56" actId="20577"/>
          <ac:graphicFrameMkLst>
            <pc:docMk/>
            <pc:sldMk cId="3464966623" sldId="294"/>
            <ac:graphicFrameMk id="2" creationId="{1867BCCA-7A69-F124-AD9B-2C3552769605}"/>
          </ac:graphicFrameMkLst>
        </pc:graphicFrameChg>
      </pc:sldChg>
      <pc:sldChg chg="addSp delSp modSp add mod">
        <pc:chgData name="越智 統" userId="2de33d77-a65a-42d1-92e2-b40da65bb07e" providerId="ADAL" clId="{9A3BDDA6-48EA-405E-A176-D8EC94C1309F}" dt="2026-07-06T11:47:39.378" v="67"/>
        <pc:sldMkLst>
          <pc:docMk/>
          <pc:sldMk cId="127335426" sldId="295"/>
        </pc:sldMkLst>
        <pc:spChg chg="add mod">
          <ac:chgData name="越智 統" userId="2de33d77-a65a-42d1-92e2-b40da65bb07e" providerId="ADAL" clId="{9A3BDDA6-48EA-405E-A176-D8EC94C1309F}" dt="2026-07-06T11:47:39.378" v="67"/>
          <ac:spMkLst>
            <pc:docMk/>
            <pc:sldMk cId="127335426" sldId="295"/>
            <ac:spMk id="6" creationId="{0CBF2E19-0CAF-EA03-5192-3AD0E1D1739E}"/>
          </ac:spMkLst>
        </pc:spChg>
        <pc:spChg chg="del">
          <ac:chgData name="越智 統" userId="2de33d77-a65a-42d1-92e2-b40da65bb07e" providerId="ADAL" clId="{9A3BDDA6-48EA-405E-A176-D8EC94C1309F}" dt="2026-07-06T11:47:13.007" v="63" actId="478"/>
          <ac:spMkLst>
            <pc:docMk/>
            <pc:sldMk cId="127335426" sldId="295"/>
            <ac:spMk id="7" creationId="{52FACDA0-FA43-189D-185E-622A8A0F0FCB}"/>
          </ac:spMkLst>
        </pc:spChg>
        <pc:graphicFrameChg chg="mod">
          <ac:chgData name="越智 統" userId="2de33d77-a65a-42d1-92e2-b40da65bb07e" providerId="ADAL" clId="{9A3BDDA6-48EA-405E-A176-D8EC94C1309F}" dt="2026-07-06T11:47:19.728" v="65" actId="20577"/>
          <ac:graphicFrameMkLst>
            <pc:docMk/>
            <pc:sldMk cId="127335426" sldId="295"/>
            <ac:graphicFrameMk id="2" creationId="{0DA59822-347C-99C4-2E9E-307E4CFEE46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1B807601-2824-4740-BFEF-BC3B8EC01104}">
      <dgm:prSet phldrT="[テキスト]"/>
      <dgm:spPr/>
      <dgm:t>
        <a:bodyPr/>
        <a:lstStyle/>
        <a:p>
          <a:endParaRPr kumimoji="1" lang="ja-JP" altLang="en-US" dirty="0"/>
        </a:p>
      </dgm:t>
    </dgm:pt>
    <dgm:pt modelId="{5D4DDDCF-996C-42AC-BFE5-B2DEF9A993E5}" type="sibTrans" cxnId="{E661C6BC-7A85-4C1C-A4C5-C2A48AC47127}">
      <dgm:prSet/>
      <dgm:spPr/>
      <dgm:t>
        <a:bodyPr/>
        <a:lstStyle/>
        <a:p>
          <a:endParaRPr kumimoji="1" lang="ja-JP" altLang="en-US"/>
        </a:p>
      </dgm:t>
    </dgm:pt>
    <dgm:pt modelId="{95806C68-E409-4120-8776-2AE3BB9E73E4}" type="parTrans" cxnId="{E661C6BC-7A85-4C1C-A4C5-C2A48AC47127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3CE446F0-E8B0-47FD-8EFC-766A2606D09D}" type="pres">
      <dgm:prSet presAssocID="{95806C68-E409-4120-8776-2AE3BB9E73E4}" presName="Name17" presStyleLbl="parChTrans1D3" presStyleIdx="3" presStyleCnt="4"/>
      <dgm:spPr/>
    </dgm:pt>
    <dgm:pt modelId="{92AFB438-46F5-4B99-B2CC-631FB90A35F1}" type="pres">
      <dgm:prSet presAssocID="{1B807601-2824-4740-BFEF-BC3B8EC01104}" presName="hierRoot3" presStyleCnt="0"/>
      <dgm:spPr/>
    </dgm:pt>
    <dgm:pt modelId="{4253E567-32B2-4970-8A2C-BCB36F1C60BB}" type="pres">
      <dgm:prSet presAssocID="{1B807601-2824-4740-BFEF-BC3B8EC01104}" presName="composite3" presStyleCnt="0"/>
      <dgm:spPr/>
    </dgm:pt>
    <dgm:pt modelId="{DD03BEC2-6E66-4E36-9DA6-0E07F64C167A}" type="pres">
      <dgm:prSet presAssocID="{1B807601-2824-4740-BFEF-BC3B8EC01104}" presName="background3" presStyleLbl="node3" presStyleIdx="3" presStyleCnt="4"/>
      <dgm:spPr/>
    </dgm:pt>
    <dgm:pt modelId="{527D50D7-55D3-427D-8D70-CF88BAE9238C}" type="pres">
      <dgm:prSet presAssocID="{1B807601-2824-4740-BFEF-BC3B8EC01104}" presName="text3" presStyleLbl="fgAcc3" presStyleIdx="3" presStyleCnt="4">
        <dgm:presLayoutVars>
          <dgm:chPref val="3"/>
        </dgm:presLayoutVars>
      </dgm:prSet>
      <dgm:spPr/>
    </dgm:pt>
    <dgm:pt modelId="{E96B40C2-947F-4AFD-9086-FBBABB931C68}" type="pres">
      <dgm:prSet presAssocID="{1B807601-2824-4740-BFEF-BC3B8EC01104}" presName="hierChild4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E661C6BC-7A85-4C1C-A4C5-C2A48AC47127}" srcId="{3FB92A1A-BFD9-4EF9-9DC0-10C240FBF329}" destId="{1B807601-2824-4740-BFEF-BC3B8EC01104}" srcOrd="1" destOrd="0" parTransId="{95806C68-E409-4120-8776-2AE3BB9E73E4}" sibTransId="{5D4DDDCF-996C-42AC-BFE5-B2DEF9A993E5}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ED033BCD-43FD-4A20-87A2-8F8E66781F99}" type="presOf" srcId="{1B807601-2824-4740-BFEF-BC3B8EC01104}" destId="{527D50D7-55D3-427D-8D70-CF88BAE9238C}" srcOrd="0" destOrd="0" presId="urn:microsoft.com/office/officeart/2005/8/layout/hierarchy1"/>
    <dgm:cxn modelId="{EA80DFD5-37FD-49CC-A274-1B1869C8599E}" type="presOf" srcId="{95806C68-E409-4120-8776-2AE3BB9E73E4}" destId="{3CE446F0-E8B0-47FD-8EFC-766A2606D09D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46818A7C-D368-47FD-9B39-24FF1A2784F7}" type="presParOf" srcId="{C9B45BA6-5C4B-4D4A-86BD-F477384044FE}" destId="{3CE446F0-E8B0-47FD-8EFC-766A2606D09D}" srcOrd="2" destOrd="0" presId="urn:microsoft.com/office/officeart/2005/8/layout/hierarchy1"/>
    <dgm:cxn modelId="{D24E02E9-8BF9-49C1-9040-7D8D7BC59637}" type="presParOf" srcId="{C9B45BA6-5C4B-4D4A-86BD-F477384044FE}" destId="{92AFB438-46F5-4B99-B2CC-631FB90A35F1}" srcOrd="3" destOrd="0" presId="urn:microsoft.com/office/officeart/2005/8/layout/hierarchy1"/>
    <dgm:cxn modelId="{E83E2EB1-366D-4670-ABEE-F97BE784FA4F}" type="presParOf" srcId="{92AFB438-46F5-4B99-B2CC-631FB90A35F1}" destId="{4253E567-32B2-4970-8A2C-BCB36F1C60BB}" srcOrd="0" destOrd="0" presId="urn:microsoft.com/office/officeart/2005/8/layout/hierarchy1"/>
    <dgm:cxn modelId="{9405179E-3D0B-40C1-AACF-49E7970FF91B}" type="presParOf" srcId="{4253E567-32B2-4970-8A2C-BCB36F1C60BB}" destId="{DD03BEC2-6E66-4E36-9DA6-0E07F64C167A}" srcOrd="0" destOrd="0" presId="urn:microsoft.com/office/officeart/2005/8/layout/hierarchy1"/>
    <dgm:cxn modelId="{C36382CC-0212-41A9-8DEB-5DC9D24C4EC3}" type="presParOf" srcId="{4253E567-32B2-4970-8A2C-BCB36F1C60BB}" destId="{527D50D7-55D3-427D-8D70-CF88BAE9238C}" srcOrd="1" destOrd="0" presId="urn:microsoft.com/office/officeart/2005/8/layout/hierarchy1"/>
    <dgm:cxn modelId="{B679B721-D692-46F4-B390-9B21081412BE}" type="presParOf" srcId="{92AFB438-46F5-4B99-B2CC-631FB90A35F1}" destId="{E96B40C2-947F-4AFD-9086-FBBABB931C6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4CF002F8-E966-4F54-8442-74DD4F1E1457}">
      <dgm:prSet phldrT="[テキスト]"/>
      <dgm:spPr/>
      <dgm:t>
        <a:bodyPr/>
        <a:lstStyle/>
        <a:p>
          <a:endParaRPr kumimoji="1" lang="ja-JP" altLang="en-US" dirty="0"/>
        </a:p>
      </dgm:t>
    </dgm:pt>
    <dgm:pt modelId="{D8C7D6A9-A360-4E95-9F09-11CAAC7673D0}" type="parTrans" cxnId="{84EEAE49-D127-40D4-9696-D2B3EF821A87}">
      <dgm:prSet/>
      <dgm:spPr/>
      <dgm:t>
        <a:bodyPr/>
        <a:lstStyle/>
        <a:p>
          <a:endParaRPr kumimoji="1" lang="ja-JP" altLang="en-US"/>
        </a:p>
      </dgm:t>
    </dgm:pt>
    <dgm:pt modelId="{97AAD408-E727-49BA-B4D1-57B17C669A81}" type="sibTrans" cxnId="{84EEAE49-D127-40D4-9696-D2B3EF821A87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C44532EE-25E6-4AF5-A9DA-560344115F0B}" type="pres">
      <dgm:prSet presAssocID="{D8C7D6A9-A360-4E95-9F09-11CAAC7673D0}" presName="Name17" presStyleLbl="parChTrans1D3" presStyleIdx="3" presStyleCnt="4"/>
      <dgm:spPr/>
    </dgm:pt>
    <dgm:pt modelId="{9B3762FA-1E41-47D0-99FD-AE5F6854D901}" type="pres">
      <dgm:prSet presAssocID="{4CF002F8-E966-4F54-8442-74DD4F1E1457}" presName="hierRoot3" presStyleCnt="0"/>
      <dgm:spPr/>
    </dgm:pt>
    <dgm:pt modelId="{21D4BCDF-803A-4FC5-8771-94431B91FE7B}" type="pres">
      <dgm:prSet presAssocID="{4CF002F8-E966-4F54-8442-74DD4F1E1457}" presName="composite3" presStyleCnt="0"/>
      <dgm:spPr/>
    </dgm:pt>
    <dgm:pt modelId="{EF392265-00ED-4FBA-BE5E-458A7BAA345F}" type="pres">
      <dgm:prSet presAssocID="{4CF002F8-E966-4F54-8442-74DD4F1E1457}" presName="background3" presStyleLbl="node3" presStyleIdx="3" presStyleCnt="4"/>
      <dgm:spPr/>
    </dgm:pt>
    <dgm:pt modelId="{4075635D-E6A9-4E92-8607-93BB39C80881}" type="pres">
      <dgm:prSet presAssocID="{4CF002F8-E966-4F54-8442-74DD4F1E1457}" presName="text3" presStyleLbl="fgAcc3" presStyleIdx="3" presStyleCnt="4">
        <dgm:presLayoutVars>
          <dgm:chPref val="3"/>
        </dgm:presLayoutVars>
      </dgm:prSet>
      <dgm:spPr/>
    </dgm:pt>
    <dgm:pt modelId="{1E67A660-678C-49CF-9272-E4566367EE97}" type="pres">
      <dgm:prSet presAssocID="{4CF002F8-E966-4F54-8442-74DD4F1E1457}" presName="hierChild4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58E58368-4998-402B-9A2B-CC92EEE8B7E5}" type="presOf" srcId="{4CF002F8-E966-4F54-8442-74DD4F1E1457}" destId="{4075635D-E6A9-4E92-8607-93BB39C80881}" srcOrd="0" destOrd="0" presId="urn:microsoft.com/office/officeart/2005/8/layout/hierarchy1"/>
    <dgm:cxn modelId="{84EEAE49-D127-40D4-9696-D2B3EF821A87}" srcId="{3FB92A1A-BFD9-4EF9-9DC0-10C240FBF329}" destId="{4CF002F8-E966-4F54-8442-74DD4F1E1457}" srcOrd="1" destOrd="0" parTransId="{D8C7D6A9-A360-4E95-9F09-11CAAC7673D0}" sibTransId="{97AAD408-E727-49BA-B4D1-57B17C669A81}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1CC970FD-A1F2-4141-BD32-F0E64BCF6DC1}" type="presOf" srcId="{D8C7D6A9-A360-4E95-9F09-11CAAC7673D0}" destId="{C44532EE-25E6-4AF5-A9DA-560344115F0B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487F823B-AC43-4BC7-9628-1BE1D0ED80BE}" type="presParOf" srcId="{C9B45BA6-5C4B-4D4A-86BD-F477384044FE}" destId="{C44532EE-25E6-4AF5-A9DA-560344115F0B}" srcOrd="2" destOrd="0" presId="urn:microsoft.com/office/officeart/2005/8/layout/hierarchy1"/>
    <dgm:cxn modelId="{6E695098-A322-4E0C-8FA0-33DBF1D355B2}" type="presParOf" srcId="{C9B45BA6-5C4B-4D4A-86BD-F477384044FE}" destId="{9B3762FA-1E41-47D0-99FD-AE5F6854D901}" srcOrd="3" destOrd="0" presId="urn:microsoft.com/office/officeart/2005/8/layout/hierarchy1"/>
    <dgm:cxn modelId="{B2E6A701-AB33-49AB-BCB2-D788BB47F35E}" type="presParOf" srcId="{9B3762FA-1E41-47D0-99FD-AE5F6854D901}" destId="{21D4BCDF-803A-4FC5-8771-94431B91FE7B}" srcOrd="0" destOrd="0" presId="urn:microsoft.com/office/officeart/2005/8/layout/hierarchy1"/>
    <dgm:cxn modelId="{D57FAB24-148F-4175-97A7-C197E90B270E}" type="presParOf" srcId="{21D4BCDF-803A-4FC5-8771-94431B91FE7B}" destId="{EF392265-00ED-4FBA-BE5E-458A7BAA345F}" srcOrd="0" destOrd="0" presId="urn:microsoft.com/office/officeart/2005/8/layout/hierarchy1"/>
    <dgm:cxn modelId="{40639598-A076-4485-9E2D-9C0B49888754}" type="presParOf" srcId="{21D4BCDF-803A-4FC5-8771-94431B91FE7B}" destId="{4075635D-E6A9-4E92-8607-93BB39C80881}" srcOrd="1" destOrd="0" presId="urn:microsoft.com/office/officeart/2005/8/layout/hierarchy1"/>
    <dgm:cxn modelId="{82EFCAE4-68DD-482D-91F9-89102240D160}" type="presParOf" srcId="{9B3762FA-1E41-47D0-99FD-AE5F6854D901}" destId="{1E67A660-678C-49CF-9272-E4566367EE9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69F6CAB7-B7AB-43D9-80C2-F0A47DD7A459}">
      <dgm:prSet phldrT="[テキスト]"/>
      <dgm:spPr/>
      <dgm:t>
        <a:bodyPr/>
        <a:lstStyle/>
        <a:p>
          <a:endParaRPr kumimoji="1" lang="ja-JP" altLang="en-US" dirty="0"/>
        </a:p>
      </dgm:t>
    </dgm:pt>
    <dgm:pt modelId="{16E8104E-7912-407B-BA35-4A58D3A6DED7}" type="parTrans" cxnId="{C038746C-9185-4D39-AC5E-0F781505C0B6}">
      <dgm:prSet/>
      <dgm:spPr/>
      <dgm:t>
        <a:bodyPr/>
        <a:lstStyle/>
        <a:p>
          <a:endParaRPr kumimoji="1" lang="ja-JP" altLang="en-US"/>
        </a:p>
      </dgm:t>
    </dgm:pt>
    <dgm:pt modelId="{94DFA681-11A4-4A4F-BF01-442FB051F969}" type="sibTrans" cxnId="{C038746C-9185-4D39-AC5E-0F781505C0B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F90AE224-2409-4E61-91BB-391D34D13229}" type="pres">
      <dgm:prSet presAssocID="{16E8104E-7912-407B-BA35-4A58D3A6DED7}" presName="Name17" presStyleLbl="parChTrans1D3" presStyleIdx="3" presStyleCnt="4"/>
      <dgm:spPr/>
    </dgm:pt>
    <dgm:pt modelId="{9C049BC9-5BBE-4298-A117-2CE34CB1C855}" type="pres">
      <dgm:prSet presAssocID="{69F6CAB7-B7AB-43D9-80C2-F0A47DD7A459}" presName="hierRoot3" presStyleCnt="0"/>
      <dgm:spPr/>
    </dgm:pt>
    <dgm:pt modelId="{19C53DB3-5401-4E59-8670-04B68245F30F}" type="pres">
      <dgm:prSet presAssocID="{69F6CAB7-B7AB-43D9-80C2-F0A47DD7A459}" presName="composite3" presStyleCnt="0"/>
      <dgm:spPr/>
    </dgm:pt>
    <dgm:pt modelId="{7A89C82B-25E2-4AE3-9C7D-4FA7CA392AC7}" type="pres">
      <dgm:prSet presAssocID="{69F6CAB7-B7AB-43D9-80C2-F0A47DD7A459}" presName="background3" presStyleLbl="node3" presStyleIdx="3" presStyleCnt="4"/>
      <dgm:spPr/>
    </dgm:pt>
    <dgm:pt modelId="{7299FCF3-005D-4903-AC74-7A7DD3665ED6}" type="pres">
      <dgm:prSet presAssocID="{69F6CAB7-B7AB-43D9-80C2-F0A47DD7A459}" presName="text3" presStyleLbl="fgAcc3" presStyleIdx="3" presStyleCnt="4">
        <dgm:presLayoutVars>
          <dgm:chPref val="3"/>
        </dgm:presLayoutVars>
      </dgm:prSet>
      <dgm:spPr/>
    </dgm:pt>
    <dgm:pt modelId="{BFC3EE5C-A561-4276-9135-6701119F6215}" type="pres">
      <dgm:prSet presAssocID="{69F6CAB7-B7AB-43D9-80C2-F0A47DD7A459}" presName="hierChild4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C038746C-9185-4D39-AC5E-0F781505C0B6}" srcId="{3FB92A1A-BFD9-4EF9-9DC0-10C240FBF329}" destId="{69F6CAB7-B7AB-43D9-80C2-F0A47DD7A459}" srcOrd="1" destOrd="0" parTransId="{16E8104E-7912-407B-BA35-4A58D3A6DED7}" sibTransId="{94DFA681-11A4-4A4F-BF01-442FB051F969}"/>
    <dgm:cxn modelId="{6BD04374-BE18-443A-827C-ED558BCD671D}" type="presOf" srcId="{69F6CAB7-B7AB-43D9-80C2-F0A47DD7A459}" destId="{7299FCF3-005D-4903-AC74-7A7DD3665ED6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82EB999F-F98C-4B9A-B589-C667BDF6114C}" type="presOf" srcId="{16E8104E-7912-407B-BA35-4A58D3A6DED7}" destId="{F90AE224-2409-4E61-91BB-391D34D13229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DEF529D-3377-4076-B5C9-027948F54FE4}" type="presParOf" srcId="{C9B45BA6-5C4B-4D4A-86BD-F477384044FE}" destId="{F90AE224-2409-4E61-91BB-391D34D13229}" srcOrd="2" destOrd="0" presId="urn:microsoft.com/office/officeart/2005/8/layout/hierarchy1"/>
    <dgm:cxn modelId="{66BE8321-3C8E-4E5C-8477-9E9E42776B22}" type="presParOf" srcId="{C9B45BA6-5C4B-4D4A-86BD-F477384044FE}" destId="{9C049BC9-5BBE-4298-A117-2CE34CB1C855}" srcOrd="3" destOrd="0" presId="urn:microsoft.com/office/officeart/2005/8/layout/hierarchy1"/>
    <dgm:cxn modelId="{2C5FC0D6-1A3F-45AC-A08E-0F5FFB366E92}" type="presParOf" srcId="{9C049BC9-5BBE-4298-A117-2CE34CB1C855}" destId="{19C53DB3-5401-4E59-8670-04B68245F30F}" srcOrd="0" destOrd="0" presId="urn:microsoft.com/office/officeart/2005/8/layout/hierarchy1"/>
    <dgm:cxn modelId="{3B3C0A7C-09C2-447A-B396-75F955BA3161}" type="presParOf" srcId="{19C53DB3-5401-4E59-8670-04B68245F30F}" destId="{7A89C82B-25E2-4AE3-9C7D-4FA7CA392AC7}" srcOrd="0" destOrd="0" presId="urn:microsoft.com/office/officeart/2005/8/layout/hierarchy1"/>
    <dgm:cxn modelId="{5026865D-5AF9-4AAA-BDAB-871559775313}" type="presParOf" srcId="{19C53DB3-5401-4E59-8670-04B68245F30F}" destId="{7299FCF3-005D-4903-AC74-7A7DD3665ED6}" srcOrd="1" destOrd="0" presId="urn:microsoft.com/office/officeart/2005/8/layout/hierarchy1"/>
    <dgm:cxn modelId="{77C0B87B-79D0-4CC0-BCF4-55AB33414350}" type="presParOf" srcId="{9C049BC9-5BBE-4298-A117-2CE34CB1C855}" destId="{BFC3EE5C-A561-4276-9135-6701119F621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AFECFB1A-D11C-4C41-B7BB-ED3E34A3D6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C50924E5-16FE-4459-8A4B-170597BA2749}" type="parTrans" cxnId="{BE138CFD-133C-4EF6-8593-06E330DE0F03}">
      <dgm:prSet/>
      <dgm:spPr/>
      <dgm:t>
        <a:bodyPr/>
        <a:lstStyle/>
        <a:p>
          <a:endParaRPr kumimoji="1" lang="ja-JP" altLang="en-US"/>
        </a:p>
      </dgm:t>
    </dgm:pt>
    <dgm:pt modelId="{F2519465-DA12-4AD7-B1C6-9AF1200D725A}" type="sibTrans" cxnId="{BE138CFD-133C-4EF6-8593-06E330DE0F03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4498DDF9-421D-4C48-A799-E39B18A85218}" type="pres">
      <dgm:prSet presAssocID="{C50924E5-16FE-4459-8A4B-170597BA2749}" presName="Name17" presStyleLbl="parChTrans1D3" presStyleIdx="3" presStyleCnt="4"/>
      <dgm:spPr/>
    </dgm:pt>
    <dgm:pt modelId="{84BA611F-0079-476D-8325-EC04EE3906DE}" type="pres">
      <dgm:prSet presAssocID="{AFECFB1A-D11C-4C41-B7BB-ED3E34A3D61D}" presName="hierRoot3" presStyleCnt="0"/>
      <dgm:spPr/>
    </dgm:pt>
    <dgm:pt modelId="{2A1B7FE6-F363-4A03-A1D4-DAD9A59074FA}" type="pres">
      <dgm:prSet presAssocID="{AFECFB1A-D11C-4C41-B7BB-ED3E34A3D61D}" presName="composite3" presStyleCnt="0"/>
      <dgm:spPr/>
    </dgm:pt>
    <dgm:pt modelId="{10667B6B-B989-42A1-B60F-135986FBAB00}" type="pres">
      <dgm:prSet presAssocID="{AFECFB1A-D11C-4C41-B7BB-ED3E34A3D61D}" presName="background3" presStyleLbl="node3" presStyleIdx="3" presStyleCnt="4"/>
      <dgm:spPr/>
    </dgm:pt>
    <dgm:pt modelId="{CBDB53C7-4BF9-4CEE-B645-9108C9014974}" type="pres">
      <dgm:prSet presAssocID="{AFECFB1A-D11C-4C41-B7BB-ED3E34A3D61D}" presName="text3" presStyleLbl="fgAcc3" presStyleIdx="3" presStyleCnt="4">
        <dgm:presLayoutVars>
          <dgm:chPref val="3"/>
        </dgm:presLayoutVars>
      </dgm:prSet>
      <dgm:spPr/>
    </dgm:pt>
    <dgm:pt modelId="{2856F82E-38FC-458B-8198-42C436F02B7F}" type="pres">
      <dgm:prSet presAssocID="{AFECFB1A-D11C-4C41-B7BB-ED3E34A3D61D}" presName="hierChild4" presStyleCnt="0"/>
      <dgm:spPr/>
    </dgm:pt>
  </dgm:ptLst>
  <dgm:cxnLst>
    <dgm:cxn modelId="{2E05341D-91BA-47FB-8350-15F54B74EF49}" type="presOf" srcId="{C50924E5-16FE-4459-8A4B-170597BA2749}" destId="{4498DDF9-421D-4C48-A799-E39B18A85218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3C4AF32D-0FDE-4F8D-8ED6-E98836ED952B}" type="presOf" srcId="{AFECFB1A-D11C-4C41-B7BB-ED3E34A3D61D}" destId="{CBDB53C7-4BF9-4CEE-B645-9108C9014974}" srcOrd="0" destOrd="0" presId="urn:microsoft.com/office/officeart/2005/8/layout/hierarchy1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BE138CFD-133C-4EF6-8593-06E330DE0F03}" srcId="{3FB92A1A-BFD9-4EF9-9DC0-10C240FBF329}" destId="{AFECFB1A-D11C-4C41-B7BB-ED3E34A3D61D}" srcOrd="1" destOrd="0" parTransId="{C50924E5-16FE-4459-8A4B-170597BA2749}" sibTransId="{F2519465-DA12-4AD7-B1C6-9AF1200D725A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68DAB026-F079-4229-8A82-8C32A7CEAC93}" type="presParOf" srcId="{C9B45BA6-5C4B-4D4A-86BD-F477384044FE}" destId="{4498DDF9-421D-4C48-A799-E39B18A85218}" srcOrd="2" destOrd="0" presId="urn:microsoft.com/office/officeart/2005/8/layout/hierarchy1"/>
    <dgm:cxn modelId="{6D7DC1AB-2B73-478B-A1CF-19FD891DB0E4}" type="presParOf" srcId="{C9B45BA6-5C4B-4D4A-86BD-F477384044FE}" destId="{84BA611F-0079-476D-8325-EC04EE3906DE}" srcOrd="3" destOrd="0" presId="urn:microsoft.com/office/officeart/2005/8/layout/hierarchy1"/>
    <dgm:cxn modelId="{022BF582-774C-444C-970A-2BFC617B920B}" type="presParOf" srcId="{84BA611F-0079-476D-8325-EC04EE3906DE}" destId="{2A1B7FE6-F363-4A03-A1D4-DAD9A59074FA}" srcOrd="0" destOrd="0" presId="urn:microsoft.com/office/officeart/2005/8/layout/hierarchy1"/>
    <dgm:cxn modelId="{B82013A6-C2D5-4C03-A6B9-B3CE6B0B4394}" type="presParOf" srcId="{2A1B7FE6-F363-4A03-A1D4-DAD9A59074FA}" destId="{10667B6B-B989-42A1-B60F-135986FBAB00}" srcOrd="0" destOrd="0" presId="urn:microsoft.com/office/officeart/2005/8/layout/hierarchy1"/>
    <dgm:cxn modelId="{0A131C2E-6C50-4322-8A03-4C60BC40BEF0}" type="presParOf" srcId="{2A1B7FE6-F363-4A03-A1D4-DAD9A59074FA}" destId="{CBDB53C7-4BF9-4CEE-B645-9108C9014974}" srcOrd="1" destOrd="0" presId="urn:microsoft.com/office/officeart/2005/8/layout/hierarchy1"/>
    <dgm:cxn modelId="{59FF0843-AAA9-4F0B-B88F-28D2C1E43645}" type="presParOf" srcId="{84BA611F-0079-476D-8325-EC04EE3906DE}" destId="{2856F82E-38FC-458B-8198-42C436F02B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AFECFB1A-D11C-4C41-B7BB-ED3E34A3D6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C50924E5-16FE-4459-8A4B-170597BA2749}" type="parTrans" cxnId="{BE138CFD-133C-4EF6-8593-06E330DE0F03}">
      <dgm:prSet/>
      <dgm:spPr/>
      <dgm:t>
        <a:bodyPr/>
        <a:lstStyle/>
        <a:p>
          <a:endParaRPr kumimoji="1" lang="ja-JP" altLang="en-US"/>
        </a:p>
      </dgm:t>
    </dgm:pt>
    <dgm:pt modelId="{F2519465-DA12-4AD7-B1C6-9AF1200D725A}" type="sibTrans" cxnId="{BE138CFD-133C-4EF6-8593-06E330DE0F03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4498DDF9-421D-4C48-A799-E39B18A85218}" type="pres">
      <dgm:prSet presAssocID="{C50924E5-16FE-4459-8A4B-170597BA2749}" presName="Name17" presStyleLbl="parChTrans1D3" presStyleIdx="3" presStyleCnt="4"/>
      <dgm:spPr/>
    </dgm:pt>
    <dgm:pt modelId="{84BA611F-0079-476D-8325-EC04EE3906DE}" type="pres">
      <dgm:prSet presAssocID="{AFECFB1A-D11C-4C41-B7BB-ED3E34A3D61D}" presName="hierRoot3" presStyleCnt="0"/>
      <dgm:spPr/>
    </dgm:pt>
    <dgm:pt modelId="{2A1B7FE6-F363-4A03-A1D4-DAD9A59074FA}" type="pres">
      <dgm:prSet presAssocID="{AFECFB1A-D11C-4C41-B7BB-ED3E34A3D61D}" presName="composite3" presStyleCnt="0"/>
      <dgm:spPr/>
    </dgm:pt>
    <dgm:pt modelId="{10667B6B-B989-42A1-B60F-135986FBAB00}" type="pres">
      <dgm:prSet presAssocID="{AFECFB1A-D11C-4C41-B7BB-ED3E34A3D61D}" presName="background3" presStyleLbl="node3" presStyleIdx="3" presStyleCnt="4"/>
      <dgm:spPr/>
    </dgm:pt>
    <dgm:pt modelId="{CBDB53C7-4BF9-4CEE-B645-9108C9014974}" type="pres">
      <dgm:prSet presAssocID="{AFECFB1A-D11C-4C41-B7BB-ED3E34A3D61D}" presName="text3" presStyleLbl="fgAcc3" presStyleIdx="3" presStyleCnt="4">
        <dgm:presLayoutVars>
          <dgm:chPref val="3"/>
        </dgm:presLayoutVars>
      </dgm:prSet>
      <dgm:spPr/>
    </dgm:pt>
    <dgm:pt modelId="{2856F82E-38FC-458B-8198-42C436F02B7F}" type="pres">
      <dgm:prSet presAssocID="{AFECFB1A-D11C-4C41-B7BB-ED3E34A3D61D}" presName="hierChild4" presStyleCnt="0"/>
      <dgm:spPr/>
    </dgm:pt>
  </dgm:ptLst>
  <dgm:cxnLst>
    <dgm:cxn modelId="{2E05341D-91BA-47FB-8350-15F54B74EF49}" type="presOf" srcId="{C50924E5-16FE-4459-8A4B-170597BA2749}" destId="{4498DDF9-421D-4C48-A799-E39B18A85218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3C4AF32D-0FDE-4F8D-8ED6-E98836ED952B}" type="presOf" srcId="{AFECFB1A-D11C-4C41-B7BB-ED3E34A3D61D}" destId="{CBDB53C7-4BF9-4CEE-B645-9108C9014974}" srcOrd="0" destOrd="0" presId="urn:microsoft.com/office/officeart/2005/8/layout/hierarchy1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BE138CFD-133C-4EF6-8593-06E330DE0F03}" srcId="{3FB92A1A-BFD9-4EF9-9DC0-10C240FBF329}" destId="{AFECFB1A-D11C-4C41-B7BB-ED3E34A3D61D}" srcOrd="1" destOrd="0" parTransId="{C50924E5-16FE-4459-8A4B-170597BA2749}" sibTransId="{F2519465-DA12-4AD7-B1C6-9AF1200D725A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68DAB026-F079-4229-8A82-8C32A7CEAC93}" type="presParOf" srcId="{C9B45BA6-5C4B-4D4A-86BD-F477384044FE}" destId="{4498DDF9-421D-4C48-A799-E39B18A85218}" srcOrd="2" destOrd="0" presId="urn:microsoft.com/office/officeart/2005/8/layout/hierarchy1"/>
    <dgm:cxn modelId="{6D7DC1AB-2B73-478B-A1CF-19FD891DB0E4}" type="presParOf" srcId="{C9B45BA6-5C4B-4D4A-86BD-F477384044FE}" destId="{84BA611F-0079-476D-8325-EC04EE3906DE}" srcOrd="3" destOrd="0" presId="urn:microsoft.com/office/officeart/2005/8/layout/hierarchy1"/>
    <dgm:cxn modelId="{022BF582-774C-444C-970A-2BFC617B920B}" type="presParOf" srcId="{84BA611F-0079-476D-8325-EC04EE3906DE}" destId="{2A1B7FE6-F363-4A03-A1D4-DAD9A59074FA}" srcOrd="0" destOrd="0" presId="urn:microsoft.com/office/officeart/2005/8/layout/hierarchy1"/>
    <dgm:cxn modelId="{B82013A6-C2D5-4C03-A6B9-B3CE6B0B4394}" type="presParOf" srcId="{2A1B7FE6-F363-4A03-A1D4-DAD9A59074FA}" destId="{10667B6B-B989-42A1-B60F-135986FBAB00}" srcOrd="0" destOrd="0" presId="urn:microsoft.com/office/officeart/2005/8/layout/hierarchy1"/>
    <dgm:cxn modelId="{0A131C2E-6C50-4322-8A03-4C60BC40BEF0}" type="presParOf" srcId="{2A1B7FE6-F363-4A03-A1D4-DAD9A59074FA}" destId="{CBDB53C7-4BF9-4CEE-B645-9108C9014974}" srcOrd="1" destOrd="0" presId="urn:microsoft.com/office/officeart/2005/8/layout/hierarchy1"/>
    <dgm:cxn modelId="{59FF0843-AAA9-4F0B-B88F-28D2C1E43645}" type="presParOf" srcId="{84BA611F-0079-476D-8325-EC04EE3906DE}" destId="{2856F82E-38FC-458B-8198-42C436F02B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8F6D77CB-ADFC-4AF5-AD8E-39385C952B45}">
      <dgm:prSet phldrT="[テキスト]"/>
      <dgm:spPr/>
      <dgm:t>
        <a:bodyPr/>
        <a:lstStyle/>
        <a:p>
          <a:endParaRPr kumimoji="1" lang="ja-JP" altLang="en-US" dirty="0"/>
        </a:p>
      </dgm:t>
    </dgm:pt>
    <dgm:pt modelId="{19A7D716-3709-491D-8820-4E0F57D88F0A}" type="parTrans" cxnId="{2252F0AB-4F15-4382-A19A-3585E61EABDB}">
      <dgm:prSet/>
      <dgm:spPr/>
      <dgm:t>
        <a:bodyPr/>
        <a:lstStyle/>
        <a:p>
          <a:endParaRPr kumimoji="1" lang="ja-JP" altLang="en-US"/>
        </a:p>
      </dgm:t>
    </dgm:pt>
    <dgm:pt modelId="{85C329F9-341C-446B-B270-E940C165FA0D}" type="sibTrans" cxnId="{2252F0AB-4F15-4382-A19A-3585E61EABDB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69FC4956-F210-444D-982F-E097E15B2318}" type="pres">
      <dgm:prSet presAssocID="{19A7D716-3709-491D-8820-4E0F57D88F0A}" presName="Name17" presStyleLbl="parChTrans1D3" presStyleIdx="3" presStyleCnt="4"/>
      <dgm:spPr/>
    </dgm:pt>
    <dgm:pt modelId="{CEA7BDF1-AF8F-4FE6-B08D-0267B6EBD4D3}" type="pres">
      <dgm:prSet presAssocID="{8F6D77CB-ADFC-4AF5-AD8E-39385C952B45}" presName="hierRoot3" presStyleCnt="0"/>
      <dgm:spPr/>
    </dgm:pt>
    <dgm:pt modelId="{20F4526B-9476-44AB-A8D3-7014D9049ECD}" type="pres">
      <dgm:prSet presAssocID="{8F6D77CB-ADFC-4AF5-AD8E-39385C952B45}" presName="composite3" presStyleCnt="0"/>
      <dgm:spPr/>
    </dgm:pt>
    <dgm:pt modelId="{6610AF34-D13E-4284-AB47-39956CC622D8}" type="pres">
      <dgm:prSet presAssocID="{8F6D77CB-ADFC-4AF5-AD8E-39385C952B45}" presName="background3" presStyleLbl="node3" presStyleIdx="3" presStyleCnt="4"/>
      <dgm:spPr/>
    </dgm:pt>
    <dgm:pt modelId="{F7295AB4-6E23-4C12-B3E2-789B45C3E1A8}" type="pres">
      <dgm:prSet presAssocID="{8F6D77CB-ADFC-4AF5-AD8E-39385C952B45}" presName="text3" presStyleLbl="fgAcc3" presStyleIdx="3" presStyleCnt="4">
        <dgm:presLayoutVars>
          <dgm:chPref val="3"/>
        </dgm:presLayoutVars>
      </dgm:prSet>
      <dgm:spPr/>
    </dgm:pt>
    <dgm:pt modelId="{16BF4BCF-F73D-4636-AB0A-03F4EEA93CA2}" type="pres">
      <dgm:prSet presAssocID="{8F6D77CB-ADFC-4AF5-AD8E-39385C952B45}" presName="hierChild4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99E5E63F-4FA0-47EB-8AEE-76348AE1B357}" type="presOf" srcId="{8F6D77CB-ADFC-4AF5-AD8E-39385C952B45}" destId="{F7295AB4-6E23-4C12-B3E2-789B45C3E1A8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2252F0AB-4F15-4382-A19A-3585E61EABDB}" srcId="{3FB92A1A-BFD9-4EF9-9DC0-10C240FBF329}" destId="{8F6D77CB-ADFC-4AF5-AD8E-39385C952B45}" srcOrd="1" destOrd="0" parTransId="{19A7D716-3709-491D-8820-4E0F57D88F0A}" sibTransId="{85C329F9-341C-446B-B270-E940C165FA0D}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6C7A9DB-67D2-4AFC-93E9-C6E574B50FE7}" type="presOf" srcId="{19A7D716-3709-491D-8820-4E0F57D88F0A}" destId="{69FC4956-F210-444D-982F-E097E15B2318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55C0D246-54FA-47FC-8B6F-009D4038DE50}" type="presParOf" srcId="{C9B45BA6-5C4B-4D4A-86BD-F477384044FE}" destId="{69FC4956-F210-444D-982F-E097E15B2318}" srcOrd="2" destOrd="0" presId="urn:microsoft.com/office/officeart/2005/8/layout/hierarchy1"/>
    <dgm:cxn modelId="{FA39604C-6F48-417D-B933-71F29C610C6C}" type="presParOf" srcId="{C9B45BA6-5C4B-4D4A-86BD-F477384044FE}" destId="{CEA7BDF1-AF8F-4FE6-B08D-0267B6EBD4D3}" srcOrd="3" destOrd="0" presId="urn:microsoft.com/office/officeart/2005/8/layout/hierarchy1"/>
    <dgm:cxn modelId="{54A47D31-2363-43FA-B66C-8E7CC63C9272}" type="presParOf" srcId="{CEA7BDF1-AF8F-4FE6-B08D-0267B6EBD4D3}" destId="{20F4526B-9476-44AB-A8D3-7014D9049ECD}" srcOrd="0" destOrd="0" presId="urn:microsoft.com/office/officeart/2005/8/layout/hierarchy1"/>
    <dgm:cxn modelId="{B2000ACE-031A-4720-AF77-6BC6226B200D}" type="presParOf" srcId="{20F4526B-9476-44AB-A8D3-7014D9049ECD}" destId="{6610AF34-D13E-4284-AB47-39956CC622D8}" srcOrd="0" destOrd="0" presId="urn:microsoft.com/office/officeart/2005/8/layout/hierarchy1"/>
    <dgm:cxn modelId="{36EC8129-75BC-4D14-8702-2EFE3F194537}" type="presParOf" srcId="{20F4526B-9476-44AB-A8D3-7014D9049ECD}" destId="{F7295AB4-6E23-4C12-B3E2-789B45C3E1A8}" srcOrd="1" destOrd="0" presId="urn:microsoft.com/office/officeart/2005/8/layout/hierarchy1"/>
    <dgm:cxn modelId="{82E97028-8C5A-4485-B10B-3EB74A0F6481}" type="presParOf" srcId="{CEA7BDF1-AF8F-4FE6-B08D-0267B6EBD4D3}" destId="{16BF4BCF-F73D-4636-AB0A-03F4EEA93CA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A36F4CD4-E10E-4877-8D38-8AC3FA36F0CA}">
      <dgm:prSet phldrT="[テキスト]"/>
      <dgm:spPr/>
      <dgm:t>
        <a:bodyPr/>
        <a:lstStyle/>
        <a:p>
          <a:endParaRPr kumimoji="1" lang="ja-JP" altLang="en-US" dirty="0"/>
        </a:p>
      </dgm:t>
    </dgm:pt>
    <dgm:pt modelId="{6C35F0DC-7AD1-4856-98CC-F8CDC67464DE}" type="parTrans" cxnId="{5B4629C0-CB11-499C-AEF8-0B7598E8006B}">
      <dgm:prSet/>
      <dgm:spPr/>
      <dgm:t>
        <a:bodyPr/>
        <a:lstStyle/>
        <a:p>
          <a:endParaRPr kumimoji="1" lang="ja-JP" altLang="en-US"/>
        </a:p>
      </dgm:t>
    </dgm:pt>
    <dgm:pt modelId="{6F4AD53C-F448-43EA-AD4B-33EA41A90FD3}" type="sibTrans" cxnId="{5B4629C0-CB11-499C-AEF8-0B7598E8006B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CEFC8E2D-473F-46F7-83A7-1FF2F8278EF3}" type="pres">
      <dgm:prSet presAssocID="{6C35F0DC-7AD1-4856-98CC-F8CDC67464DE}" presName="Name17" presStyleLbl="parChTrans1D3" presStyleIdx="3" presStyleCnt="4"/>
      <dgm:spPr/>
    </dgm:pt>
    <dgm:pt modelId="{08246816-E921-4545-A839-F9B24E6B4A77}" type="pres">
      <dgm:prSet presAssocID="{A36F4CD4-E10E-4877-8D38-8AC3FA36F0CA}" presName="hierRoot3" presStyleCnt="0"/>
      <dgm:spPr/>
    </dgm:pt>
    <dgm:pt modelId="{01DF7B9F-206D-4752-A7B1-E72483E8F34D}" type="pres">
      <dgm:prSet presAssocID="{A36F4CD4-E10E-4877-8D38-8AC3FA36F0CA}" presName="composite3" presStyleCnt="0"/>
      <dgm:spPr/>
    </dgm:pt>
    <dgm:pt modelId="{68772EDC-5421-4091-8CE1-AFA1E0202FB1}" type="pres">
      <dgm:prSet presAssocID="{A36F4CD4-E10E-4877-8D38-8AC3FA36F0CA}" presName="background3" presStyleLbl="node3" presStyleIdx="3" presStyleCnt="4"/>
      <dgm:spPr/>
    </dgm:pt>
    <dgm:pt modelId="{D0391B5B-9FC3-44A9-B1CA-84701C19636F}" type="pres">
      <dgm:prSet presAssocID="{A36F4CD4-E10E-4877-8D38-8AC3FA36F0CA}" presName="text3" presStyleLbl="fgAcc3" presStyleIdx="3" presStyleCnt="4">
        <dgm:presLayoutVars>
          <dgm:chPref val="3"/>
        </dgm:presLayoutVars>
      </dgm:prSet>
      <dgm:spPr/>
    </dgm:pt>
    <dgm:pt modelId="{74E53243-9064-4BB3-A30B-F289E7CD4F12}" type="pres">
      <dgm:prSet presAssocID="{A36F4CD4-E10E-4877-8D38-8AC3FA36F0CA}" presName="hierChild4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15E29A4F-014E-4924-9995-C23E5FE08788}" type="presOf" srcId="{A36F4CD4-E10E-4877-8D38-8AC3FA36F0CA}" destId="{D0391B5B-9FC3-44A9-B1CA-84701C19636F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5B4629C0-CB11-499C-AEF8-0B7598E8006B}" srcId="{3FB92A1A-BFD9-4EF9-9DC0-10C240FBF329}" destId="{A36F4CD4-E10E-4877-8D38-8AC3FA36F0CA}" srcOrd="1" destOrd="0" parTransId="{6C35F0DC-7AD1-4856-98CC-F8CDC67464DE}" sibTransId="{6F4AD53C-F448-43EA-AD4B-33EA41A90FD3}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A56C9EF6-B76A-4712-878C-688C2C694539}" type="presOf" srcId="{6C35F0DC-7AD1-4856-98CC-F8CDC67464DE}" destId="{CEFC8E2D-473F-46F7-83A7-1FF2F8278EF3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0E225757-15C8-482D-A270-DFF6915A0AA5}" type="presParOf" srcId="{C9B45BA6-5C4B-4D4A-86BD-F477384044FE}" destId="{CEFC8E2D-473F-46F7-83A7-1FF2F8278EF3}" srcOrd="2" destOrd="0" presId="urn:microsoft.com/office/officeart/2005/8/layout/hierarchy1"/>
    <dgm:cxn modelId="{86945525-0698-4EA4-B8A8-A26033D65529}" type="presParOf" srcId="{C9B45BA6-5C4B-4D4A-86BD-F477384044FE}" destId="{08246816-E921-4545-A839-F9B24E6B4A77}" srcOrd="3" destOrd="0" presId="urn:microsoft.com/office/officeart/2005/8/layout/hierarchy1"/>
    <dgm:cxn modelId="{B9FE9C29-52A8-49AD-80F1-E56726186478}" type="presParOf" srcId="{08246816-E921-4545-A839-F9B24E6B4A77}" destId="{01DF7B9F-206D-4752-A7B1-E72483E8F34D}" srcOrd="0" destOrd="0" presId="urn:microsoft.com/office/officeart/2005/8/layout/hierarchy1"/>
    <dgm:cxn modelId="{8EED1EE2-18D9-4F37-A462-E42174306D69}" type="presParOf" srcId="{01DF7B9F-206D-4752-A7B1-E72483E8F34D}" destId="{68772EDC-5421-4091-8CE1-AFA1E0202FB1}" srcOrd="0" destOrd="0" presId="urn:microsoft.com/office/officeart/2005/8/layout/hierarchy1"/>
    <dgm:cxn modelId="{759A51B6-8BBE-4906-911C-E86DE9C82027}" type="presParOf" srcId="{01DF7B9F-206D-4752-A7B1-E72483E8F34D}" destId="{D0391B5B-9FC3-44A9-B1CA-84701C19636F}" srcOrd="1" destOrd="0" presId="urn:microsoft.com/office/officeart/2005/8/layout/hierarchy1"/>
    <dgm:cxn modelId="{C6E1FF37-134F-4514-A1AA-B1AAD31DCC08}" type="presParOf" srcId="{08246816-E921-4545-A839-F9B24E6B4A77}" destId="{74E53243-9064-4BB3-A30B-F289E7CD4F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AD1A775D-0909-4057-AE5F-A3E4B4D9CE2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076789E0-1481-4C7E-BA87-1F59D8D78414}" type="parTrans" cxnId="{64CEEAD6-8A68-4C3D-B52F-3EA815E4A23A}">
      <dgm:prSet/>
      <dgm:spPr/>
      <dgm:t>
        <a:bodyPr/>
        <a:lstStyle/>
        <a:p>
          <a:endParaRPr kumimoji="1" lang="ja-JP" altLang="en-US"/>
        </a:p>
      </dgm:t>
    </dgm:pt>
    <dgm:pt modelId="{69892C10-4B2C-4605-8894-E6102297AA9B}" type="sibTrans" cxnId="{64CEEAD6-8A68-4C3D-B52F-3EA815E4A23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7CE392D-A8FD-44A6-8AD4-A644B7654B37}" type="pres">
      <dgm:prSet presAssocID="{076789E0-1481-4C7E-BA87-1F59D8D78414}" presName="Name17" presStyleLbl="parChTrans1D3" presStyleIdx="3" presStyleCnt="4"/>
      <dgm:spPr/>
    </dgm:pt>
    <dgm:pt modelId="{B411D18D-3463-41AA-85D0-B08EEA2CBF73}" type="pres">
      <dgm:prSet presAssocID="{AD1A775D-0909-4057-AE5F-A3E4B4D9CE2D}" presName="hierRoot3" presStyleCnt="0"/>
      <dgm:spPr/>
    </dgm:pt>
    <dgm:pt modelId="{2E00BD2C-D399-4600-8C3E-028FD1F4D5AE}" type="pres">
      <dgm:prSet presAssocID="{AD1A775D-0909-4057-AE5F-A3E4B4D9CE2D}" presName="composite3" presStyleCnt="0"/>
      <dgm:spPr/>
    </dgm:pt>
    <dgm:pt modelId="{13B908F4-232B-4E1A-AAF5-3B6744BB0FD8}" type="pres">
      <dgm:prSet presAssocID="{AD1A775D-0909-4057-AE5F-A3E4B4D9CE2D}" presName="background3" presStyleLbl="node3" presStyleIdx="3" presStyleCnt="4"/>
      <dgm:spPr/>
    </dgm:pt>
    <dgm:pt modelId="{680671FE-A8A3-4694-8699-3FE511B41B7E}" type="pres">
      <dgm:prSet presAssocID="{AD1A775D-0909-4057-AE5F-A3E4B4D9CE2D}" presName="text3" presStyleLbl="fgAcc3" presStyleIdx="3" presStyleCnt="4">
        <dgm:presLayoutVars>
          <dgm:chPref val="3"/>
        </dgm:presLayoutVars>
      </dgm:prSet>
      <dgm:spPr/>
    </dgm:pt>
    <dgm:pt modelId="{62EBC713-176A-40CA-8D97-156AB7E89F00}" type="pres">
      <dgm:prSet presAssocID="{AD1A775D-0909-4057-AE5F-A3E4B4D9CE2D}" presName="hierChild4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8480B63E-6FE7-447D-912C-5CA76DEF0F83}" type="presOf" srcId="{076789E0-1481-4C7E-BA87-1F59D8D78414}" destId="{D7CE392D-A8FD-44A6-8AD4-A644B7654B37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A923A092-3AB1-45BB-90FE-FDBF54524DE2}" type="presOf" srcId="{AD1A775D-0909-4057-AE5F-A3E4B4D9CE2D}" destId="{680671FE-A8A3-4694-8699-3FE511B41B7E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64CEEAD6-8A68-4C3D-B52F-3EA815E4A23A}" srcId="{3FB92A1A-BFD9-4EF9-9DC0-10C240FBF329}" destId="{AD1A775D-0909-4057-AE5F-A3E4B4D9CE2D}" srcOrd="1" destOrd="0" parTransId="{076789E0-1481-4C7E-BA87-1F59D8D78414}" sibTransId="{69892C10-4B2C-4605-8894-E6102297AA9B}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F5038B33-E57E-409F-B2B1-F0DA7CA4AC89}" type="presParOf" srcId="{C9B45BA6-5C4B-4D4A-86BD-F477384044FE}" destId="{D7CE392D-A8FD-44A6-8AD4-A644B7654B37}" srcOrd="2" destOrd="0" presId="urn:microsoft.com/office/officeart/2005/8/layout/hierarchy1"/>
    <dgm:cxn modelId="{BE518C0A-B821-4B54-9DC1-F8640A66B427}" type="presParOf" srcId="{C9B45BA6-5C4B-4D4A-86BD-F477384044FE}" destId="{B411D18D-3463-41AA-85D0-B08EEA2CBF73}" srcOrd="3" destOrd="0" presId="urn:microsoft.com/office/officeart/2005/8/layout/hierarchy1"/>
    <dgm:cxn modelId="{D5572982-C459-47BC-BF8E-5C4C64735B03}" type="presParOf" srcId="{B411D18D-3463-41AA-85D0-B08EEA2CBF73}" destId="{2E00BD2C-D399-4600-8C3E-028FD1F4D5AE}" srcOrd="0" destOrd="0" presId="urn:microsoft.com/office/officeart/2005/8/layout/hierarchy1"/>
    <dgm:cxn modelId="{FF31C28F-ACC1-4BFA-AB16-DDBBEC485F3C}" type="presParOf" srcId="{2E00BD2C-D399-4600-8C3E-028FD1F4D5AE}" destId="{13B908F4-232B-4E1A-AAF5-3B6744BB0FD8}" srcOrd="0" destOrd="0" presId="urn:microsoft.com/office/officeart/2005/8/layout/hierarchy1"/>
    <dgm:cxn modelId="{2740B959-6497-4062-80E8-355D94835213}" type="presParOf" srcId="{2E00BD2C-D399-4600-8C3E-028FD1F4D5AE}" destId="{680671FE-A8A3-4694-8699-3FE511B41B7E}" srcOrd="1" destOrd="0" presId="urn:microsoft.com/office/officeart/2005/8/layout/hierarchy1"/>
    <dgm:cxn modelId="{AAF956EF-4B64-41EF-A6AD-63893B6F2050}" type="presParOf" srcId="{B411D18D-3463-41AA-85D0-B08EEA2CBF73}" destId="{62EBC713-176A-40CA-8D97-156AB7E89F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 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AD1A775D-0909-4057-AE5F-A3E4B4D9CE2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076789E0-1481-4C7E-BA87-1F59D8D78414}" type="parTrans" cxnId="{64CEEAD6-8A68-4C3D-B52F-3EA815E4A23A}">
      <dgm:prSet/>
      <dgm:spPr/>
      <dgm:t>
        <a:bodyPr/>
        <a:lstStyle/>
        <a:p>
          <a:endParaRPr kumimoji="1" lang="ja-JP" altLang="en-US"/>
        </a:p>
      </dgm:t>
    </dgm:pt>
    <dgm:pt modelId="{69892C10-4B2C-4605-8894-E6102297AA9B}" type="sibTrans" cxnId="{64CEEAD6-8A68-4C3D-B52F-3EA815E4A23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7CE392D-A8FD-44A6-8AD4-A644B7654B37}" type="pres">
      <dgm:prSet presAssocID="{076789E0-1481-4C7E-BA87-1F59D8D78414}" presName="Name17" presStyleLbl="parChTrans1D3" presStyleIdx="3" presStyleCnt="4"/>
      <dgm:spPr/>
    </dgm:pt>
    <dgm:pt modelId="{B411D18D-3463-41AA-85D0-B08EEA2CBF73}" type="pres">
      <dgm:prSet presAssocID="{AD1A775D-0909-4057-AE5F-A3E4B4D9CE2D}" presName="hierRoot3" presStyleCnt="0"/>
      <dgm:spPr/>
    </dgm:pt>
    <dgm:pt modelId="{2E00BD2C-D399-4600-8C3E-028FD1F4D5AE}" type="pres">
      <dgm:prSet presAssocID="{AD1A775D-0909-4057-AE5F-A3E4B4D9CE2D}" presName="composite3" presStyleCnt="0"/>
      <dgm:spPr/>
    </dgm:pt>
    <dgm:pt modelId="{13B908F4-232B-4E1A-AAF5-3B6744BB0FD8}" type="pres">
      <dgm:prSet presAssocID="{AD1A775D-0909-4057-AE5F-A3E4B4D9CE2D}" presName="background3" presStyleLbl="node3" presStyleIdx="3" presStyleCnt="4"/>
      <dgm:spPr/>
    </dgm:pt>
    <dgm:pt modelId="{680671FE-A8A3-4694-8699-3FE511B41B7E}" type="pres">
      <dgm:prSet presAssocID="{AD1A775D-0909-4057-AE5F-A3E4B4D9CE2D}" presName="text3" presStyleLbl="fgAcc3" presStyleIdx="3" presStyleCnt="4">
        <dgm:presLayoutVars>
          <dgm:chPref val="3"/>
        </dgm:presLayoutVars>
      </dgm:prSet>
      <dgm:spPr/>
    </dgm:pt>
    <dgm:pt modelId="{62EBC713-176A-40CA-8D97-156AB7E89F00}" type="pres">
      <dgm:prSet presAssocID="{AD1A775D-0909-4057-AE5F-A3E4B4D9CE2D}" presName="hierChild4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8480B63E-6FE7-447D-912C-5CA76DEF0F83}" type="presOf" srcId="{076789E0-1481-4C7E-BA87-1F59D8D78414}" destId="{D7CE392D-A8FD-44A6-8AD4-A644B7654B37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A923A092-3AB1-45BB-90FE-FDBF54524DE2}" type="presOf" srcId="{AD1A775D-0909-4057-AE5F-A3E4B4D9CE2D}" destId="{680671FE-A8A3-4694-8699-3FE511B41B7E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64CEEAD6-8A68-4C3D-B52F-3EA815E4A23A}" srcId="{3FB92A1A-BFD9-4EF9-9DC0-10C240FBF329}" destId="{AD1A775D-0909-4057-AE5F-A3E4B4D9CE2D}" srcOrd="1" destOrd="0" parTransId="{076789E0-1481-4C7E-BA87-1F59D8D78414}" sibTransId="{69892C10-4B2C-4605-8894-E6102297AA9B}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F5038B33-E57E-409F-B2B1-F0DA7CA4AC89}" type="presParOf" srcId="{C9B45BA6-5C4B-4D4A-86BD-F477384044FE}" destId="{D7CE392D-A8FD-44A6-8AD4-A644B7654B37}" srcOrd="2" destOrd="0" presId="urn:microsoft.com/office/officeart/2005/8/layout/hierarchy1"/>
    <dgm:cxn modelId="{BE518C0A-B821-4B54-9DC1-F8640A66B427}" type="presParOf" srcId="{C9B45BA6-5C4B-4D4A-86BD-F477384044FE}" destId="{B411D18D-3463-41AA-85D0-B08EEA2CBF73}" srcOrd="3" destOrd="0" presId="urn:microsoft.com/office/officeart/2005/8/layout/hierarchy1"/>
    <dgm:cxn modelId="{D5572982-C459-47BC-BF8E-5C4C64735B03}" type="presParOf" srcId="{B411D18D-3463-41AA-85D0-B08EEA2CBF73}" destId="{2E00BD2C-D399-4600-8C3E-028FD1F4D5AE}" srcOrd="0" destOrd="0" presId="urn:microsoft.com/office/officeart/2005/8/layout/hierarchy1"/>
    <dgm:cxn modelId="{FF31C28F-ACC1-4BFA-AB16-DDBBEC485F3C}" type="presParOf" srcId="{2E00BD2C-D399-4600-8C3E-028FD1F4D5AE}" destId="{13B908F4-232B-4E1A-AAF5-3B6744BB0FD8}" srcOrd="0" destOrd="0" presId="urn:microsoft.com/office/officeart/2005/8/layout/hierarchy1"/>
    <dgm:cxn modelId="{2740B959-6497-4062-80E8-355D94835213}" type="presParOf" srcId="{2E00BD2C-D399-4600-8C3E-028FD1F4D5AE}" destId="{680671FE-A8A3-4694-8699-3FE511B41B7E}" srcOrd="1" destOrd="0" presId="urn:microsoft.com/office/officeart/2005/8/layout/hierarchy1"/>
    <dgm:cxn modelId="{AAF956EF-4B64-41EF-A6AD-63893B6F2050}" type="presParOf" srcId="{B411D18D-3463-41AA-85D0-B08EEA2CBF73}" destId="{62EBC713-176A-40CA-8D97-156AB7E89F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50EE677A-8707-45BF-8652-CF26AA7EFB54}">
      <dgm:prSet phldrT="[テキスト]"/>
      <dgm:spPr/>
      <dgm:t>
        <a:bodyPr/>
        <a:lstStyle/>
        <a:p>
          <a:endParaRPr kumimoji="1" lang="ja-JP" altLang="en-US" dirty="0"/>
        </a:p>
      </dgm:t>
    </dgm:pt>
    <dgm:pt modelId="{5E3B1A66-4D77-415B-BEC2-568B8FEFFF60}" type="parTrans" cxnId="{532AE7E7-2B3F-46D1-BF2D-C609F7E59FE9}">
      <dgm:prSet/>
      <dgm:spPr/>
      <dgm:t>
        <a:bodyPr/>
        <a:lstStyle/>
        <a:p>
          <a:endParaRPr kumimoji="1" lang="ja-JP" altLang="en-US"/>
        </a:p>
      </dgm:t>
    </dgm:pt>
    <dgm:pt modelId="{325CCEE9-3DC2-46BD-A464-8D33BA7CB2E7}" type="sibTrans" cxnId="{532AE7E7-2B3F-46D1-BF2D-C609F7E59FE9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72811E83-BDA5-45C0-A32A-D2516E259EF1}" type="pres">
      <dgm:prSet presAssocID="{5E3B1A66-4D77-415B-BEC2-568B8FEFFF60}" presName="Name17" presStyleLbl="parChTrans1D3" presStyleIdx="3" presStyleCnt="4"/>
      <dgm:spPr/>
    </dgm:pt>
    <dgm:pt modelId="{16F3D88A-EE25-46AB-AF07-794B2E0829B5}" type="pres">
      <dgm:prSet presAssocID="{50EE677A-8707-45BF-8652-CF26AA7EFB54}" presName="hierRoot3" presStyleCnt="0"/>
      <dgm:spPr/>
    </dgm:pt>
    <dgm:pt modelId="{F5E3F945-7096-4ABF-849D-06CC0BE867C2}" type="pres">
      <dgm:prSet presAssocID="{50EE677A-8707-45BF-8652-CF26AA7EFB54}" presName="composite3" presStyleCnt="0"/>
      <dgm:spPr/>
    </dgm:pt>
    <dgm:pt modelId="{894BC8C8-13DF-4CD7-ACB5-716B928393B3}" type="pres">
      <dgm:prSet presAssocID="{50EE677A-8707-45BF-8652-CF26AA7EFB54}" presName="background3" presStyleLbl="node3" presStyleIdx="3" presStyleCnt="4"/>
      <dgm:spPr/>
    </dgm:pt>
    <dgm:pt modelId="{F6434047-8133-4822-B61E-2E2782D892CC}" type="pres">
      <dgm:prSet presAssocID="{50EE677A-8707-45BF-8652-CF26AA7EFB54}" presName="text3" presStyleLbl="fgAcc3" presStyleIdx="3" presStyleCnt="4">
        <dgm:presLayoutVars>
          <dgm:chPref val="3"/>
        </dgm:presLayoutVars>
      </dgm:prSet>
      <dgm:spPr/>
    </dgm:pt>
    <dgm:pt modelId="{E05DE949-9292-423B-B45B-9DE4EA0FD71A}" type="pres">
      <dgm:prSet presAssocID="{50EE677A-8707-45BF-8652-CF26AA7EFB54}" presName="hierChild4" presStyleCnt="0"/>
      <dgm:spPr/>
    </dgm:pt>
  </dgm:ptLst>
  <dgm:cxnLst>
    <dgm:cxn modelId="{2FEA8514-C67E-4D1E-B314-4F7EB65E9BCB}" type="presOf" srcId="{50EE677A-8707-45BF-8652-CF26AA7EFB54}" destId="{F6434047-8133-4822-B61E-2E2782D892CC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DC09327F-15C9-4CC0-9033-E312F582881C}" type="presOf" srcId="{5E3B1A66-4D77-415B-BEC2-568B8FEFFF60}" destId="{72811E83-BDA5-45C0-A32A-D2516E259EF1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532AE7E7-2B3F-46D1-BF2D-C609F7E59FE9}" srcId="{3FB92A1A-BFD9-4EF9-9DC0-10C240FBF329}" destId="{50EE677A-8707-45BF-8652-CF26AA7EFB54}" srcOrd="1" destOrd="0" parTransId="{5E3B1A66-4D77-415B-BEC2-568B8FEFFF60}" sibTransId="{325CCEE9-3DC2-46BD-A464-8D33BA7CB2E7}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6BFB9FD0-F986-403D-BAC2-1D8011BC7335}" type="presParOf" srcId="{C9B45BA6-5C4B-4D4A-86BD-F477384044FE}" destId="{72811E83-BDA5-45C0-A32A-D2516E259EF1}" srcOrd="2" destOrd="0" presId="urn:microsoft.com/office/officeart/2005/8/layout/hierarchy1"/>
    <dgm:cxn modelId="{D16EC278-A754-4232-875A-FE82A9BCC208}" type="presParOf" srcId="{C9B45BA6-5C4B-4D4A-86BD-F477384044FE}" destId="{16F3D88A-EE25-46AB-AF07-794B2E0829B5}" srcOrd="3" destOrd="0" presId="urn:microsoft.com/office/officeart/2005/8/layout/hierarchy1"/>
    <dgm:cxn modelId="{485B7964-BE7E-4138-9063-28BFAEEFE604}" type="presParOf" srcId="{16F3D88A-EE25-46AB-AF07-794B2E0829B5}" destId="{F5E3F945-7096-4ABF-849D-06CC0BE867C2}" srcOrd="0" destOrd="0" presId="urn:microsoft.com/office/officeart/2005/8/layout/hierarchy1"/>
    <dgm:cxn modelId="{2EB2856A-9B44-47B3-8D7E-D78C353C6577}" type="presParOf" srcId="{F5E3F945-7096-4ABF-849D-06CC0BE867C2}" destId="{894BC8C8-13DF-4CD7-ACB5-716B928393B3}" srcOrd="0" destOrd="0" presId="urn:microsoft.com/office/officeart/2005/8/layout/hierarchy1"/>
    <dgm:cxn modelId="{2CFB7420-F66B-483D-A365-F3558AA3F0CE}" type="presParOf" srcId="{F5E3F945-7096-4ABF-849D-06CC0BE867C2}" destId="{F6434047-8133-4822-B61E-2E2782D892CC}" srcOrd="1" destOrd="0" presId="urn:microsoft.com/office/officeart/2005/8/layout/hierarchy1"/>
    <dgm:cxn modelId="{55D3E34F-D303-4357-BAF5-AF797BFC4825}" type="presParOf" srcId="{16F3D88A-EE25-46AB-AF07-794B2E0829B5}" destId="{E05DE949-9292-423B-B45B-9DE4EA0FD7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F1A48143-37B3-4B1D-AC73-F0196E1ACA1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14569E76-ECCB-42E6-99BE-17B0A036E6B2}" type="parTrans" cxnId="{EDC0AE54-58D8-4FA7-BC3A-63D860BE1657}">
      <dgm:prSet/>
      <dgm:spPr/>
      <dgm:t>
        <a:bodyPr/>
        <a:lstStyle/>
        <a:p>
          <a:endParaRPr kumimoji="1" lang="ja-JP" altLang="en-US"/>
        </a:p>
      </dgm:t>
    </dgm:pt>
    <dgm:pt modelId="{3CFC837A-07CB-404F-99D5-EFC106761727}" type="sibTrans" cxnId="{EDC0AE54-58D8-4FA7-BC3A-63D860BE1657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A2EE77E5-F611-4BE4-86D5-F0BE812076E1}" type="pres">
      <dgm:prSet presAssocID="{14569E76-ECCB-42E6-99BE-17B0A036E6B2}" presName="Name17" presStyleLbl="parChTrans1D3" presStyleIdx="3" presStyleCnt="4"/>
      <dgm:spPr/>
    </dgm:pt>
    <dgm:pt modelId="{0966B845-303B-468A-89CF-B5F7CB2AECDA}" type="pres">
      <dgm:prSet presAssocID="{F1A48143-37B3-4B1D-AC73-F0196E1ACA10}" presName="hierRoot3" presStyleCnt="0"/>
      <dgm:spPr/>
    </dgm:pt>
    <dgm:pt modelId="{814EADB4-EB8A-45EE-B07E-7EA3A1DCFDE2}" type="pres">
      <dgm:prSet presAssocID="{F1A48143-37B3-4B1D-AC73-F0196E1ACA10}" presName="composite3" presStyleCnt="0"/>
      <dgm:spPr/>
    </dgm:pt>
    <dgm:pt modelId="{56AEA972-2859-42B6-9ED6-3F6E0F4815AA}" type="pres">
      <dgm:prSet presAssocID="{F1A48143-37B3-4B1D-AC73-F0196E1ACA10}" presName="background3" presStyleLbl="node3" presStyleIdx="3" presStyleCnt="4"/>
      <dgm:spPr/>
    </dgm:pt>
    <dgm:pt modelId="{04732845-BCE6-4CD3-BA42-91BD1C500E62}" type="pres">
      <dgm:prSet presAssocID="{F1A48143-37B3-4B1D-AC73-F0196E1ACA10}" presName="text3" presStyleLbl="fgAcc3" presStyleIdx="3" presStyleCnt="4">
        <dgm:presLayoutVars>
          <dgm:chPref val="3"/>
        </dgm:presLayoutVars>
      </dgm:prSet>
      <dgm:spPr/>
    </dgm:pt>
    <dgm:pt modelId="{37BD042B-42BA-48ED-853D-5329BEE6F83E}" type="pres">
      <dgm:prSet presAssocID="{F1A48143-37B3-4B1D-AC73-F0196E1ACA10}" presName="hierChild4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EDC0AE54-58D8-4FA7-BC3A-63D860BE1657}" srcId="{3FB92A1A-BFD9-4EF9-9DC0-10C240FBF329}" destId="{F1A48143-37B3-4B1D-AC73-F0196E1ACA10}" srcOrd="1" destOrd="0" parTransId="{14569E76-ECCB-42E6-99BE-17B0A036E6B2}" sibTransId="{3CFC837A-07CB-404F-99D5-EFC106761727}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C5068EC2-CE1A-4233-8DEF-3CD38F4171A6}" type="presOf" srcId="{14569E76-ECCB-42E6-99BE-17B0A036E6B2}" destId="{A2EE77E5-F611-4BE4-86D5-F0BE812076E1}" srcOrd="0" destOrd="0" presId="urn:microsoft.com/office/officeart/2005/8/layout/hierarchy1"/>
    <dgm:cxn modelId="{06C68DCA-96AC-4846-B2EE-25BD9F6E5FE4}" type="presOf" srcId="{F1A48143-37B3-4B1D-AC73-F0196E1ACA10}" destId="{04732845-BCE6-4CD3-BA42-91BD1C500E62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C628BC8B-C43E-43FB-803C-4A0A6286FD0E}" type="presParOf" srcId="{C9B45BA6-5C4B-4D4A-86BD-F477384044FE}" destId="{A2EE77E5-F611-4BE4-86D5-F0BE812076E1}" srcOrd="2" destOrd="0" presId="urn:microsoft.com/office/officeart/2005/8/layout/hierarchy1"/>
    <dgm:cxn modelId="{037A8EC5-5F4E-4F43-8D7E-E1CBC897F02E}" type="presParOf" srcId="{C9B45BA6-5C4B-4D4A-86BD-F477384044FE}" destId="{0966B845-303B-468A-89CF-B5F7CB2AECDA}" srcOrd="3" destOrd="0" presId="urn:microsoft.com/office/officeart/2005/8/layout/hierarchy1"/>
    <dgm:cxn modelId="{F1669213-8ACC-44B8-829A-0BB8F19FAB68}" type="presParOf" srcId="{0966B845-303B-468A-89CF-B5F7CB2AECDA}" destId="{814EADB4-EB8A-45EE-B07E-7EA3A1DCFDE2}" srcOrd="0" destOrd="0" presId="urn:microsoft.com/office/officeart/2005/8/layout/hierarchy1"/>
    <dgm:cxn modelId="{D48F93AF-11C2-4BAB-87DE-418F01E6B3EB}" type="presParOf" srcId="{814EADB4-EB8A-45EE-B07E-7EA3A1DCFDE2}" destId="{56AEA972-2859-42B6-9ED6-3F6E0F4815AA}" srcOrd="0" destOrd="0" presId="urn:microsoft.com/office/officeart/2005/8/layout/hierarchy1"/>
    <dgm:cxn modelId="{203016C6-7A1D-4841-82C2-6D77D753C411}" type="presParOf" srcId="{814EADB4-EB8A-45EE-B07E-7EA3A1DCFDE2}" destId="{04732845-BCE6-4CD3-BA42-91BD1C500E62}" srcOrd="1" destOrd="0" presId="urn:microsoft.com/office/officeart/2005/8/layout/hierarchy1"/>
    <dgm:cxn modelId="{2541CA32-19FA-4195-B66B-DD2E1BE225D6}" type="presParOf" srcId="{0966B845-303B-468A-89CF-B5F7CB2AECDA}" destId="{37BD042B-42BA-48ED-853D-5329BEE6F83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endParaRPr kumimoji="1" lang="ja-JP" altLang="en-US" dirty="0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endParaRPr kumimoji="1" lang="ja-JP" altLang="en-US" dirty="0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endParaRPr kumimoji="1" lang="ja-JP" altLang="en-US" dirty="0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DEFAC2F6-BFE9-4814-9B36-27BE00E57A70}">
      <dgm:prSet phldrT="[テキスト]"/>
      <dgm:spPr/>
      <dgm:t>
        <a:bodyPr/>
        <a:lstStyle/>
        <a:p>
          <a:endParaRPr kumimoji="1" lang="ja-JP" altLang="en-US" dirty="0"/>
        </a:p>
      </dgm:t>
    </dgm:pt>
    <dgm:pt modelId="{B7CDB0BD-D0D9-4490-94B0-ADD0ED8C65FB}" type="par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253E920-C576-4878-A611-319E76CBC98B}" type="sibTrans" cxnId="{94D53325-F56A-427D-961E-1EEF4EA6C1C0}">
      <dgm:prSet/>
      <dgm:spPr/>
      <dgm:t>
        <a:bodyPr/>
        <a:lstStyle/>
        <a:p>
          <a:endParaRPr kumimoji="1" lang="ja-JP" altLang="en-US"/>
        </a:p>
      </dgm:t>
    </dgm:pt>
    <dgm:pt modelId="{C92206A2-DE5F-43DD-9F08-810B9428AEEF}">
      <dgm:prSet phldrT="[テキスト]"/>
      <dgm:spPr/>
      <dgm:t>
        <a:bodyPr/>
        <a:lstStyle/>
        <a:p>
          <a:endParaRPr kumimoji="1" lang="ja-JP" altLang="en-US" dirty="0"/>
        </a:p>
      </dgm:t>
    </dgm:pt>
    <dgm:pt modelId="{965E5E38-BB1F-4E6B-898E-D413AD75FEE7}" type="par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0780CEDB-3CF9-414C-AEEA-FABCCB31EE49}" type="sibTrans" cxnId="{6356670A-B078-4A2C-B4B0-8AB885B97906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4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4"/>
      <dgm:spPr/>
    </dgm:pt>
    <dgm:pt modelId="{0C185FF3-F2E4-4875-B6C6-E795BAFF6E23}" type="pres">
      <dgm:prSet presAssocID="{D3540766-1B43-45EE-AFEB-32234B67734F}" presName="text3" presStyleLbl="fgAcc3" presStyleIdx="0" presStyleCnt="4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4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4"/>
      <dgm:spPr/>
    </dgm:pt>
    <dgm:pt modelId="{0D19C7D6-A9B3-410E-B1BA-1903EA2D2B65}" type="pres">
      <dgm:prSet presAssocID="{A5300E7B-E538-45D0-A02E-D8249827834C}" presName="text3" presStyleLbl="fgAcc3" presStyleIdx="1" presStyleCnt="4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  <dgm:pt modelId="{E10FD2DB-2B30-4001-8643-AC17ED01653F}" type="pres">
      <dgm:prSet presAssocID="{B7CDB0BD-D0D9-4490-94B0-ADD0ED8C65FB}" presName="Name17" presStyleLbl="parChTrans1D3" presStyleIdx="2" presStyleCnt="4"/>
      <dgm:spPr/>
    </dgm:pt>
    <dgm:pt modelId="{982C85A5-62B1-47A8-ABDF-EBFD9105430D}" type="pres">
      <dgm:prSet presAssocID="{DEFAC2F6-BFE9-4814-9B36-27BE00E57A70}" presName="hierRoot3" presStyleCnt="0"/>
      <dgm:spPr/>
    </dgm:pt>
    <dgm:pt modelId="{AA778542-1B70-435D-985C-A3000FA66A97}" type="pres">
      <dgm:prSet presAssocID="{DEFAC2F6-BFE9-4814-9B36-27BE00E57A70}" presName="composite3" presStyleCnt="0"/>
      <dgm:spPr/>
    </dgm:pt>
    <dgm:pt modelId="{35FE895A-B85A-448A-80EF-962F60017C7D}" type="pres">
      <dgm:prSet presAssocID="{DEFAC2F6-BFE9-4814-9B36-27BE00E57A70}" presName="background3" presStyleLbl="node3" presStyleIdx="2" presStyleCnt="4"/>
      <dgm:spPr/>
    </dgm:pt>
    <dgm:pt modelId="{1D2E02F2-EAF0-4E08-BE08-6830827CF4DE}" type="pres">
      <dgm:prSet presAssocID="{DEFAC2F6-BFE9-4814-9B36-27BE00E57A70}" presName="text3" presStyleLbl="fgAcc3" presStyleIdx="2" presStyleCnt="4">
        <dgm:presLayoutVars>
          <dgm:chPref val="3"/>
        </dgm:presLayoutVars>
      </dgm:prSet>
      <dgm:spPr/>
    </dgm:pt>
    <dgm:pt modelId="{00071D42-3866-43B8-A545-DB81CA184DE8}" type="pres">
      <dgm:prSet presAssocID="{DEFAC2F6-BFE9-4814-9B36-27BE00E57A70}" presName="hierChild4" presStyleCnt="0"/>
      <dgm:spPr/>
    </dgm:pt>
    <dgm:pt modelId="{D3A02DF5-BCA7-44DB-A953-6B7C63F53E4B}" type="pres">
      <dgm:prSet presAssocID="{965E5E38-BB1F-4E6B-898E-D413AD75FEE7}" presName="Name17" presStyleLbl="parChTrans1D3" presStyleIdx="3" presStyleCnt="4"/>
      <dgm:spPr/>
    </dgm:pt>
    <dgm:pt modelId="{E3151858-334C-4844-A288-40A7A5863B66}" type="pres">
      <dgm:prSet presAssocID="{C92206A2-DE5F-43DD-9F08-810B9428AEEF}" presName="hierRoot3" presStyleCnt="0"/>
      <dgm:spPr/>
    </dgm:pt>
    <dgm:pt modelId="{D5B91001-99EC-4ECF-85B9-C29B903D4770}" type="pres">
      <dgm:prSet presAssocID="{C92206A2-DE5F-43DD-9F08-810B9428AEEF}" presName="composite3" presStyleCnt="0"/>
      <dgm:spPr/>
    </dgm:pt>
    <dgm:pt modelId="{39F6BCEF-2C48-4028-837E-368271C0683E}" type="pres">
      <dgm:prSet presAssocID="{C92206A2-DE5F-43DD-9F08-810B9428AEEF}" presName="background3" presStyleLbl="node3" presStyleIdx="3" presStyleCnt="4"/>
      <dgm:spPr/>
    </dgm:pt>
    <dgm:pt modelId="{FCDD76E9-4168-45E9-8D5C-998B58DB4D37}" type="pres">
      <dgm:prSet presAssocID="{C92206A2-DE5F-43DD-9F08-810B9428AEEF}" presName="text3" presStyleLbl="fgAcc3" presStyleIdx="3" presStyleCnt="4">
        <dgm:presLayoutVars>
          <dgm:chPref val="3"/>
        </dgm:presLayoutVars>
      </dgm:prSet>
      <dgm:spPr/>
    </dgm:pt>
    <dgm:pt modelId="{500052AD-7738-4D23-8714-B1CAF31B6F42}" type="pres">
      <dgm:prSet presAssocID="{C92206A2-DE5F-43DD-9F08-810B9428AEEF}" presName="hierChild4" presStyleCnt="0"/>
      <dgm:spPr/>
    </dgm:pt>
  </dgm:ptLst>
  <dgm:cxnLst>
    <dgm:cxn modelId="{6356670A-B078-4A2C-B4B0-8AB885B97906}" srcId="{3FB92A1A-BFD9-4EF9-9DC0-10C240FBF329}" destId="{C92206A2-DE5F-43DD-9F08-810B9428AEEF}" srcOrd="1" destOrd="0" parTransId="{965E5E38-BB1F-4E6B-898E-D413AD75FEE7}" sibTransId="{0780CEDB-3CF9-414C-AEEA-FABCCB31EE49}"/>
    <dgm:cxn modelId="{D1A65313-AD51-432A-9009-D6CC0048C702}" type="presOf" srcId="{965E5E38-BB1F-4E6B-898E-D413AD75FEE7}" destId="{D3A02DF5-BCA7-44DB-A953-6B7C63F53E4B}" srcOrd="0" destOrd="0" presId="urn:microsoft.com/office/officeart/2005/8/layout/hierarchy1"/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94D53325-F56A-427D-961E-1EEF4EA6C1C0}" srcId="{3FB92A1A-BFD9-4EF9-9DC0-10C240FBF329}" destId="{DEFAC2F6-BFE9-4814-9B36-27BE00E57A70}" srcOrd="0" destOrd="0" parTransId="{B7CDB0BD-D0D9-4490-94B0-ADD0ED8C65FB}" sibTransId="{C253E920-C576-4878-A611-319E76CBC98B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2DC5ED8E-C412-4EDE-93BE-179824F1052B}" type="presOf" srcId="{C92206A2-DE5F-43DD-9F08-810B9428AEEF}" destId="{FCDD76E9-4168-45E9-8D5C-998B58DB4D37}" srcOrd="0" destOrd="0" presId="urn:microsoft.com/office/officeart/2005/8/layout/hierarchy1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17ABBEDF-E4A0-4B2A-8CEC-B7350F65DBAD}" type="presOf" srcId="{B7CDB0BD-D0D9-4490-94B0-ADD0ED8C65FB}" destId="{E10FD2DB-2B30-4001-8643-AC17ED01653F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2B2E23FD-34F0-4846-A142-1603A41BFBBC}" type="presOf" srcId="{DEFAC2F6-BFE9-4814-9B36-27BE00E57A70}" destId="{1D2E02F2-EAF0-4E08-BE08-6830827CF4DE}" srcOrd="0" destOrd="0" presId="urn:microsoft.com/office/officeart/2005/8/layout/hierarchy1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  <dgm:cxn modelId="{12B17FDA-1185-451E-8A25-4A525B2630BA}" type="presParOf" srcId="{C9B45BA6-5C4B-4D4A-86BD-F477384044FE}" destId="{E10FD2DB-2B30-4001-8643-AC17ED01653F}" srcOrd="0" destOrd="0" presId="urn:microsoft.com/office/officeart/2005/8/layout/hierarchy1"/>
    <dgm:cxn modelId="{DCF5163B-0C1B-452C-AA3F-AEEBED370EBB}" type="presParOf" srcId="{C9B45BA6-5C4B-4D4A-86BD-F477384044FE}" destId="{982C85A5-62B1-47A8-ABDF-EBFD9105430D}" srcOrd="1" destOrd="0" presId="urn:microsoft.com/office/officeart/2005/8/layout/hierarchy1"/>
    <dgm:cxn modelId="{5B4A930F-8D95-4653-A8F6-16AFE4ECDC7C}" type="presParOf" srcId="{982C85A5-62B1-47A8-ABDF-EBFD9105430D}" destId="{AA778542-1B70-435D-985C-A3000FA66A97}" srcOrd="0" destOrd="0" presId="urn:microsoft.com/office/officeart/2005/8/layout/hierarchy1"/>
    <dgm:cxn modelId="{47D98E3A-C7EE-499C-91AC-CF818228BE8D}" type="presParOf" srcId="{AA778542-1B70-435D-985C-A3000FA66A97}" destId="{35FE895A-B85A-448A-80EF-962F60017C7D}" srcOrd="0" destOrd="0" presId="urn:microsoft.com/office/officeart/2005/8/layout/hierarchy1"/>
    <dgm:cxn modelId="{3B2B3101-A4F9-4FDA-9BA5-2B5F6E518BE4}" type="presParOf" srcId="{AA778542-1B70-435D-985C-A3000FA66A97}" destId="{1D2E02F2-EAF0-4E08-BE08-6830827CF4DE}" srcOrd="1" destOrd="0" presId="urn:microsoft.com/office/officeart/2005/8/layout/hierarchy1"/>
    <dgm:cxn modelId="{21FD7DB9-DDFD-45D0-B4B5-0D4D63CC2956}" type="presParOf" srcId="{982C85A5-62B1-47A8-ABDF-EBFD9105430D}" destId="{00071D42-3866-43B8-A545-DB81CA184DE8}" srcOrd="1" destOrd="0" presId="urn:microsoft.com/office/officeart/2005/8/layout/hierarchy1"/>
    <dgm:cxn modelId="{BAF91B72-AAEB-45E4-94F5-836ABA06C927}" type="presParOf" srcId="{C9B45BA6-5C4B-4D4A-86BD-F477384044FE}" destId="{D3A02DF5-BCA7-44DB-A953-6B7C63F53E4B}" srcOrd="2" destOrd="0" presId="urn:microsoft.com/office/officeart/2005/8/layout/hierarchy1"/>
    <dgm:cxn modelId="{6F9F67AC-1D4D-4BF1-AD30-FEE475057A33}" type="presParOf" srcId="{C9B45BA6-5C4B-4D4A-86BD-F477384044FE}" destId="{E3151858-334C-4844-A288-40A7A5863B66}" srcOrd="3" destOrd="0" presId="urn:microsoft.com/office/officeart/2005/8/layout/hierarchy1"/>
    <dgm:cxn modelId="{FA8D0B12-3ADC-4E9E-8330-C8629035024E}" type="presParOf" srcId="{E3151858-334C-4844-A288-40A7A5863B66}" destId="{D5B91001-99EC-4ECF-85B9-C29B903D4770}" srcOrd="0" destOrd="0" presId="urn:microsoft.com/office/officeart/2005/8/layout/hierarchy1"/>
    <dgm:cxn modelId="{C95987B0-EF5D-4F33-BF59-61B76AF6539D}" type="presParOf" srcId="{D5B91001-99EC-4ECF-85B9-C29B903D4770}" destId="{39F6BCEF-2C48-4028-837E-368271C0683E}" srcOrd="0" destOrd="0" presId="urn:microsoft.com/office/officeart/2005/8/layout/hierarchy1"/>
    <dgm:cxn modelId="{EEEF27B1-2B81-40FE-AEBA-37CBE3E11973}" type="presParOf" srcId="{D5B91001-99EC-4ECF-85B9-C29B903D4770}" destId="{FCDD76E9-4168-45E9-8D5C-998B58DB4D37}" srcOrd="1" destOrd="0" presId="urn:microsoft.com/office/officeart/2005/8/layout/hierarchy1"/>
    <dgm:cxn modelId="{D41BB756-A63C-4579-B2D6-12C27C42D3AF}" type="presParOf" srcId="{E3151858-334C-4844-A288-40A7A5863B66}" destId="{500052AD-7738-4D23-8714-B1CAF31B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446F0-E8B0-47FD-8EFC-766A2606D09D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DD03BEC2-6E66-4E36-9DA6-0E07F64C167A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D50D7-55D3-427D-8D70-CF88BAE9238C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532EE-25E6-4AF5-A9DA-560344115F0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EF392265-00ED-4FBA-BE5E-458A7BAA345F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5635D-E6A9-4E92-8607-93BB39C80881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0AE224-2409-4E61-91BB-391D34D13229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7A89C82B-25E2-4AE3-9C7D-4FA7CA392AC7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9FCF3-005D-4903-AC74-7A7DD3665ED6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8DDF9-421D-4C48-A799-E39B18A85218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10667B6B-B989-42A1-B60F-135986FBAB00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B53C7-4BF9-4CEE-B645-9108C9014974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8DDF9-421D-4C48-A799-E39B18A85218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10667B6B-B989-42A1-B60F-135986FBAB00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B53C7-4BF9-4CEE-B645-9108C9014974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C4956-F210-444D-982F-E097E15B2318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6610AF34-D13E-4284-AB47-39956CC622D8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95AB4-6E23-4C12-B3E2-789B45C3E1A8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FC8E2D-473F-46F7-83A7-1FF2F8278EF3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68772EDC-5421-4091-8CE1-AFA1E0202FB1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91B5B-9FC3-44A9-B1CA-84701C19636F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E392D-A8FD-44A6-8AD4-A644B7654B37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13B908F4-232B-4E1A-AAF5-3B6744BB0FD8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671FE-A8A3-4694-8699-3FE511B41B7E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E392D-A8FD-44A6-8AD4-A644B7654B37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13B908F4-232B-4E1A-AAF5-3B6744BB0FD8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671FE-A8A3-4694-8699-3FE511B41B7E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11E83-BDA5-45C0-A32A-D2516E259EF1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894BC8C8-13DF-4CD7-ACB5-716B928393B3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34047-8133-4822-B61E-2E2782D892CC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E77E5-F611-4BE4-86D5-F0BE812076E1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56AEA972-2859-42B6-9ED6-3F6E0F4815AA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32845-BCE6-4CD3-BA42-91BD1C500E62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7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6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5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4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3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2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1</a:t>
          </a: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2DF5-BCA7-44DB-A953-6B7C63F53E4B}">
      <dsp:nvSpPr>
        <dsp:cNvPr id="0" name=""/>
        <dsp:cNvSpPr/>
      </dsp:nvSpPr>
      <dsp:spPr>
        <a:xfrm>
          <a:off x="5582603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D2DB-2B30-4001-8643-AC17ED01653F}">
      <dsp:nvSpPr>
        <dsp:cNvPr id="0" name=""/>
        <dsp:cNvSpPr/>
      </dsp:nvSpPr>
      <dsp:spPr>
        <a:xfrm>
          <a:off x="4628902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CA8C-684B-466F-A6A5-06CC0E2A3B2E}">
      <dsp:nvSpPr>
        <dsp:cNvPr id="0" name=""/>
        <dsp:cNvSpPr/>
      </dsp:nvSpPr>
      <dsp:spPr>
        <a:xfrm>
          <a:off x="3675201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1907401" y="309302"/>
              </a:lnTo>
              <a:lnTo>
                <a:pt x="1907401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176780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814099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1767800" y="991711"/>
          <a:ext cx="1907401" cy="453874"/>
        </a:xfrm>
        <a:custGeom>
          <a:avLst/>
          <a:gdLst/>
          <a:ahLst/>
          <a:cxnLst/>
          <a:rect l="0" t="0" r="0" b="0"/>
          <a:pathLst>
            <a:path>
              <a:moveTo>
                <a:pt x="1907401" y="0"/>
              </a:moveTo>
              <a:lnTo>
                <a:pt x="1907401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289490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06830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309732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987499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1160899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1189924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33798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207198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36223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1941200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2114600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2143625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802303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975703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004728" y="1639342"/>
        <a:ext cx="1502551" cy="932931"/>
      </dsp:txXfrm>
    </dsp:sp>
    <dsp:sp modelId="{35FE895A-B85A-448A-80EF-962F60017C7D}">
      <dsp:nvSpPr>
        <dsp:cNvPr id="0" name=""/>
        <dsp:cNvSpPr/>
      </dsp:nvSpPr>
      <dsp:spPr>
        <a:xfrm>
          <a:off x="3848602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02F2-EAF0-4E08-BE08-6830827CF4DE}">
      <dsp:nvSpPr>
        <dsp:cNvPr id="0" name=""/>
        <dsp:cNvSpPr/>
      </dsp:nvSpPr>
      <dsp:spPr>
        <a:xfrm>
          <a:off x="4022002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4051027" y="3084199"/>
        <a:ext cx="1502551" cy="932931"/>
      </dsp:txXfrm>
    </dsp:sp>
    <dsp:sp modelId="{39F6BCEF-2C48-4028-837E-368271C0683E}">
      <dsp:nvSpPr>
        <dsp:cNvPr id="0" name=""/>
        <dsp:cNvSpPr/>
      </dsp:nvSpPr>
      <dsp:spPr>
        <a:xfrm>
          <a:off x="5756003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D76E9-4168-45E9-8D5C-998B58DB4D37}">
      <dsp:nvSpPr>
        <dsp:cNvPr id="0" name=""/>
        <dsp:cNvSpPr/>
      </dsp:nvSpPr>
      <dsp:spPr>
        <a:xfrm>
          <a:off x="5929404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400" kern="1200" dirty="0"/>
        </a:p>
      </dsp:txBody>
      <dsp:txXfrm>
        <a:off x="5958429" y="3084199"/>
        <a:ext cx="1502551" cy="932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B66DC-BB35-473A-9079-A7FC1C060D82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48393-09D5-45ED-8E30-DB0FC95669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755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105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651D-DD25-A519-FBA4-87D78013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BC810F0-A815-B499-2F27-C9245FA65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8DD4AC-1E27-9F0C-C10C-79B503433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1F7A60-AA6F-5719-3D08-712DCC41A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854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77CF15-E004-461A-5748-731DA9023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F572771-7C79-4E8C-3AB8-E198A63B0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F2FB33-631A-227D-E644-ADFE4861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FF9AAB-0215-F8B5-01D3-0F5C8008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FAF17A-6B9B-3AAF-23EF-426B2224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55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1BADC-062E-7A1F-2631-5DD6FC90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01FF1-D5B7-C01E-EA6E-DC515BAD9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5D8460-113B-8CD5-808D-05AE04DF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08543F-4BF1-DCD3-E586-37FC2316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4921A4-9457-C33C-C10E-ACCFC718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28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FE368E-731A-4033-346B-2FF2F82E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E0BA67-8346-154D-305C-166ADDA28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31B4D2-B7B1-E13B-167E-D55D623F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1373C5-E9E6-78A7-8996-C87A43DC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6604FA-DA01-9907-2DA6-9D15900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6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BD41C7-4B2C-CE3E-6670-FE1E0420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EAF02E-57A3-178E-76FF-4EDED6E5A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2749AE-CFFE-AA9A-57FC-13C234CCD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D481CD-6EA0-A8C0-DF61-AEFADA1D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03F852-90A3-BFE0-FC84-6643036D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1B95E0-F606-9838-5DCD-06D77A99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964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9295B2-7D36-1542-C156-C541DBB8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C274A5-3B5B-4A28-7EA9-C09E76BA7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EED664-4547-68D3-EBC0-D728AC878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8AEDC1F-F632-16C9-19B2-C433F3D77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32CDCEC-828E-A686-AEE3-030BAC2BF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2EC611C-7BBD-B84D-F5B8-B6F6484D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2577EBE-29AE-3E31-4282-38483574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D505335-A7A9-97DF-69A4-B502E4230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22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BF975A-1E3D-90AC-2490-1AE6761B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13977D-FA4C-4548-31BD-98F7902B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716D44-7DBD-0F3B-D19B-CA1EE88C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D0BD62-7B86-CB7E-214D-D27F94EA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02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7DC92B9-8621-F3FE-5FA3-B70B3910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F1B0C38-4F4A-3193-CD4D-D5F37691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9E5554-7F61-C7C2-73CD-17FA3A9D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26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707652-6360-81C3-23E9-6FA63AA0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C9F056-0EA1-CABD-2D02-2DFF847CF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E5DEBA-C397-5BFA-3394-FF5D9A373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CDE835-E444-8D17-BB3A-8509EB63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5DF70C-DFF2-7734-8E17-09056769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418496-BEC4-F108-6730-6F434C6D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91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AF87E-F338-908D-3796-15429A4C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3172389-220F-37D7-8B1A-5DCA67112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59F109-F440-747D-4DAE-C10FD7769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24ED0C-B391-6C4A-13F5-E70856CF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994FC0-67A1-260D-6F5D-1A0B98D0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CD0AFE-1306-E2DB-85D2-DC4D82F4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89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96CCA3-8859-2D37-3279-D787430E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B0491E-D247-5D31-E970-6CAD24A04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BD1F22-284A-F9A7-FD8C-35680F86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E3FC1F-E966-D85D-8DFE-589B1F4B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8305AE-0D64-48AF-D521-A031244A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89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646422-8C23-6331-3BD7-B62754724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4F6109-95C2-59FA-D4FC-47D116EA7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6B6A73-2AE6-609D-C7F8-26D52B98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D29740-ABF5-2497-84BA-C1C1BD8E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AAD5F1-6AA6-0123-7946-AA4185DD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953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E384CE-8071-94BA-1C53-3AA957BE3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B893D3-1173-237A-0657-1A74E9BE3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62428E-2C2C-0CA3-F511-A955B9E82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01AEB-5BF1-4F0E-B0C4-14E1CF363C97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EDDA56-AA41-A22B-C6CA-14B819436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B3FB78-AFB5-A062-944F-1BA3F8DB4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92D01-71FD-4C82-9226-130464881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7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43345-D720-198C-5B51-253779091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ヒープ ソート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D73ADD4-F661-8F3C-992E-A0E06FF4AE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0336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A4AAFC48-4D51-028C-B392-65A57875A2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0237437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36DB4FA-C6D6-78EE-EB72-8A6F9A05A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7273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7AB421EB-56D8-0BFE-BD85-E6560808DA64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7C929390-B22B-34CB-F5F2-7CEBC8B9ECB2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9712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2B0C96-E3F8-50F9-2665-7317852F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Stage 1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5B4EE6-68BA-89C4-B2C3-3A56D258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ヒープを形成する</a:t>
            </a:r>
          </a:p>
        </p:txBody>
      </p:sp>
    </p:spTree>
    <p:extLst>
      <p:ext uri="{BB962C8B-B14F-4D97-AF65-F5344CB8AC3E}">
        <p14:creationId xmlns:p14="http://schemas.microsoft.com/office/powerpoint/2010/main" val="375721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2B84-9E0A-2C58-CC33-9DA3FA70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731E14FD-E66F-C4E5-20F6-59E05A8AD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2800436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A26D4D21-A776-7400-E600-EC40D2F06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964458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5310EDE0-80D1-FFE7-76D5-CC8145703D03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4" name="スクロール: 横 3">
            <a:extLst>
              <a:ext uri="{FF2B5EF4-FFF2-40B4-BE49-F238E27FC236}">
                <a16:creationId xmlns:a16="http://schemas.microsoft.com/office/drawing/2014/main" id="{7337741E-A1B3-E698-852D-F9EFBB582174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72BCCF5-717B-5ABC-F483-B0192C99CF2E}"/>
              </a:ext>
            </a:extLst>
          </p:cNvPr>
          <p:cNvSpPr txBox="1"/>
          <p:nvPr/>
        </p:nvSpPr>
        <p:spPr>
          <a:xfrm>
            <a:off x="611887" y="2764273"/>
            <a:ext cx="2114983" cy="664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降順になるようにヒープを構築する</a:t>
            </a:r>
          </a:p>
        </p:txBody>
      </p:sp>
    </p:spTree>
    <p:extLst>
      <p:ext uri="{BB962C8B-B14F-4D97-AF65-F5344CB8AC3E}">
        <p14:creationId xmlns:p14="http://schemas.microsoft.com/office/powerpoint/2010/main" val="164185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34FC0-D6BB-A183-F8A7-7A11B4486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291109F-6B0D-C361-0036-3295144952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24705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CD562D2-9A2D-B520-07F7-D00364394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21069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05B553E3-8B76-6B6D-EF17-CB90C22C1FFC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F9C689F5-49C0-1AD7-4F15-5E383F862CA2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1B3BB2-502D-6D93-0C19-4F6CAC147083}"/>
              </a:ext>
            </a:extLst>
          </p:cNvPr>
          <p:cNvSpPr txBox="1"/>
          <p:nvPr/>
        </p:nvSpPr>
        <p:spPr>
          <a:xfrm>
            <a:off x="2211592" y="234206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 &lt; 5 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0974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76D44-305F-EB7D-6B32-F31D1DCB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CE5A1DF4-14A5-6CE9-9C87-0699B6354A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6259223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03B161-E916-E289-A21F-ED77E67956D0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</a:t>
            </a:r>
            <a:r>
              <a:rPr kumimoji="1" lang="en-US" altLang="ja-JP" dirty="0"/>
              <a:t>3, 6, 1, 4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A4CBDB-ECF4-7062-71AB-8C03BA509922}"/>
              </a:ext>
            </a:extLst>
          </p:cNvPr>
          <p:cNvSpPr txBox="1"/>
          <p:nvPr/>
        </p:nvSpPr>
        <p:spPr>
          <a:xfrm>
            <a:off x="9109364" y="2091447"/>
            <a:ext cx="1431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 &lt; 7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kumimoji="1" lang="ja-JP" altLang="en-US" dirty="0"/>
              <a:t>入れ替え</a:t>
            </a:r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6EC460F7-8FAF-3C84-20B1-178AF49DEC60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20CF9975-243E-BB4C-4E98-880799958F99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49F1F4B9-F70C-929A-9EBD-EEA117218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541376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25C640C9-7FD4-957C-C40C-F8F1CB7869AB}"/>
              </a:ext>
            </a:extLst>
          </p:cNvPr>
          <p:cNvSpPr/>
          <p:nvPr/>
        </p:nvSpPr>
        <p:spPr>
          <a:xfrm>
            <a:off x="7511141" y="2636299"/>
            <a:ext cx="2580206" cy="1560144"/>
          </a:xfrm>
          <a:custGeom>
            <a:avLst/>
            <a:gdLst>
              <a:gd name="connsiteX0" fmla="*/ 0 w 2220978"/>
              <a:gd name="connsiteY0" fmla="*/ 82408 h 1560144"/>
              <a:gd name="connsiteX1" fmla="*/ 2155372 w 2220978"/>
              <a:gd name="connsiteY1" fmla="*/ 164051 h 1560144"/>
              <a:gd name="connsiteX2" fmla="*/ 1453243 w 2220978"/>
              <a:gd name="connsiteY2" fmla="*/ 1560144 h 1560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0978" h="1560144">
                <a:moveTo>
                  <a:pt x="0" y="82408"/>
                </a:moveTo>
                <a:cubicBezTo>
                  <a:pt x="956582" y="85"/>
                  <a:pt x="1913165" y="-82238"/>
                  <a:pt x="2155372" y="164051"/>
                </a:cubicBezTo>
                <a:cubicBezTo>
                  <a:pt x="2397579" y="410340"/>
                  <a:pt x="1925411" y="985242"/>
                  <a:pt x="1453243" y="1560144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82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B0C2-9869-303C-73AA-80D33920B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D3577476-CBCA-F0C8-5E88-C7100310C8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533697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97D4B1-6EB8-BBE6-AFDB-ACCEF341839D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</a:t>
            </a:r>
            <a:r>
              <a:rPr kumimoji="1" lang="en-US" altLang="ja-JP" dirty="0"/>
              <a:t>3, 6, 1, 4</a:t>
            </a:r>
            <a:endParaRPr kumimoji="1" lang="ja-JP" altLang="en-US" dirty="0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5CF47501-4F2B-71BE-372B-883A66225258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D0D8DA6D-1203-E2C5-9AC6-D477C1792D3A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1859E74B-56AF-D675-47E4-3154B9F74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559111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47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049C-C0D5-602C-AD46-A3DB2CC35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8220095-D3ED-6977-1867-A0C926E9C2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3335630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B6F21E-21FF-C50B-435A-868F22778B24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5, 2, 7, 3, </a:t>
            </a:r>
            <a:r>
              <a:rPr kumimoji="1" lang="en-US" altLang="ja-JP" dirty="0"/>
              <a:t>6, 1, 4</a:t>
            </a:r>
            <a:endParaRPr kumimoji="1" lang="ja-JP" altLang="en-US" dirty="0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77D92843-959C-26B3-FD6F-AA7E495BD04D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ECF46749-60C7-FDA3-2270-C70F84C980AE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DDA6D070-C720-795D-FBB4-8941E9D08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00798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FF8BEA12-E9FB-0D44-3547-A06602F9659C}"/>
              </a:ext>
            </a:extLst>
          </p:cNvPr>
          <p:cNvSpPr/>
          <p:nvPr/>
        </p:nvSpPr>
        <p:spPr>
          <a:xfrm>
            <a:off x="1860044" y="4016829"/>
            <a:ext cx="1707749" cy="1461407"/>
          </a:xfrm>
          <a:custGeom>
            <a:avLst/>
            <a:gdLst>
              <a:gd name="connsiteX0" fmla="*/ 1707749 w 1707749"/>
              <a:gd name="connsiteY0" fmla="*/ 0 h 1461407"/>
              <a:gd name="connsiteX1" fmla="*/ 34070 w 1707749"/>
              <a:gd name="connsiteY1" fmla="*/ 481692 h 1461407"/>
              <a:gd name="connsiteX2" fmla="*/ 744363 w 1707749"/>
              <a:gd name="connsiteY2" fmla="*/ 1461407 h 1461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7749" h="1461407">
                <a:moveTo>
                  <a:pt x="1707749" y="0"/>
                </a:moveTo>
                <a:cubicBezTo>
                  <a:pt x="951191" y="119062"/>
                  <a:pt x="194634" y="238124"/>
                  <a:pt x="34070" y="481692"/>
                </a:cubicBezTo>
                <a:cubicBezTo>
                  <a:pt x="-126494" y="725260"/>
                  <a:pt x="308934" y="1093333"/>
                  <a:pt x="744363" y="1461407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4D01EA-8C13-58C9-B90F-04DEB908553A}"/>
              </a:ext>
            </a:extLst>
          </p:cNvPr>
          <p:cNvSpPr txBox="1"/>
          <p:nvPr/>
        </p:nvSpPr>
        <p:spPr>
          <a:xfrm>
            <a:off x="1851366" y="3412179"/>
            <a:ext cx="1497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 &lt; 3 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338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C914D-7E50-11FC-9437-D3B44EE0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8532308-B25D-FAF0-8051-1E05F709E2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4311124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3E1F7A5-4492-ACB8-92BB-1657D06F3112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5, 2, 7, 3, </a:t>
            </a:r>
            <a:r>
              <a:rPr kumimoji="1" lang="en-US" altLang="ja-JP" dirty="0"/>
              <a:t>6, 1, 4</a:t>
            </a:r>
            <a:endParaRPr kumimoji="1" lang="ja-JP" altLang="en-US" dirty="0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64FC88D2-344A-4E8E-08F4-356CFF75F4C8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214E5438-E739-32BE-6C6B-F9F9FCB6C776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26B815D1-3EB9-BF7B-C830-0430D0F64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815937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30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7189F-E702-F2E2-5730-582797F2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506AF998-F363-0D82-672D-87764781B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825153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CF56A1-EA5B-4564-CF22-8C8CD6528D35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5, 2, 7, 3, 6,</a:t>
            </a:r>
            <a:r>
              <a:rPr kumimoji="1" lang="en-US" altLang="ja-JP" dirty="0"/>
              <a:t> 1, 4</a:t>
            </a:r>
            <a:endParaRPr kumimoji="1" lang="ja-JP" altLang="en-US" dirty="0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31BB0A71-7BBE-59A9-7B8C-8CE5AE38C115}"/>
              </a:ext>
            </a:extLst>
          </p:cNvPr>
          <p:cNvSpPr/>
          <p:nvPr/>
        </p:nvSpPr>
        <p:spPr>
          <a:xfrm>
            <a:off x="5388429" y="4114890"/>
            <a:ext cx="607166" cy="767443"/>
          </a:xfrm>
          <a:custGeom>
            <a:avLst/>
            <a:gdLst>
              <a:gd name="connsiteX0" fmla="*/ 0 w 607166"/>
              <a:gd name="connsiteY0" fmla="*/ 0 h 767443"/>
              <a:gd name="connsiteX1" fmla="*/ 587828 w 607166"/>
              <a:gd name="connsiteY1" fmla="*/ 171450 h 767443"/>
              <a:gd name="connsiteX2" fmla="*/ 408214 w 607166"/>
              <a:gd name="connsiteY2" fmla="*/ 767443 h 76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166" h="767443">
                <a:moveTo>
                  <a:pt x="0" y="0"/>
                </a:moveTo>
                <a:cubicBezTo>
                  <a:pt x="259896" y="21771"/>
                  <a:pt x="519792" y="43543"/>
                  <a:pt x="587828" y="171450"/>
                </a:cubicBezTo>
                <a:cubicBezTo>
                  <a:pt x="655864" y="299357"/>
                  <a:pt x="532039" y="533400"/>
                  <a:pt x="408214" y="767443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26B1BF46-2321-F7B5-3645-73470FC611DB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8" name="スクロール: 横 7">
            <a:extLst>
              <a:ext uri="{FF2B5EF4-FFF2-40B4-BE49-F238E27FC236}">
                <a16:creationId xmlns:a16="http://schemas.microsoft.com/office/drawing/2014/main" id="{C81236D1-4003-231B-6E9F-55DADC2B12FB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3EBEACA5-66C6-86BC-21ED-163B7B85A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06879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A8EEF8-6EFB-9846-729A-5C636CF09EE6}"/>
              </a:ext>
            </a:extLst>
          </p:cNvPr>
          <p:cNvSpPr txBox="1"/>
          <p:nvPr/>
        </p:nvSpPr>
        <p:spPr>
          <a:xfrm>
            <a:off x="5831508" y="3643951"/>
            <a:ext cx="1497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 &lt; 6 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133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9E45-B544-A059-45C8-9762402C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DB2AA2BB-FAB7-9B08-2FFE-BBE9C9973A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4090946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69D195-24F1-F364-6BAB-D2FBF89575D4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5, 2, 7, 3, 6,</a:t>
            </a:r>
            <a:r>
              <a:rPr kumimoji="1" lang="en-US" altLang="ja-JP" dirty="0"/>
              <a:t> 1, 4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0A6C4B32-000A-C6CA-9B24-AE0E75A651FE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8" name="スクロール: 横 7">
            <a:extLst>
              <a:ext uri="{FF2B5EF4-FFF2-40B4-BE49-F238E27FC236}">
                <a16:creationId xmlns:a16="http://schemas.microsoft.com/office/drawing/2014/main" id="{491047E7-3B49-D976-6C2E-A26D71EF6707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FD3832BF-7067-81C5-6CBF-BD0B0CFD2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114065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0988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BA76-3FE6-99DA-18E3-8B24D83AF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4C3E98D-6663-9A14-5034-8CE7D219B9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274827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FCE755-CDD7-D365-D692-475E07455DE3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5, 2, 7, 3, 6,</a:t>
            </a:r>
            <a:r>
              <a:rPr kumimoji="1" lang="en-US" altLang="ja-JP" dirty="0"/>
              <a:t> 1, 4</a:t>
            </a:r>
            <a:endParaRPr kumimoji="1" lang="ja-JP" altLang="en-US" dirty="0"/>
          </a:p>
        </p:txBody>
      </p:sp>
      <p:sp>
        <p:nvSpPr>
          <p:cNvPr id="4" name="スクロール: 横 3">
            <a:extLst>
              <a:ext uri="{FF2B5EF4-FFF2-40B4-BE49-F238E27FC236}">
                <a16:creationId xmlns:a16="http://schemas.microsoft.com/office/drawing/2014/main" id="{909638D4-72D7-2F3C-61AD-9F4FB31A9B17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E45C1153-4923-455B-FAA8-F381507F0698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B597E0D0-ECCE-4D62-86BE-7B17DEABF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154206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6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AE9B-E1E7-17C1-DAFD-3D909231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2B6AC823-F9C1-3885-7616-9E52DAE0EC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477455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869D95-D68A-D566-9186-475663B22DC4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5, 2, 7, 3, 6,</a:t>
            </a:r>
            <a:r>
              <a:rPr kumimoji="1" lang="en-US" altLang="ja-JP" dirty="0"/>
              <a:t> </a:t>
            </a:r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1,</a:t>
            </a:r>
            <a:r>
              <a:rPr kumimoji="1" lang="en-US" altLang="ja-JP" dirty="0"/>
              <a:t> 4</a:t>
            </a:r>
            <a:endParaRPr kumimoji="1" lang="ja-JP" altLang="en-US" dirty="0"/>
          </a:p>
        </p:txBody>
      </p:sp>
      <p:sp>
        <p:nvSpPr>
          <p:cNvPr id="4" name="スクロール: 横 3">
            <a:extLst>
              <a:ext uri="{FF2B5EF4-FFF2-40B4-BE49-F238E27FC236}">
                <a16:creationId xmlns:a16="http://schemas.microsoft.com/office/drawing/2014/main" id="{8300D83D-0EAD-995D-8C14-F37251F112E1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B6682CDA-FE02-756C-F189-D29ADAEF68BC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818D0DC-7BAD-0E6F-D6F8-E9205E1C0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500792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6F466B-27E0-5FE8-A82C-181E48028067}"/>
              </a:ext>
            </a:extLst>
          </p:cNvPr>
          <p:cNvSpPr txBox="1"/>
          <p:nvPr/>
        </p:nvSpPr>
        <p:spPr>
          <a:xfrm>
            <a:off x="5929479" y="411489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 &lt; 5 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4588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76E3-411D-2DE3-8D44-E40138E1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19F4F68F-5C66-0C44-530D-F8D9E2A505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323657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C2AE76-129D-E5B3-8949-E082A59DBCD7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5, 2, 7, 3, 6,</a:t>
            </a:r>
            <a:r>
              <a:rPr kumimoji="1" lang="en-US" altLang="ja-JP" dirty="0"/>
              <a:t> </a:t>
            </a:r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1, 4</a:t>
            </a:r>
            <a:endParaRPr kumimoji="1" lang="ja-JP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スクロール: 横 3">
            <a:extLst>
              <a:ext uri="{FF2B5EF4-FFF2-40B4-BE49-F238E27FC236}">
                <a16:creationId xmlns:a16="http://schemas.microsoft.com/office/drawing/2014/main" id="{D7513C90-E837-D235-D698-5D5D95A3F8BE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89F5E3F0-86D7-E2F7-A53E-A91F8CF97BEC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CFBC9619-E858-1E43-5621-621A411C2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906047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0FCB9D0-201E-BD53-625D-08C3DEFA5778}"/>
              </a:ext>
            </a:extLst>
          </p:cNvPr>
          <p:cNvSpPr txBox="1"/>
          <p:nvPr/>
        </p:nvSpPr>
        <p:spPr>
          <a:xfrm>
            <a:off x="9309493" y="411489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4</a:t>
            </a:r>
            <a:r>
              <a:rPr kumimoji="1" lang="en-US" altLang="ja-JP" dirty="0"/>
              <a:t> &lt; 5 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2020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6F1B-0781-8327-4B95-B42F695F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2FE54875-A68E-1B45-A6FB-E2D4FE18460F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AFE055-D16B-9FD9-F4E9-C5D77DB34B98}"/>
              </a:ext>
            </a:extLst>
          </p:cNvPr>
          <p:cNvSpPr txBox="1"/>
          <p:nvPr/>
        </p:nvSpPr>
        <p:spPr>
          <a:xfrm>
            <a:off x="3287949" y="107977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5, 2, 7, 3, 6,</a:t>
            </a:r>
            <a:r>
              <a:rPr kumimoji="1" lang="en-US" altLang="ja-JP" dirty="0"/>
              <a:t> </a:t>
            </a:r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1, 4</a:t>
            </a:r>
            <a:endParaRPr kumimoji="1" lang="ja-JP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スクロール: 横 3">
            <a:extLst>
              <a:ext uri="{FF2B5EF4-FFF2-40B4-BE49-F238E27FC236}">
                <a16:creationId xmlns:a16="http://schemas.microsoft.com/office/drawing/2014/main" id="{7AEA43EE-9721-A0EB-FD06-36EAA70CD3A3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7AF97271-D4DA-66F7-F503-FB2D8594BE2A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0305671-094A-6349-F0FE-010EAEA02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750310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B76940-480A-A5A5-9AE2-F9E421188A78}"/>
              </a:ext>
            </a:extLst>
          </p:cNvPr>
          <p:cNvSpPr txBox="1"/>
          <p:nvPr/>
        </p:nvSpPr>
        <p:spPr>
          <a:xfrm>
            <a:off x="693172" y="28377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ヒープ完成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24454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D80E0C-6A14-5BFB-A124-730DE627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Stage 2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D6C2E9-1642-EF03-5A24-A656C5352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ヒープに格納した数字を、</a:t>
            </a:r>
            <a:br>
              <a:rPr kumimoji="1" lang="en-US" altLang="ja-JP" dirty="0"/>
            </a:br>
            <a:r>
              <a:rPr kumimoji="1" lang="ja-JP" altLang="en-US" dirty="0"/>
              <a:t>ひとつずつ取り出す</a:t>
            </a:r>
          </a:p>
        </p:txBody>
      </p:sp>
    </p:spTree>
    <p:extLst>
      <p:ext uri="{BB962C8B-B14F-4D97-AF65-F5344CB8AC3E}">
        <p14:creationId xmlns:p14="http://schemas.microsoft.com/office/powerpoint/2010/main" val="3796734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13DA6-C493-09DE-8E18-D67BBE2F9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5D253F7-D552-9FD5-6FA5-8125D189E2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5608341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170EFD1-D259-DEC5-20B1-184786018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071943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B5C84E96-5307-6F1D-3885-7E649C62F318}"/>
              </a:ext>
            </a:extLst>
          </p:cNvPr>
          <p:cNvSpPr/>
          <p:nvPr/>
        </p:nvSpPr>
        <p:spPr>
          <a:xfrm>
            <a:off x="7356021" y="1747157"/>
            <a:ext cx="1869622" cy="1028700"/>
          </a:xfrm>
          <a:custGeom>
            <a:avLst/>
            <a:gdLst>
              <a:gd name="connsiteX0" fmla="*/ 0 w 1869622"/>
              <a:gd name="connsiteY0" fmla="*/ 1028700 h 1028700"/>
              <a:gd name="connsiteX1" fmla="*/ 1543050 w 1869622"/>
              <a:gd name="connsiteY1" fmla="*/ 751114 h 1028700"/>
              <a:gd name="connsiteX2" fmla="*/ 1869622 w 1869622"/>
              <a:gd name="connsiteY2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9622" h="1028700">
                <a:moveTo>
                  <a:pt x="0" y="1028700"/>
                </a:moveTo>
                <a:cubicBezTo>
                  <a:pt x="615723" y="975632"/>
                  <a:pt x="1231446" y="922564"/>
                  <a:pt x="1543050" y="751114"/>
                </a:cubicBezTo>
                <a:cubicBezTo>
                  <a:pt x="1854654" y="579664"/>
                  <a:pt x="1862138" y="289832"/>
                  <a:pt x="1869622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5B97A752-966B-A37C-9352-C426E6F260DA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5D7583FE-4A9D-9AD1-D533-10036C42ADCD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42657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B8039-2724-54F6-E76F-8F7367C3D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AB7556AC-3933-08AA-9CC9-F432F76728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7357771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F854532-BBF7-69AF-B18D-10A0F69BA36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2DAFB54E-C766-65A1-4827-35046E99F565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D8654505-0F4D-3447-8D9A-727FC7E497A6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743ABC7B-8ACE-3893-E036-E0D8E3BB7E05}"/>
              </a:ext>
            </a:extLst>
          </p:cNvPr>
          <p:cNvSpPr/>
          <p:nvPr/>
        </p:nvSpPr>
        <p:spPr>
          <a:xfrm>
            <a:off x="7307036" y="2718707"/>
            <a:ext cx="3274151" cy="2751364"/>
          </a:xfrm>
          <a:custGeom>
            <a:avLst/>
            <a:gdLst>
              <a:gd name="connsiteX0" fmla="*/ 2849335 w 3274151"/>
              <a:gd name="connsiteY0" fmla="*/ 2751364 h 2751364"/>
              <a:gd name="connsiteX1" fmla="*/ 3037114 w 3274151"/>
              <a:gd name="connsiteY1" fmla="*/ 955222 h 2751364"/>
              <a:gd name="connsiteX2" fmla="*/ 0 w 3274151"/>
              <a:gd name="connsiteY2" fmla="*/ 0 h 2751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4151" h="2751364">
                <a:moveTo>
                  <a:pt x="2849335" y="2751364"/>
                </a:moveTo>
                <a:cubicBezTo>
                  <a:pt x="3180669" y="2082573"/>
                  <a:pt x="3512003" y="1413783"/>
                  <a:pt x="3037114" y="955222"/>
                </a:cubicBezTo>
                <a:cubicBezTo>
                  <a:pt x="2562225" y="496661"/>
                  <a:pt x="1281112" y="248330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532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9EDBE-365B-A19F-BA7E-FE9568FE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68019AC9-6656-9F9C-FFC7-986F40C19A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380419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85179E0-DF22-BB52-6437-F72E535F3D5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A48277F6-F626-2C90-D6A4-7FB5083C18D7}"/>
              </a:ext>
            </a:extLst>
          </p:cNvPr>
          <p:cNvSpPr/>
          <p:nvPr/>
        </p:nvSpPr>
        <p:spPr>
          <a:xfrm>
            <a:off x="3656290" y="2342061"/>
            <a:ext cx="1813781" cy="1095103"/>
          </a:xfrm>
          <a:custGeom>
            <a:avLst/>
            <a:gdLst>
              <a:gd name="connsiteX0" fmla="*/ 1813781 w 1813781"/>
              <a:gd name="connsiteY0" fmla="*/ 262346 h 1095103"/>
              <a:gd name="connsiteX1" fmla="*/ 58460 w 1813781"/>
              <a:gd name="connsiteY1" fmla="*/ 50075 h 1095103"/>
              <a:gd name="connsiteX2" fmla="*/ 589139 w 1813781"/>
              <a:gd name="connsiteY2" fmla="*/ 1095103 h 109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3781" h="1095103">
                <a:moveTo>
                  <a:pt x="1813781" y="262346"/>
                </a:moveTo>
                <a:cubicBezTo>
                  <a:pt x="1038174" y="86814"/>
                  <a:pt x="262567" y="-88718"/>
                  <a:pt x="58460" y="50075"/>
                </a:cubicBezTo>
                <a:cubicBezTo>
                  <a:pt x="-145647" y="188868"/>
                  <a:pt x="221746" y="641985"/>
                  <a:pt x="589139" y="1095103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9C48B4C1-1E71-87B7-906F-19EB53F314E8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8" name="スクロール: 横 7">
            <a:extLst>
              <a:ext uri="{FF2B5EF4-FFF2-40B4-BE49-F238E27FC236}">
                <a16:creationId xmlns:a16="http://schemas.microsoft.com/office/drawing/2014/main" id="{93E6976A-C617-45CA-8FE0-C6F87D52B618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076BD8-5EA1-A314-06F4-3617F3C743B5}"/>
              </a:ext>
            </a:extLst>
          </p:cNvPr>
          <p:cNvSpPr txBox="1"/>
          <p:nvPr/>
        </p:nvSpPr>
        <p:spPr>
          <a:xfrm>
            <a:off x="2037209" y="2527171"/>
            <a:ext cx="1546912" cy="64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4 &lt; 6 </a:t>
            </a:r>
            <a:r>
              <a:rPr kumimoji="1" lang="ja-JP" altLang="en-US" dirty="0"/>
              <a:t>なので入れ替え</a:t>
            </a:r>
          </a:p>
        </p:txBody>
      </p:sp>
    </p:spTree>
    <p:extLst>
      <p:ext uri="{BB962C8B-B14F-4D97-AF65-F5344CB8AC3E}">
        <p14:creationId xmlns:p14="http://schemas.microsoft.com/office/powerpoint/2010/main" val="265581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D5A8-65C9-AEFE-836A-46D5779D7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E5471957-E0AD-561B-E6E9-25A385FEA9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313228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12A39822-84CD-981D-496B-237E7A019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053334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53A80EE3-ED0D-496A-D699-602CA2D4FD32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15DF32C6-622C-C5F2-84FC-0D96596D7171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5BEB5DD4-576C-96F8-CE2B-6645F841EDCB}"/>
              </a:ext>
            </a:extLst>
          </p:cNvPr>
          <p:cNvSpPr/>
          <p:nvPr/>
        </p:nvSpPr>
        <p:spPr>
          <a:xfrm>
            <a:off x="7347857" y="1771650"/>
            <a:ext cx="1164946" cy="971550"/>
          </a:xfrm>
          <a:custGeom>
            <a:avLst/>
            <a:gdLst>
              <a:gd name="connsiteX0" fmla="*/ 0 w 1164946"/>
              <a:gd name="connsiteY0" fmla="*/ 971550 h 971550"/>
              <a:gd name="connsiteX1" fmla="*/ 1126672 w 1164946"/>
              <a:gd name="connsiteY1" fmla="*/ 661307 h 971550"/>
              <a:gd name="connsiteX2" fmla="*/ 791936 w 1164946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4946" h="971550">
                <a:moveTo>
                  <a:pt x="0" y="971550"/>
                </a:moveTo>
                <a:cubicBezTo>
                  <a:pt x="497341" y="897391"/>
                  <a:pt x="994683" y="823232"/>
                  <a:pt x="1126672" y="661307"/>
                </a:cubicBezTo>
                <a:cubicBezTo>
                  <a:pt x="1258661" y="499382"/>
                  <a:pt x="1025298" y="249691"/>
                  <a:pt x="791936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544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8796B-1C6E-F829-7683-F2BE3E18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A819697E-CCCC-F37C-E96F-A6106F67F0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0292479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375BF9CB-CC6D-C3CA-9410-7B5CA5D1682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26A86ABA-4DB5-B761-118D-1D7C90D8E7D4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306A63BF-A3FF-263A-ECAC-E4416D12099F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C89FFF2-FBE5-983D-784E-0870F988A930}"/>
              </a:ext>
            </a:extLst>
          </p:cNvPr>
          <p:cNvSpPr/>
          <p:nvPr/>
        </p:nvSpPr>
        <p:spPr>
          <a:xfrm>
            <a:off x="6199501" y="3486150"/>
            <a:ext cx="887099" cy="1461407"/>
          </a:xfrm>
          <a:custGeom>
            <a:avLst/>
            <a:gdLst>
              <a:gd name="connsiteX0" fmla="*/ 887099 w 887099"/>
              <a:gd name="connsiteY0" fmla="*/ 1461407 h 1461407"/>
              <a:gd name="connsiteX1" fmla="*/ 111492 w 887099"/>
              <a:gd name="connsiteY1" fmla="*/ 808264 h 1461407"/>
              <a:gd name="connsiteX2" fmla="*/ 21685 w 887099"/>
              <a:gd name="connsiteY2" fmla="*/ 0 h 1461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7099" h="1461407">
                <a:moveTo>
                  <a:pt x="887099" y="1461407"/>
                </a:moveTo>
                <a:cubicBezTo>
                  <a:pt x="571413" y="1256619"/>
                  <a:pt x="255728" y="1051832"/>
                  <a:pt x="111492" y="808264"/>
                </a:cubicBezTo>
                <a:cubicBezTo>
                  <a:pt x="-32744" y="564696"/>
                  <a:pt x="-5530" y="282348"/>
                  <a:pt x="21685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621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97FE1-0038-3592-D255-2B72A2B41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5D2026E-083D-F6F4-BD70-41B9A3B0E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08553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FACCBB7-39D1-3830-FCA0-0416DF20032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CE3F59-44A8-2078-1031-6A9701734493}"/>
              </a:ext>
            </a:extLst>
          </p:cNvPr>
          <p:cNvSpPr txBox="1"/>
          <p:nvPr/>
        </p:nvSpPr>
        <p:spPr>
          <a:xfrm>
            <a:off x="9159399" y="2025054"/>
            <a:ext cx="1431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</a:t>
            </a:r>
            <a:r>
              <a:rPr kumimoji="1" lang="en-US" altLang="ja-JP" dirty="0"/>
              <a:t> &lt; 5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</a:t>
            </a:r>
            <a:endParaRPr kumimoji="1" lang="ja-JP" altLang="en-US" dirty="0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C1035B87-0461-FBA8-EB11-5DAEA1AF27DD}"/>
              </a:ext>
            </a:extLst>
          </p:cNvPr>
          <p:cNvSpPr/>
          <p:nvPr/>
        </p:nvSpPr>
        <p:spPr>
          <a:xfrm>
            <a:off x="7405007" y="2604991"/>
            <a:ext cx="2411655" cy="1468988"/>
          </a:xfrm>
          <a:custGeom>
            <a:avLst/>
            <a:gdLst>
              <a:gd name="connsiteX0" fmla="*/ 0 w 2411655"/>
              <a:gd name="connsiteY0" fmla="*/ 146373 h 1468988"/>
              <a:gd name="connsiteX1" fmla="*/ 2302329 w 2411655"/>
              <a:gd name="connsiteY1" fmla="*/ 121880 h 1468988"/>
              <a:gd name="connsiteX2" fmla="*/ 1828800 w 2411655"/>
              <a:gd name="connsiteY2" fmla="*/ 1468988 h 1468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1655" h="1468988">
                <a:moveTo>
                  <a:pt x="0" y="146373"/>
                </a:moveTo>
                <a:cubicBezTo>
                  <a:pt x="998764" y="23908"/>
                  <a:pt x="1997529" y="-98556"/>
                  <a:pt x="2302329" y="121880"/>
                </a:cubicBezTo>
                <a:cubicBezTo>
                  <a:pt x="2607129" y="342316"/>
                  <a:pt x="2217964" y="905652"/>
                  <a:pt x="1828800" y="1468988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スクロール: 横 8">
            <a:extLst>
              <a:ext uri="{FF2B5EF4-FFF2-40B4-BE49-F238E27FC236}">
                <a16:creationId xmlns:a16="http://schemas.microsoft.com/office/drawing/2014/main" id="{EBF56BB3-F7A6-7B85-9340-370FC73AC48F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10" name="スクロール: 横 9">
            <a:extLst>
              <a:ext uri="{FF2B5EF4-FFF2-40B4-BE49-F238E27FC236}">
                <a16:creationId xmlns:a16="http://schemas.microsoft.com/office/drawing/2014/main" id="{4930D4AA-BC61-FC4D-8C09-5DAE080BD072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2232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D6AFA-B5C9-F6DB-7CFD-C5D8686F8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AC29202B-7E6D-793D-BAAC-FE91F03842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1765563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EC56199-949F-263F-82A7-527ECB21082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24BD8E-4AF8-F9B8-3DC7-17F31B178596}"/>
              </a:ext>
            </a:extLst>
          </p:cNvPr>
          <p:cNvSpPr txBox="1"/>
          <p:nvPr/>
        </p:nvSpPr>
        <p:spPr>
          <a:xfrm>
            <a:off x="2399371" y="2322063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 &lt; 5 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380B2A22-C397-7367-F366-26A9C7FB67D0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B22AB5D1-EC24-CEC7-7B86-E6450C511FD1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E89395B5-A04A-7694-1B4C-3CD1741368A4}"/>
              </a:ext>
            </a:extLst>
          </p:cNvPr>
          <p:cNvSpPr/>
          <p:nvPr/>
        </p:nvSpPr>
        <p:spPr>
          <a:xfrm>
            <a:off x="2783302" y="2645229"/>
            <a:ext cx="2711262" cy="1445078"/>
          </a:xfrm>
          <a:custGeom>
            <a:avLst/>
            <a:gdLst>
              <a:gd name="connsiteX0" fmla="*/ 2711262 w 2711262"/>
              <a:gd name="connsiteY0" fmla="*/ 0 h 1445078"/>
              <a:gd name="connsiteX1" fmla="*/ 98691 w 2711262"/>
              <a:gd name="connsiteY1" fmla="*/ 522514 h 1445078"/>
              <a:gd name="connsiteX2" fmla="*/ 800819 w 2711262"/>
              <a:gd name="connsiteY2" fmla="*/ 1445078 h 1445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11262" h="1445078">
                <a:moveTo>
                  <a:pt x="2711262" y="0"/>
                </a:moveTo>
                <a:cubicBezTo>
                  <a:pt x="1564180" y="140834"/>
                  <a:pt x="417098" y="281668"/>
                  <a:pt x="98691" y="522514"/>
                </a:cubicBezTo>
                <a:cubicBezTo>
                  <a:pt x="-219716" y="763360"/>
                  <a:pt x="290551" y="1104219"/>
                  <a:pt x="800819" y="1445078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964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E5CB-E621-664A-06DB-EE33C28B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21EC1F1-39E8-D2CB-85CE-27E752CAE4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112484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F9A28AD-1812-0287-8EBE-D1B4C5C97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680139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A534F865-5AA8-1827-D63B-8BDAFAEEBB35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9264E52B-4D71-4EFC-FCD1-801F4ED78595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DC5E7A5B-1FC9-0F44-5786-47779B7A153B}"/>
              </a:ext>
            </a:extLst>
          </p:cNvPr>
          <p:cNvSpPr/>
          <p:nvPr/>
        </p:nvSpPr>
        <p:spPr>
          <a:xfrm>
            <a:off x="7111093" y="1755321"/>
            <a:ext cx="681593" cy="1061358"/>
          </a:xfrm>
          <a:custGeom>
            <a:avLst/>
            <a:gdLst>
              <a:gd name="connsiteX0" fmla="*/ 228600 w 681593"/>
              <a:gd name="connsiteY0" fmla="*/ 1061358 h 1061358"/>
              <a:gd name="connsiteX1" fmla="*/ 677636 w 681593"/>
              <a:gd name="connsiteY1" fmla="*/ 587829 h 1061358"/>
              <a:gd name="connsiteX2" fmla="*/ 0 w 681593"/>
              <a:gd name="connsiteY2" fmla="*/ 0 h 106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1593" h="1061358">
                <a:moveTo>
                  <a:pt x="228600" y="1061358"/>
                </a:moveTo>
                <a:cubicBezTo>
                  <a:pt x="472168" y="913040"/>
                  <a:pt x="715736" y="764722"/>
                  <a:pt x="677636" y="587829"/>
                </a:cubicBezTo>
                <a:cubicBezTo>
                  <a:pt x="639536" y="410936"/>
                  <a:pt x="319768" y="205468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501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E725-B35D-652C-F8DA-7E6E9612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81E3AB8-B02F-028E-0C0E-FE1B3FFCFC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3610180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FF91F60-B73B-62B5-3F5A-F1F64167711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510BF3AC-AAFF-14A7-00E5-E0064D8EA1DC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FB9B10F1-F293-8454-908F-28784A1AC9F8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066B3B02-B13C-B055-668E-9741DDD4AC29}"/>
              </a:ext>
            </a:extLst>
          </p:cNvPr>
          <p:cNvSpPr/>
          <p:nvPr/>
        </p:nvSpPr>
        <p:spPr>
          <a:xfrm>
            <a:off x="5723164" y="3469821"/>
            <a:ext cx="938699" cy="1494065"/>
          </a:xfrm>
          <a:custGeom>
            <a:avLst/>
            <a:gdLst>
              <a:gd name="connsiteX0" fmla="*/ 0 w 938699"/>
              <a:gd name="connsiteY0" fmla="*/ 1494065 h 1494065"/>
              <a:gd name="connsiteX1" fmla="*/ 865415 w 938699"/>
              <a:gd name="connsiteY1" fmla="*/ 914400 h 1494065"/>
              <a:gd name="connsiteX2" fmla="*/ 832757 w 938699"/>
              <a:gd name="connsiteY2" fmla="*/ 0 h 1494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8699" h="1494065">
                <a:moveTo>
                  <a:pt x="0" y="1494065"/>
                </a:moveTo>
                <a:cubicBezTo>
                  <a:pt x="363311" y="1328738"/>
                  <a:pt x="726622" y="1163411"/>
                  <a:pt x="865415" y="914400"/>
                </a:cubicBezTo>
                <a:cubicBezTo>
                  <a:pt x="1004208" y="665389"/>
                  <a:pt x="918482" y="332694"/>
                  <a:pt x="832757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487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B8D8-0D3D-8817-B224-E3286EB55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89D6654-BE32-FD62-BA1E-12CE5DAFB1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819245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E916961-7867-B8C6-0995-0EDECD9B5E32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9F9DC555-54CB-B869-F7D2-C09EC177E2EB}"/>
              </a:ext>
            </a:extLst>
          </p:cNvPr>
          <p:cNvSpPr/>
          <p:nvPr/>
        </p:nvSpPr>
        <p:spPr>
          <a:xfrm>
            <a:off x="3656290" y="2342061"/>
            <a:ext cx="1813781" cy="1095103"/>
          </a:xfrm>
          <a:custGeom>
            <a:avLst/>
            <a:gdLst>
              <a:gd name="connsiteX0" fmla="*/ 1813781 w 1813781"/>
              <a:gd name="connsiteY0" fmla="*/ 262346 h 1095103"/>
              <a:gd name="connsiteX1" fmla="*/ 58460 w 1813781"/>
              <a:gd name="connsiteY1" fmla="*/ 50075 h 1095103"/>
              <a:gd name="connsiteX2" fmla="*/ 589139 w 1813781"/>
              <a:gd name="connsiteY2" fmla="*/ 1095103 h 109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3781" h="1095103">
                <a:moveTo>
                  <a:pt x="1813781" y="262346"/>
                </a:moveTo>
                <a:cubicBezTo>
                  <a:pt x="1038174" y="86814"/>
                  <a:pt x="262567" y="-88718"/>
                  <a:pt x="58460" y="50075"/>
                </a:cubicBezTo>
                <a:cubicBezTo>
                  <a:pt x="-145647" y="188868"/>
                  <a:pt x="221746" y="641985"/>
                  <a:pt x="589139" y="1095103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8450AD-8444-D41D-267F-F01110FA98AD}"/>
              </a:ext>
            </a:extLst>
          </p:cNvPr>
          <p:cNvSpPr txBox="1"/>
          <p:nvPr/>
        </p:nvSpPr>
        <p:spPr>
          <a:xfrm>
            <a:off x="2211592" y="2342061"/>
            <a:ext cx="1497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 &lt; 4 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</a:t>
            </a:r>
            <a:endParaRPr kumimoji="1" lang="ja-JP" altLang="en-US" dirty="0"/>
          </a:p>
        </p:txBody>
      </p:sp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4A869794-CB96-33D4-69EC-9F4F0AA2ADED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0583DF48-8853-1392-D92A-4644A4684AF3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3857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45595-AC1B-415F-C785-69342CC6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06BB4535-9540-520B-299A-96493C149E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5517197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F550A28-6603-41F9-2268-7AB632FAE79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533D3A2-A446-6268-F44A-97424953EEAF}"/>
              </a:ext>
            </a:extLst>
          </p:cNvPr>
          <p:cNvSpPr txBox="1"/>
          <p:nvPr/>
        </p:nvSpPr>
        <p:spPr>
          <a:xfrm>
            <a:off x="8839903" y="234206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</a:t>
            </a:r>
            <a:r>
              <a:rPr kumimoji="1" lang="en-US" altLang="ja-JP" dirty="0"/>
              <a:t> &lt; 4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9C5F48D2-DA06-11B2-5A19-9D8548BACE6E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8" name="スクロール: 横 7">
            <a:extLst>
              <a:ext uri="{FF2B5EF4-FFF2-40B4-BE49-F238E27FC236}">
                <a16:creationId xmlns:a16="http://schemas.microsoft.com/office/drawing/2014/main" id="{F4797373-A03C-4466-D791-5F39C2A08A6C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7CD93163-11E4-2B04-1007-FFC9D587AEF1}"/>
              </a:ext>
            </a:extLst>
          </p:cNvPr>
          <p:cNvSpPr/>
          <p:nvPr/>
        </p:nvSpPr>
        <p:spPr>
          <a:xfrm>
            <a:off x="7323364" y="2726871"/>
            <a:ext cx="2037867" cy="1412422"/>
          </a:xfrm>
          <a:custGeom>
            <a:avLst/>
            <a:gdLst>
              <a:gd name="connsiteX0" fmla="*/ 0 w 2037867"/>
              <a:gd name="connsiteY0" fmla="*/ 0 h 1412422"/>
              <a:gd name="connsiteX1" fmla="*/ 1902279 w 2037867"/>
              <a:gd name="connsiteY1" fmla="*/ 310243 h 1412422"/>
              <a:gd name="connsiteX2" fmla="*/ 1885950 w 2037867"/>
              <a:gd name="connsiteY2" fmla="*/ 1412422 h 1412422"/>
              <a:gd name="connsiteX3" fmla="*/ 1885950 w 2037867"/>
              <a:gd name="connsiteY3" fmla="*/ 1412422 h 1412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7867" h="1412422">
                <a:moveTo>
                  <a:pt x="0" y="0"/>
                </a:moveTo>
                <a:cubicBezTo>
                  <a:pt x="793977" y="37419"/>
                  <a:pt x="1587954" y="74839"/>
                  <a:pt x="1902279" y="310243"/>
                </a:cubicBezTo>
                <a:cubicBezTo>
                  <a:pt x="2216604" y="545647"/>
                  <a:pt x="1885950" y="1412422"/>
                  <a:pt x="1885950" y="1412422"/>
                </a:cubicBezTo>
                <a:lnTo>
                  <a:pt x="1885950" y="1412422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0791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2D3AA-867F-B294-7521-9BC640A5B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D7003EBB-E402-978A-729A-189083C298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561199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F134FCD-265B-E11C-6101-94CDDA79A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12015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58ABD218-6BD8-E313-4108-D9CFE8A4A3D8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72465262-20DC-45EA-BA44-C9123F4A78DC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C10BDE4E-E9A6-B5F4-28B2-EBA962B88BA9}"/>
              </a:ext>
            </a:extLst>
          </p:cNvPr>
          <p:cNvSpPr/>
          <p:nvPr/>
        </p:nvSpPr>
        <p:spPr>
          <a:xfrm>
            <a:off x="4985301" y="1763486"/>
            <a:ext cx="680713" cy="922564"/>
          </a:xfrm>
          <a:custGeom>
            <a:avLst/>
            <a:gdLst>
              <a:gd name="connsiteX0" fmla="*/ 476606 w 680713"/>
              <a:gd name="connsiteY0" fmla="*/ 922564 h 922564"/>
              <a:gd name="connsiteX1" fmla="*/ 3078 w 680713"/>
              <a:gd name="connsiteY1" fmla="*/ 555171 h 922564"/>
              <a:gd name="connsiteX2" fmla="*/ 680713 w 680713"/>
              <a:gd name="connsiteY2" fmla="*/ 0 h 922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713" h="922564">
                <a:moveTo>
                  <a:pt x="476606" y="922564"/>
                </a:moveTo>
                <a:cubicBezTo>
                  <a:pt x="222833" y="815748"/>
                  <a:pt x="-30940" y="708932"/>
                  <a:pt x="3078" y="555171"/>
                </a:cubicBezTo>
                <a:cubicBezTo>
                  <a:pt x="37096" y="401410"/>
                  <a:pt x="358904" y="200705"/>
                  <a:pt x="680713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862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128C-7979-7DD4-B387-144F4F216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1867BCCA-7A69-F124-AD9B-2C35527696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6105707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1CCE225-F4FC-3978-30C4-3F27D7C502C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1C949B08-44D8-6999-F55F-CDD8652E7148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3E4E7DA2-29D3-0898-4460-0AF6D9CD8272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7BE5A32F-283F-B7DA-AF45-A1A1746384C1}"/>
              </a:ext>
            </a:extLst>
          </p:cNvPr>
          <p:cNvSpPr/>
          <p:nvPr/>
        </p:nvSpPr>
        <p:spPr>
          <a:xfrm>
            <a:off x="2684631" y="2539093"/>
            <a:ext cx="2793605" cy="2400300"/>
          </a:xfrm>
          <a:custGeom>
            <a:avLst/>
            <a:gdLst>
              <a:gd name="connsiteX0" fmla="*/ 605576 w 2793605"/>
              <a:gd name="connsiteY0" fmla="*/ 2400300 h 2400300"/>
              <a:gd name="connsiteX1" fmla="*/ 140212 w 2793605"/>
              <a:gd name="connsiteY1" fmla="*/ 440871 h 2400300"/>
              <a:gd name="connsiteX2" fmla="*/ 2793605 w 2793605"/>
              <a:gd name="connsiteY2" fmla="*/ 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3605" h="2400300">
                <a:moveTo>
                  <a:pt x="605576" y="2400300"/>
                </a:moveTo>
                <a:cubicBezTo>
                  <a:pt x="190558" y="1620610"/>
                  <a:pt x="-224459" y="840921"/>
                  <a:pt x="140212" y="440871"/>
                </a:cubicBezTo>
                <a:cubicBezTo>
                  <a:pt x="504883" y="40821"/>
                  <a:pt x="1649244" y="20410"/>
                  <a:pt x="2793605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4966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E8BA-E93C-97AF-4481-ACD84A59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1437E9EF-30D3-39AB-7D86-92AA8789E7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317266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4609404-F8D1-7DEA-8657-F39B660AE33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D0C17EEA-B49E-BF64-EF09-11736BF40921}"/>
              </a:ext>
            </a:extLst>
          </p:cNvPr>
          <p:cNvSpPr/>
          <p:nvPr/>
        </p:nvSpPr>
        <p:spPr>
          <a:xfrm>
            <a:off x="3656290" y="2342061"/>
            <a:ext cx="1813781" cy="1095103"/>
          </a:xfrm>
          <a:custGeom>
            <a:avLst/>
            <a:gdLst>
              <a:gd name="connsiteX0" fmla="*/ 1813781 w 1813781"/>
              <a:gd name="connsiteY0" fmla="*/ 262346 h 1095103"/>
              <a:gd name="connsiteX1" fmla="*/ 58460 w 1813781"/>
              <a:gd name="connsiteY1" fmla="*/ 50075 h 1095103"/>
              <a:gd name="connsiteX2" fmla="*/ 589139 w 1813781"/>
              <a:gd name="connsiteY2" fmla="*/ 1095103 h 109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3781" h="1095103">
                <a:moveTo>
                  <a:pt x="1813781" y="262346"/>
                </a:moveTo>
                <a:cubicBezTo>
                  <a:pt x="1038174" y="86814"/>
                  <a:pt x="262567" y="-88718"/>
                  <a:pt x="58460" y="50075"/>
                </a:cubicBezTo>
                <a:cubicBezTo>
                  <a:pt x="-145647" y="188868"/>
                  <a:pt x="221746" y="641985"/>
                  <a:pt x="589139" y="1095103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A20BF8-326B-BF63-79B8-3F39AC83D28C}"/>
              </a:ext>
            </a:extLst>
          </p:cNvPr>
          <p:cNvSpPr txBox="1"/>
          <p:nvPr/>
        </p:nvSpPr>
        <p:spPr>
          <a:xfrm>
            <a:off x="2211592" y="2342061"/>
            <a:ext cx="1497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 &lt; 3 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CF727750-C917-7635-F68F-3E25429B3E2F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8" name="スクロール: 横 7">
            <a:extLst>
              <a:ext uri="{FF2B5EF4-FFF2-40B4-BE49-F238E27FC236}">
                <a16:creationId xmlns:a16="http://schemas.microsoft.com/office/drawing/2014/main" id="{CECDFDC2-B12A-C2AE-A050-1E2209F5009E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11826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02619-D6DA-988E-285B-810C222B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499AD08F-9D13-DD34-22C4-A501AA726D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04649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978AAEF-1B2B-F1D4-49FE-1F16C496AB9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2AA40F-A207-07EF-B0B6-A8FAFF209CA0}"/>
              </a:ext>
            </a:extLst>
          </p:cNvPr>
          <p:cNvSpPr txBox="1"/>
          <p:nvPr/>
        </p:nvSpPr>
        <p:spPr>
          <a:xfrm>
            <a:off x="8839903" y="234206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</a:t>
            </a:r>
            <a:r>
              <a:rPr kumimoji="1" lang="en-US" altLang="ja-JP" dirty="0"/>
              <a:t> &lt; 3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ADEAFBD3-8F8C-BDA3-AE21-CBCA74CBDD18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8" name="スクロール: 横 7">
            <a:extLst>
              <a:ext uri="{FF2B5EF4-FFF2-40B4-BE49-F238E27FC236}">
                <a16:creationId xmlns:a16="http://schemas.microsoft.com/office/drawing/2014/main" id="{5EA183F2-AD64-4CD4-794C-CCFCE318582E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BFB096CE-3FEC-B968-2D90-66A5DBAA4F3F}"/>
              </a:ext>
            </a:extLst>
          </p:cNvPr>
          <p:cNvSpPr/>
          <p:nvPr/>
        </p:nvSpPr>
        <p:spPr>
          <a:xfrm>
            <a:off x="7315200" y="2743200"/>
            <a:ext cx="2355813" cy="1453243"/>
          </a:xfrm>
          <a:custGeom>
            <a:avLst/>
            <a:gdLst>
              <a:gd name="connsiteX0" fmla="*/ 0 w 2355813"/>
              <a:gd name="connsiteY0" fmla="*/ 0 h 1453243"/>
              <a:gd name="connsiteX1" fmla="*/ 2228850 w 2355813"/>
              <a:gd name="connsiteY1" fmla="*/ 302079 h 1453243"/>
              <a:gd name="connsiteX2" fmla="*/ 1885950 w 2355813"/>
              <a:gd name="connsiteY2" fmla="*/ 1453243 h 145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5813" h="1453243">
                <a:moveTo>
                  <a:pt x="0" y="0"/>
                </a:moveTo>
                <a:cubicBezTo>
                  <a:pt x="957262" y="29936"/>
                  <a:pt x="1914525" y="59872"/>
                  <a:pt x="2228850" y="302079"/>
                </a:cubicBezTo>
                <a:cubicBezTo>
                  <a:pt x="2543175" y="544286"/>
                  <a:pt x="2214562" y="998764"/>
                  <a:pt x="1885950" y="1453243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200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8681-8E80-95CB-24E6-4121500C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BDE627E9-DD62-A3C2-96DD-754ED7E2C3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4236635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122E5C6E-FC52-11ED-BA60-9542330E7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449345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93FCA481-20A1-84B7-A63E-FAC8297079CD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EA65A6D9-8F48-4BC9-7F2F-304AA57435FB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6D2A6BAE-1B80-9BDE-18D6-AE758A8F083A}"/>
              </a:ext>
            </a:extLst>
          </p:cNvPr>
          <p:cNvSpPr/>
          <p:nvPr/>
        </p:nvSpPr>
        <p:spPr>
          <a:xfrm>
            <a:off x="4528822" y="1771650"/>
            <a:ext cx="957578" cy="930729"/>
          </a:xfrm>
          <a:custGeom>
            <a:avLst/>
            <a:gdLst>
              <a:gd name="connsiteX0" fmla="*/ 957578 w 957578"/>
              <a:gd name="connsiteY0" fmla="*/ 930729 h 930729"/>
              <a:gd name="connsiteX1" fmla="*/ 149314 w 957578"/>
              <a:gd name="connsiteY1" fmla="*/ 710293 h 930729"/>
              <a:gd name="connsiteX2" fmla="*/ 2357 w 957578"/>
              <a:gd name="connsiteY2" fmla="*/ 0 h 930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578" h="930729">
                <a:moveTo>
                  <a:pt x="957578" y="930729"/>
                </a:moveTo>
                <a:cubicBezTo>
                  <a:pt x="633047" y="898071"/>
                  <a:pt x="308517" y="865414"/>
                  <a:pt x="149314" y="710293"/>
                </a:cubicBezTo>
                <a:cubicBezTo>
                  <a:pt x="-9890" y="555171"/>
                  <a:pt x="-3767" y="277585"/>
                  <a:pt x="2357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465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3BF6-611F-9D27-43E6-52DECA8A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0DA59822-347C-99C4-2E9E-307E4CFEE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525684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806D1DF-3F7B-0EB5-D096-D810731FA5C2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スクロール: 横 2">
            <a:extLst>
              <a:ext uri="{FF2B5EF4-FFF2-40B4-BE49-F238E27FC236}">
                <a16:creationId xmlns:a16="http://schemas.microsoft.com/office/drawing/2014/main" id="{CC505DC0-1DB3-8217-AABB-FF464E77EFB2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4BC1747F-E16C-0798-6300-E7A7CCCE89C3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0CBF2E19-0CAF-EA03-5192-3AD0E1D1739E}"/>
              </a:ext>
            </a:extLst>
          </p:cNvPr>
          <p:cNvSpPr/>
          <p:nvPr/>
        </p:nvSpPr>
        <p:spPr>
          <a:xfrm>
            <a:off x="7323364" y="2718707"/>
            <a:ext cx="2739654" cy="1387929"/>
          </a:xfrm>
          <a:custGeom>
            <a:avLst/>
            <a:gdLst>
              <a:gd name="connsiteX0" fmla="*/ 1894115 w 2739654"/>
              <a:gd name="connsiteY0" fmla="*/ 1387929 h 1387929"/>
              <a:gd name="connsiteX1" fmla="*/ 2645229 w 2739654"/>
              <a:gd name="connsiteY1" fmla="*/ 840922 h 1387929"/>
              <a:gd name="connsiteX2" fmla="*/ 0 w 2739654"/>
              <a:gd name="connsiteY2" fmla="*/ 0 h 138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9654" h="1387929">
                <a:moveTo>
                  <a:pt x="1894115" y="1387929"/>
                </a:moveTo>
                <a:cubicBezTo>
                  <a:pt x="2427515" y="1230086"/>
                  <a:pt x="2960915" y="1072243"/>
                  <a:pt x="2645229" y="840922"/>
                </a:cubicBezTo>
                <a:cubicBezTo>
                  <a:pt x="2329543" y="609600"/>
                  <a:pt x="1164771" y="304800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35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A86E-FE89-38FC-01BE-FD8B6951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4997E717-7E35-ED7E-5F24-0B3A42E615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696200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DAC9D75-2E9C-7EA9-E05D-93BB490AE61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B4FAAEE6-F82D-3BE7-DFE1-E39200DDD28F}"/>
              </a:ext>
            </a:extLst>
          </p:cNvPr>
          <p:cNvSpPr/>
          <p:nvPr/>
        </p:nvSpPr>
        <p:spPr>
          <a:xfrm>
            <a:off x="3656290" y="2342061"/>
            <a:ext cx="1813781" cy="1095103"/>
          </a:xfrm>
          <a:custGeom>
            <a:avLst/>
            <a:gdLst>
              <a:gd name="connsiteX0" fmla="*/ 1813781 w 1813781"/>
              <a:gd name="connsiteY0" fmla="*/ 262346 h 1095103"/>
              <a:gd name="connsiteX1" fmla="*/ 58460 w 1813781"/>
              <a:gd name="connsiteY1" fmla="*/ 50075 h 1095103"/>
              <a:gd name="connsiteX2" fmla="*/ 589139 w 1813781"/>
              <a:gd name="connsiteY2" fmla="*/ 1095103 h 109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3781" h="1095103">
                <a:moveTo>
                  <a:pt x="1813781" y="262346"/>
                </a:moveTo>
                <a:cubicBezTo>
                  <a:pt x="1038174" y="86814"/>
                  <a:pt x="262567" y="-88718"/>
                  <a:pt x="58460" y="50075"/>
                </a:cubicBezTo>
                <a:cubicBezTo>
                  <a:pt x="-145647" y="188868"/>
                  <a:pt x="221746" y="641985"/>
                  <a:pt x="589139" y="1095103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8FB945-CC99-8EEA-366A-248C3052B147}"/>
              </a:ext>
            </a:extLst>
          </p:cNvPr>
          <p:cNvSpPr txBox="1"/>
          <p:nvPr/>
        </p:nvSpPr>
        <p:spPr>
          <a:xfrm>
            <a:off x="2211592" y="2342061"/>
            <a:ext cx="1431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1</a:t>
            </a:r>
            <a:r>
              <a:rPr kumimoji="1" lang="en-US" altLang="ja-JP" dirty="0"/>
              <a:t> &lt; 2</a:t>
            </a:r>
            <a:r>
              <a:rPr kumimoji="1" lang="ja-JP" altLang="en-US" dirty="0"/>
              <a:t>なので</a:t>
            </a:r>
            <a:endParaRPr kumimoji="1" lang="en-US" altLang="ja-JP" dirty="0"/>
          </a:p>
          <a:p>
            <a:r>
              <a:rPr lang="ja-JP" altLang="en-US" dirty="0"/>
              <a:t>入れ替え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40498C3E-1ABB-0EFE-1C10-59A66118B74A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8" name="スクロール: 横 7">
            <a:extLst>
              <a:ext uri="{FF2B5EF4-FFF2-40B4-BE49-F238E27FC236}">
                <a16:creationId xmlns:a16="http://schemas.microsoft.com/office/drawing/2014/main" id="{D203A769-5BA9-A089-490B-5999C0942E2C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6665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9476-37A3-386B-BF7C-CED63C27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35831C8A-5B68-AC23-C237-6DA49D5B66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651938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603D6F5-DDAE-AADC-D792-2BC051C3F5E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E36BEABE-32F0-FC1E-3AB2-C961767D9F45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56689AFB-36DB-6E4C-5A04-8451C1B4C020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58837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C7ABB-0328-B293-849F-DB17D4B7C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53FCC424-4B2C-4309-E7B5-C90D47779E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870114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D26383CE-42FD-8675-3257-DE416040A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76757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4F953242-406A-59D4-2858-893B31F1F503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F675F196-ED73-C855-7B8D-0D5A4AC4765A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9CEA3593-8DE6-CE82-B0C1-B26862BD284B}"/>
              </a:ext>
            </a:extLst>
          </p:cNvPr>
          <p:cNvSpPr/>
          <p:nvPr/>
        </p:nvSpPr>
        <p:spPr>
          <a:xfrm>
            <a:off x="3469821" y="1763486"/>
            <a:ext cx="2008415" cy="933499"/>
          </a:xfrm>
          <a:custGeom>
            <a:avLst/>
            <a:gdLst>
              <a:gd name="connsiteX0" fmla="*/ 2008415 w 2008415"/>
              <a:gd name="connsiteY0" fmla="*/ 857250 h 933499"/>
              <a:gd name="connsiteX1" fmla="*/ 710293 w 2008415"/>
              <a:gd name="connsiteY1" fmla="*/ 849085 h 933499"/>
              <a:gd name="connsiteX2" fmla="*/ 0 w 2008415"/>
              <a:gd name="connsiteY2" fmla="*/ 0 h 93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8415" h="933499">
                <a:moveTo>
                  <a:pt x="2008415" y="857250"/>
                </a:moveTo>
                <a:cubicBezTo>
                  <a:pt x="1526722" y="924605"/>
                  <a:pt x="1045029" y="991960"/>
                  <a:pt x="710293" y="849085"/>
                </a:cubicBezTo>
                <a:cubicBezTo>
                  <a:pt x="375557" y="706210"/>
                  <a:pt x="187778" y="353105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6362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1491-7A54-D60E-218B-D50A29DC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CAB03405-C503-7209-0BEC-F67E3D2C1A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2080406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FA4F45D-AB24-E111-1AA4-DFE378E70D4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0A697C16-9D15-4973-FFED-A00B110C6641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27CA5C97-CE4B-43DE-04DD-B0A364B35016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597D310D-8808-08A5-6D6B-A551C2C8EDA0}"/>
              </a:ext>
            </a:extLst>
          </p:cNvPr>
          <p:cNvSpPr/>
          <p:nvPr/>
        </p:nvSpPr>
        <p:spPr>
          <a:xfrm>
            <a:off x="3562236" y="2620736"/>
            <a:ext cx="1940493" cy="889907"/>
          </a:xfrm>
          <a:custGeom>
            <a:avLst/>
            <a:gdLst>
              <a:gd name="connsiteX0" fmla="*/ 519907 w 1940493"/>
              <a:gd name="connsiteY0" fmla="*/ 889907 h 889907"/>
              <a:gd name="connsiteX1" fmla="*/ 79035 w 1940493"/>
              <a:gd name="connsiteY1" fmla="*/ 195943 h 889907"/>
              <a:gd name="connsiteX2" fmla="*/ 1940493 w 1940493"/>
              <a:gd name="connsiteY2" fmla="*/ 0 h 889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493" h="889907">
                <a:moveTo>
                  <a:pt x="519907" y="889907"/>
                </a:moveTo>
                <a:cubicBezTo>
                  <a:pt x="181089" y="617084"/>
                  <a:pt x="-157729" y="344261"/>
                  <a:pt x="79035" y="195943"/>
                </a:cubicBezTo>
                <a:cubicBezTo>
                  <a:pt x="315799" y="47625"/>
                  <a:pt x="1128146" y="23812"/>
                  <a:pt x="1940493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41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2412-C602-DA6D-7DDF-8CC9B13E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1540C97B-0A2D-6588-579C-F93F15C217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5686745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F34F52A-2FAE-4FFC-7934-3A5EBA51E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832891"/>
              </p:ext>
            </p:extLst>
          </p:nvPr>
        </p:nvGraphicFramePr>
        <p:xfrm>
          <a:off x="2032000" y="719666"/>
          <a:ext cx="8128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004912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27747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93CAADC3-E4BF-C656-DD4D-2CBA78D0510D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BEE16ADC-FE76-81F3-49F0-97F1F9327B22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0DCDA8-5594-4626-EB38-75305C84AF89}"/>
              </a:ext>
            </a:extLst>
          </p:cNvPr>
          <p:cNvSpPr txBox="1"/>
          <p:nvPr/>
        </p:nvSpPr>
        <p:spPr>
          <a:xfrm>
            <a:off x="530123" y="85579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ソート完成</a:t>
            </a:r>
            <a:endParaRPr kumimoji="1" lang="ja-JP" altLang="en-US" dirty="0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C8F19474-9D4D-D6A1-3968-21A56DD4847D}"/>
              </a:ext>
            </a:extLst>
          </p:cNvPr>
          <p:cNvSpPr/>
          <p:nvPr/>
        </p:nvSpPr>
        <p:spPr>
          <a:xfrm>
            <a:off x="2237014" y="1779814"/>
            <a:ext cx="3249386" cy="1095187"/>
          </a:xfrm>
          <a:custGeom>
            <a:avLst/>
            <a:gdLst>
              <a:gd name="connsiteX0" fmla="*/ 3249386 w 3249386"/>
              <a:gd name="connsiteY0" fmla="*/ 873579 h 1095187"/>
              <a:gd name="connsiteX1" fmla="*/ 628650 w 3249386"/>
              <a:gd name="connsiteY1" fmla="*/ 1036865 h 1095187"/>
              <a:gd name="connsiteX2" fmla="*/ 0 w 3249386"/>
              <a:gd name="connsiteY2" fmla="*/ 0 h 109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9386" h="1095187">
                <a:moveTo>
                  <a:pt x="3249386" y="873579"/>
                </a:moveTo>
                <a:cubicBezTo>
                  <a:pt x="2209800" y="1028020"/>
                  <a:pt x="1170214" y="1182462"/>
                  <a:pt x="628650" y="1036865"/>
                </a:cubicBezTo>
                <a:cubicBezTo>
                  <a:pt x="87086" y="891269"/>
                  <a:pt x="43543" y="445634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574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847</Words>
  <Application>Microsoft Office PowerPoint</Application>
  <PresentationFormat>ワイド画面</PresentationFormat>
  <Paragraphs>634</Paragraphs>
  <Slides>38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38</vt:i4>
      </vt:variant>
    </vt:vector>
  </HeadingPairs>
  <TitlesOfParts>
    <vt:vector size="42" baseType="lpstr">
      <vt:lpstr>游ゴシック</vt:lpstr>
      <vt:lpstr>游ゴシック Light</vt:lpstr>
      <vt:lpstr>Arial</vt:lpstr>
      <vt:lpstr>Office テーマ</vt:lpstr>
      <vt:lpstr>ヒープ ソート</vt:lpstr>
      <vt:lpstr>PowerPoint プレゼンテーション</vt:lpstr>
      <vt:lpstr>Stage 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Stage 2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2026-07-05T11:06:29Z</dcterms:created>
  <dcterms:modified xsi:type="dcterms:W3CDTF">2026-07-06T16:50:47Z</dcterms:modified>
</cp:coreProperties>
</file>