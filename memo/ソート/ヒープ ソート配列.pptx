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9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0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1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2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3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4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5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6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17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8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19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20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21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22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23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24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25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26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27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28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notesSlides/notesSlide29.xml" ContentType="application/vnd.openxmlformats-officedocument.presentationml.notesSlide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84" r:id="rId4"/>
    <p:sldId id="285" r:id="rId5"/>
    <p:sldId id="287" r:id="rId6"/>
    <p:sldId id="286" r:id="rId7"/>
    <p:sldId id="288" r:id="rId8"/>
    <p:sldId id="289" r:id="rId9"/>
    <p:sldId id="290" r:id="rId10"/>
    <p:sldId id="291" r:id="rId11"/>
    <p:sldId id="292" r:id="rId12"/>
    <p:sldId id="294" r:id="rId13"/>
    <p:sldId id="293" r:id="rId14"/>
    <p:sldId id="295" r:id="rId15"/>
    <p:sldId id="296" r:id="rId16"/>
    <p:sldId id="297" r:id="rId17"/>
    <p:sldId id="299" r:id="rId18"/>
    <p:sldId id="300" r:id="rId19"/>
    <p:sldId id="302" r:id="rId20"/>
    <p:sldId id="301" r:id="rId21"/>
    <p:sldId id="303" r:id="rId22"/>
    <p:sldId id="304" r:id="rId23"/>
    <p:sldId id="305" r:id="rId24"/>
    <p:sldId id="314" r:id="rId25"/>
    <p:sldId id="307" r:id="rId26"/>
    <p:sldId id="306" r:id="rId27"/>
    <p:sldId id="308" r:id="rId28"/>
    <p:sldId id="309" r:id="rId29"/>
    <p:sldId id="310" r:id="rId30"/>
    <p:sldId id="311" r:id="rId31"/>
    <p:sldId id="312" r:id="rId32"/>
    <p:sldId id="313" r:id="rId3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EE6F25-8606-4041-9920-B842DE283F8F}" v="227" dt="2026-07-06T15:13:19.3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智 統" userId="2de33d77-a65a-42d1-92e2-b40da65bb07e" providerId="ADAL" clId="{16EE6F25-8606-4041-9920-B842DE283F8F}"/>
    <pc:docChg chg="undo custSel addSld delSld modSld sldOrd">
      <pc:chgData name="越智 統" userId="2de33d77-a65a-42d1-92e2-b40da65bb07e" providerId="ADAL" clId="{16EE6F25-8606-4041-9920-B842DE283F8F}" dt="2026-07-06T16:16:18.552" v="1614" actId="20577"/>
      <pc:docMkLst>
        <pc:docMk/>
      </pc:docMkLst>
      <pc:sldChg chg="modSp mod">
        <pc:chgData name="越智 統" userId="2de33d77-a65a-42d1-92e2-b40da65bb07e" providerId="ADAL" clId="{16EE6F25-8606-4041-9920-B842DE283F8F}" dt="2026-07-06T15:14:44.162" v="1608" actId="20577"/>
        <pc:sldMkLst>
          <pc:docMk/>
          <pc:sldMk cId="2621639484" sldId="256"/>
        </pc:sldMkLst>
        <pc:spChg chg="mod">
          <ac:chgData name="越智 統" userId="2de33d77-a65a-42d1-92e2-b40da65bb07e" providerId="ADAL" clId="{16EE6F25-8606-4041-9920-B842DE283F8F}" dt="2026-07-06T15:14:28.248" v="1581" actId="20577"/>
          <ac:spMkLst>
            <pc:docMk/>
            <pc:sldMk cId="2621639484" sldId="256"/>
            <ac:spMk id="2" creationId="{0B7C9D63-2D36-FD9B-BB9A-DDE301CB0014}"/>
          </ac:spMkLst>
        </pc:spChg>
        <pc:spChg chg="mod">
          <ac:chgData name="越智 統" userId="2de33d77-a65a-42d1-92e2-b40da65bb07e" providerId="ADAL" clId="{16EE6F25-8606-4041-9920-B842DE283F8F}" dt="2026-07-06T15:14:44.162" v="1608" actId="20577"/>
          <ac:spMkLst>
            <pc:docMk/>
            <pc:sldMk cId="2621639484" sldId="256"/>
            <ac:spMk id="3" creationId="{50D7095C-D146-B916-17C7-AE0CAC704AC5}"/>
          </ac:spMkLst>
        </pc:spChg>
      </pc:sldChg>
      <pc:sldChg chg="modSp add mod">
        <pc:chgData name="越智 統" userId="2de33d77-a65a-42d1-92e2-b40da65bb07e" providerId="ADAL" clId="{16EE6F25-8606-4041-9920-B842DE283F8F}" dt="2026-07-06T13:38:26.066" v="69" actId="20577"/>
        <pc:sldMkLst>
          <pc:docMk/>
          <pc:sldMk cId="797126479" sldId="257"/>
        </pc:sldMkLst>
        <pc:graphicFrameChg chg="mod modGraphic">
          <ac:chgData name="越智 統" userId="2de33d77-a65a-42d1-92e2-b40da65bb07e" providerId="ADAL" clId="{16EE6F25-8606-4041-9920-B842DE283F8F}" dt="2026-07-06T13:38:26.066" v="69" actId="20577"/>
          <ac:graphicFrameMkLst>
            <pc:docMk/>
            <pc:sldMk cId="797126479" sldId="257"/>
            <ac:graphicFrameMk id="2" creationId="{A4AAFC48-4D51-028C-B392-65A57875A289}"/>
          </ac:graphicFrameMkLst>
        </pc:graphicFrameChg>
        <pc:graphicFrameChg chg="modGraphic">
          <ac:chgData name="越智 統" userId="2de33d77-a65a-42d1-92e2-b40da65bb07e" providerId="ADAL" clId="{16EE6F25-8606-4041-9920-B842DE283F8F}" dt="2026-07-06T13:35:45.626" v="17" actId="20577"/>
          <ac:graphicFrameMkLst>
            <pc:docMk/>
            <pc:sldMk cId="797126479" sldId="257"/>
            <ac:graphicFrameMk id="5" creationId="{236DB4FA-C6D6-78EE-EB72-8A6F9A05A82C}"/>
          </ac:graphicFrameMkLst>
        </pc:graphicFrameChg>
      </pc:sldChg>
      <pc:sldChg chg="modSp add del mod">
        <pc:chgData name="越智 統" userId="2de33d77-a65a-42d1-92e2-b40da65bb07e" providerId="ADAL" clId="{16EE6F25-8606-4041-9920-B842DE283F8F}" dt="2026-07-06T14:00:58.583" v="535" actId="2696"/>
        <pc:sldMkLst>
          <pc:docMk/>
          <pc:sldMk cId="40890539" sldId="258"/>
        </pc:sldMkLst>
        <pc:graphicFrameChg chg="mod modGraphic">
          <ac:chgData name="越智 統" userId="2de33d77-a65a-42d1-92e2-b40da65bb07e" providerId="ADAL" clId="{16EE6F25-8606-4041-9920-B842DE283F8F}" dt="2026-07-06T13:41:02.215" v="77" actId="207"/>
          <ac:graphicFrameMkLst>
            <pc:docMk/>
            <pc:sldMk cId="40890539" sldId="258"/>
            <ac:graphicFrameMk id="2" creationId="{A451BC23-DDD1-8248-01DC-6A56F310201F}"/>
          </ac:graphicFrameMkLst>
        </pc:graphicFrameChg>
        <pc:graphicFrameChg chg="modGraphic">
          <ac:chgData name="越智 統" userId="2de33d77-a65a-42d1-92e2-b40da65bb07e" providerId="ADAL" clId="{16EE6F25-8606-4041-9920-B842DE283F8F}" dt="2026-07-06T13:40:40.126" v="73" actId="207"/>
          <ac:graphicFrameMkLst>
            <pc:docMk/>
            <pc:sldMk cId="40890539" sldId="258"/>
            <ac:graphicFrameMk id="5" creationId="{D2F759A6-D02D-D40A-D66D-5261C67D6493}"/>
          </ac:graphicFrameMkLst>
        </pc:graphicFrameChg>
      </pc:sldChg>
      <pc:sldChg chg="addSp delSp modSp add mod">
        <pc:chgData name="越智 統" userId="2de33d77-a65a-42d1-92e2-b40da65bb07e" providerId="ADAL" clId="{16EE6F25-8606-4041-9920-B842DE283F8F}" dt="2026-07-06T13:53:28.605" v="355" actId="1582"/>
        <pc:sldMkLst>
          <pc:docMk/>
          <pc:sldMk cId="861911928" sldId="285"/>
        </pc:sldMkLst>
        <pc:spChg chg="add del mod">
          <ac:chgData name="越智 統" userId="2de33d77-a65a-42d1-92e2-b40da65bb07e" providerId="ADAL" clId="{16EE6F25-8606-4041-9920-B842DE283F8F}" dt="2026-07-06T13:50:41.425" v="345" actId="478"/>
          <ac:spMkLst>
            <pc:docMk/>
            <pc:sldMk cId="861911928" sldId="285"/>
            <ac:spMk id="3" creationId="{7FF9DB51-C59B-6AE6-0C82-DECBD0714070}"/>
          </ac:spMkLst>
        </pc:spChg>
        <pc:spChg chg="add mod">
          <ac:chgData name="越智 統" userId="2de33d77-a65a-42d1-92e2-b40da65bb07e" providerId="ADAL" clId="{16EE6F25-8606-4041-9920-B842DE283F8F}" dt="2026-07-06T13:43:25.761" v="151" actId="14100"/>
          <ac:spMkLst>
            <pc:docMk/>
            <pc:sldMk cId="861911928" sldId="285"/>
            <ac:spMk id="4" creationId="{2381D688-0F3C-FF63-3943-60984EE23E91}"/>
          </ac:spMkLst>
        </pc:spChg>
        <pc:spChg chg="add mod">
          <ac:chgData name="越智 統" userId="2de33d77-a65a-42d1-92e2-b40da65bb07e" providerId="ADAL" clId="{16EE6F25-8606-4041-9920-B842DE283F8F}" dt="2026-07-06T13:46:51.605" v="258" actId="14100"/>
          <ac:spMkLst>
            <pc:docMk/>
            <pc:sldMk cId="861911928" sldId="285"/>
            <ac:spMk id="8" creationId="{795BD930-B927-D964-3A7C-680B86B53739}"/>
          </ac:spMkLst>
        </pc:spChg>
        <pc:spChg chg="add mod">
          <ac:chgData name="越智 統" userId="2de33d77-a65a-42d1-92e2-b40da65bb07e" providerId="ADAL" clId="{16EE6F25-8606-4041-9920-B842DE283F8F}" dt="2026-07-06T13:53:07.996" v="354" actId="13822"/>
          <ac:spMkLst>
            <pc:docMk/>
            <pc:sldMk cId="861911928" sldId="285"/>
            <ac:spMk id="11" creationId="{52516A2C-1D67-BB87-70D9-B2DF60E05282}"/>
          </ac:spMkLst>
        </pc:spChg>
        <pc:cxnChg chg="add mod">
          <ac:chgData name="越智 統" userId="2de33d77-a65a-42d1-92e2-b40da65bb07e" providerId="ADAL" clId="{16EE6F25-8606-4041-9920-B842DE283F8F}" dt="2026-07-06T13:53:28.605" v="355" actId="1582"/>
          <ac:cxnSpMkLst>
            <pc:docMk/>
            <pc:sldMk cId="861911928" sldId="285"/>
            <ac:cxnSpMk id="10" creationId="{E023A0B3-85BA-D315-D4AF-A15ABDAD7CD3}"/>
          </ac:cxnSpMkLst>
        </pc:cxnChg>
      </pc:sldChg>
      <pc:sldChg chg="add del">
        <pc:chgData name="越智 統" userId="2de33d77-a65a-42d1-92e2-b40da65bb07e" providerId="ADAL" clId="{16EE6F25-8606-4041-9920-B842DE283F8F}" dt="2026-07-06T13:41:15.343" v="79"/>
        <pc:sldMkLst>
          <pc:docMk/>
          <pc:sldMk cId="1551761009" sldId="285"/>
        </pc:sldMkLst>
      </pc:sldChg>
      <pc:sldChg chg="addSp delSp modSp add mod">
        <pc:chgData name="越智 統" userId="2de33d77-a65a-42d1-92e2-b40da65bb07e" providerId="ADAL" clId="{16EE6F25-8606-4041-9920-B842DE283F8F}" dt="2026-07-06T14:53:52.822" v="1225" actId="478"/>
        <pc:sldMkLst>
          <pc:docMk/>
          <pc:sldMk cId="3643893915" sldId="286"/>
        </pc:sldMkLst>
        <pc:spChg chg="del mod">
          <ac:chgData name="越智 統" userId="2de33d77-a65a-42d1-92e2-b40da65bb07e" providerId="ADAL" clId="{16EE6F25-8606-4041-9920-B842DE283F8F}" dt="2026-07-06T14:53:52.822" v="1225" actId="478"/>
          <ac:spMkLst>
            <pc:docMk/>
            <pc:sldMk cId="3643893915" sldId="286"/>
            <ac:spMk id="3" creationId="{9E693F50-46B7-9D18-26FC-E0EC10DDDAE0}"/>
          </ac:spMkLst>
        </pc:spChg>
        <pc:spChg chg="mod">
          <ac:chgData name="越智 統" userId="2de33d77-a65a-42d1-92e2-b40da65bb07e" providerId="ADAL" clId="{16EE6F25-8606-4041-9920-B842DE283F8F}" dt="2026-07-06T13:44:58.738" v="214" actId="1076"/>
          <ac:spMkLst>
            <pc:docMk/>
            <pc:sldMk cId="3643893915" sldId="286"/>
            <ac:spMk id="4" creationId="{B854B1E2-830F-BEF7-15B0-F77495EFDA3E}"/>
          </ac:spMkLst>
        </pc:spChg>
        <pc:spChg chg="mod">
          <ac:chgData name="越智 統" userId="2de33d77-a65a-42d1-92e2-b40da65bb07e" providerId="ADAL" clId="{16EE6F25-8606-4041-9920-B842DE283F8F}" dt="2026-07-06T13:45:05.305" v="223" actId="20577"/>
          <ac:spMkLst>
            <pc:docMk/>
            <pc:sldMk cId="3643893915" sldId="286"/>
            <ac:spMk id="8" creationId="{B014290F-83E7-12ED-0932-00935665ABF3}"/>
          </ac:spMkLst>
        </pc:spChg>
        <pc:spChg chg="add mod">
          <ac:chgData name="越智 統" userId="2de33d77-a65a-42d1-92e2-b40da65bb07e" providerId="ADAL" clId="{16EE6F25-8606-4041-9920-B842DE283F8F}" dt="2026-07-06T13:55:39.267" v="384" actId="113"/>
          <ac:spMkLst>
            <pc:docMk/>
            <pc:sldMk cId="3643893915" sldId="286"/>
            <ac:spMk id="14" creationId="{C2B07A81-228A-1B0F-CD2D-EDF1665CB544}"/>
          </ac:spMkLst>
        </pc:spChg>
        <pc:graphicFrameChg chg="modGraphic">
          <ac:chgData name="越智 統" userId="2de33d77-a65a-42d1-92e2-b40da65bb07e" providerId="ADAL" clId="{16EE6F25-8606-4041-9920-B842DE283F8F}" dt="2026-07-06T13:49:41.513" v="339" actId="207"/>
          <ac:graphicFrameMkLst>
            <pc:docMk/>
            <pc:sldMk cId="3643893915" sldId="286"/>
            <ac:graphicFrameMk id="2" creationId="{9CC82DC9-D2CC-BCD0-A6C0-C2A18305C874}"/>
          </ac:graphicFrameMkLst>
        </pc:graphicFrameChg>
        <pc:graphicFrameChg chg="add del modGraphic">
          <ac:chgData name="越智 統" userId="2de33d77-a65a-42d1-92e2-b40da65bb07e" providerId="ADAL" clId="{16EE6F25-8606-4041-9920-B842DE283F8F}" dt="2026-07-06T14:03:10.981" v="541" actId="478"/>
          <ac:graphicFrameMkLst>
            <pc:docMk/>
            <pc:sldMk cId="3643893915" sldId="286"/>
            <ac:graphicFrameMk id="5" creationId="{29A3A00A-5F2E-838D-4449-B054ED583F90}"/>
          </ac:graphicFrameMkLst>
        </pc:graphicFrameChg>
        <pc:cxnChg chg="add del mod">
          <ac:chgData name="越智 統" userId="2de33d77-a65a-42d1-92e2-b40da65bb07e" providerId="ADAL" clId="{16EE6F25-8606-4041-9920-B842DE283F8F}" dt="2026-07-06T13:55:03.472" v="366" actId="478"/>
          <ac:cxnSpMkLst>
            <pc:docMk/>
            <pc:sldMk cId="3643893915" sldId="286"/>
            <ac:cxnSpMk id="9" creationId="{3F7F43BA-B16C-5C0C-C8F1-8E5CE0517B1F}"/>
          </ac:cxnSpMkLst>
        </pc:cxnChg>
        <pc:cxnChg chg="add mod">
          <ac:chgData name="越智 統" userId="2de33d77-a65a-42d1-92e2-b40da65bb07e" providerId="ADAL" clId="{16EE6F25-8606-4041-9920-B842DE283F8F}" dt="2026-07-06T14:03:30.830" v="544" actId="14100"/>
          <ac:cxnSpMkLst>
            <pc:docMk/>
            <pc:sldMk cId="3643893915" sldId="286"/>
            <ac:cxnSpMk id="13" creationId="{1F012F70-98AE-1E27-3135-C5EEDF24E4A7}"/>
          </ac:cxnSpMkLst>
        </pc:cxnChg>
      </pc:sldChg>
      <pc:sldChg chg="addSp delSp modSp add mod">
        <pc:chgData name="越智 統" userId="2de33d77-a65a-42d1-92e2-b40da65bb07e" providerId="ADAL" clId="{16EE6F25-8606-4041-9920-B842DE283F8F}" dt="2026-07-06T13:54:43.761" v="363" actId="20577"/>
        <pc:sldMkLst>
          <pc:docMk/>
          <pc:sldMk cId="3334591625" sldId="287"/>
        </pc:sldMkLst>
        <pc:spChg chg="del mod">
          <ac:chgData name="越智 統" userId="2de33d77-a65a-42d1-92e2-b40da65bb07e" providerId="ADAL" clId="{16EE6F25-8606-4041-9920-B842DE283F8F}" dt="2026-07-06T13:53:48.614" v="357" actId="478"/>
          <ac:spMkLst>
            <pc:docMk/>
            <pc:sldMk cId="3334591625" sldId="287"/>
            <ac:spMk id="3" creationId="{A0E6A797-F273-067D-D512-953D66B8F7F7}"/>
          </ac:spMkLst>
        </pc:spChg>
        <pc:spChg chg="add mod">
          <ac:chgData name="越智 統" userId="2de33d77-a65a-42d1-92e2-b40da65bb07e" providerId="ADAL" clId="{16EE6F25-8606-4041-9920-B842DE283F8F}" dt="2026-07-06T13:54:43.761" v="363" actId="20577"/>
          <ac:spMkLst>
            <pc:docMk/>
            <pc:sldMk cId="3334591625" sldId="287"/>
            <ac:spMk id="13" creationId="{52FD36BC-B690-98CB-89CE-65D2C656D06C}"/>
          </ac:spMkLst>
        </pc:spChg>
        <pc:cxnChg chg="del mod">
          <ac:chgData name="越智 統" userId="2de33d77-a65a-42d1-92e2-b40da65bb07e" providerId="ADAL" clId="{16EE6F25-8606-4041-9920-B842DE283F8F}" dt="2026-07-06T13:53:52.724" v="358" actId="478"/>
          <ac:cxnSpMkLst>
            <pc:docMk/>
            <pc:sldMk cId="3334591625" sldId="287"/>
            <ac:cxnSpMk id="10" creationId="{4182408A-4217-750B-91C4-6EDE50FDFC43}"/>
          </ac:cxnSpMkLst>
        </pc:cxnChg>
        <pc:cxnChg chg="add mod">
          <ac:chgData name="越智 統" userId="2de33d77-a65a-42d1-92e2-b40da65bb07e" providerId="ADAL" clId="{16EE6F25-8606-4041-9920-B842DE283F8F}" dt="2026-07-06T13:53:58.941" v="360" actId="14100"/>
          <ac:cxnSpMkLst>
            <pc:docMk/>
            <pc:sldMk cId="3334591625" sldId="287"/>
            <ac:cxnSpMk id="12" creationId="{54808B99-A264-BCE7-4508-597779C902BB}"/>
          </ac:cxnSpMkLst>
        </pc:cxnChg>
      </pc:sldChg>
      <pc:sldChg chg="addSp delSp modSp add mod ord">
        <pc:chgData name="越智 統" userId="2de33d77-a65a-42d1-92e2-b40da65bb07e" providerId="ADAL" clId="{16EE6F25-8606-4041-9920-B842DE283F8F}" dt="2026-07-06T14:59:24.230" v="1341" actId="478"/>
        <pc:sldMkLst>
          <pc:docMk/>
          <pc:sldMk cId="3012093245" sldId="288"/>
        </pc:sldMkLst>
        <pc:spChg chg="del">
          <ac:chgData name="越智 統" userId="2de33d77-a65a-42d1-92e2-b40da65bb07e" providerId="ADAL" clId="{16EE6F25-8606-4041-9920-B842DE283F8F}" dt="2026-07-06T13:56:02.188" v="390" actId="478"/>
          <ac:spMkLst>
            <pc:docMk/>
            <pc:sldMk cId="3012093245" sldId="288"/>
            <ac:spMk id="3" creationId="{1FD1744C-4D56-0799-65BB-519732F1CEBE}"/>
          </ac:spMkLst>
        </pc:spChg>
        <pc:spChg chg="add del mod">
          <ac:chgData name="越智 統" userId="2de33d77-a65a-42d1-92e2-b40da65bb07e" providerId="ADAL" clId="{16EE6F25-8606-4041-9920-B842DE283F8F}" dt="2026-07-06T14:59:24.230" v="1341" actId="478"/>
          <ac:spMkLst>
            <pc:docMk/>
            <pc:sldMk cId="3012093245" sldId="288"/>
            <ac:spMk id="8" creationId="{A66F7FF2-7DFB-0E1B-E760-071B5C46087B}"/>
          </ac:spMkLst>
        </pc:spChg>
        <pc:spChg chg="mod">
          <ac:chgData name="越智 統" userId="2de33d77-a65a-42d1-92e2-b40da65bb07e" providerId="ADAL" clId="{16EE6F25-8606-4041-9920-B842DE283F8F}" dt="2026-07-06T13:56:57.194" v="408" actId="113"/>
          <ac:spMkLst>
            <pc:docMk/>
            <pc:sldMk cId="3012093245" sldId="288"/>
            <ac:spMk id="14" creationId="{764DA981-EC61-B102-440E-F4F30F614E32}"/>
          </ac:spMkLst>
        </pc:spChg>
        <pc:graphicFrameChg chg="mod modGraphic">
          <ac:chgData name="越智 統" userId="2de33d77-a65a-42d1-92e2-b40da65bb07e" providerId="ADAL" clId="{16EE6F25-8606-4041-9920-B842DE283F8F}" dt="2026-07-06T14:56:20.258" v="1317" actId="20577"/>
          <ac:graphicFrameMkLst>
            <pc:docMk/>
            <pc:sldMk cId="3012093245" sldId="288"/>
            <ac:graphicFrameMk id="2" creationId="{965F40AE-357C-4864-7A1F-4EF4BFE4BEEF}"/>
          </ac:graphicFrameMkLst>
        </pc:graphicFrameChg>
        <pc:graphicFrameChg chg="del">
          <ac:chgData name="越智 統" userId="2de33d77-a65a-42d1-92e2-b40da65bb07e" providerId="ADAL" clId="{16EE6F25-8606-4041-9920-B842DE283F8F}" dt="2026-07-06T14:03:17.890" v="542" actId="478"/>
          <ac:graphicFrameMkLst>
            <pc:docMk/>
            <pc:sldMk cId="3012093245" sldId="288"/>
            <ac:graphicFrameMk id="5" creationId="{F6FF727E-E4D5-3A09-2E03-94D97A472791}"/>
          </ac:graphicFrameMkLst>
        </pc:graphicFrameChg>
        <pc:graphicFrameChg chg="add mod modGraphic">
          <ac:chgData name="越智 統" userId="2de33d77-a65a-42d1-92e2-b40da65bb07e" providerId="ADAL" clId="{16EE6F25-8606-4041-9920-B842DE283F8F}" dt="2026-07-06T14:58:32.084" v="1326" actId="20577"/>
          <ac:graphicFrameMkLst>
            <pc:docMk/>
            <pc:sldMk cId="3012093245" sldId="288"/>
            <ac:graphicFrameMk id="10" creationId="{7736C8E8-9C21-BF7C-EF1A-26EA10DD1CE4}"/>
          </ac:graphicFrameMkLst>
        </pc:graphicFrameChg>
        <pc:cxnChg chg="mod">
          <ac:chgData name="越智 統" userId="2de33d77-a65a-42d1-92e2-b40da65bb07e" providerId="ADAL" clId="{16EE6F25-8606-4041-9920-B842DE283F8F}" dt="2026-07-06T13:56:16.546" v="391" actId="14100"/>
          <ac:cxnSpMkLst>
            <pc:docMk/>
            <pc:sldMk cId="3012093245" sldId="288"/>
            <ac:cxnSpMk id="13" creationId="{1CEA1863-B761-760E-F464-8DD240D501AA}"/>
          </ac:cxnSpMkLst>
        </pc:cxnChg>
      </pc:sldChg>
      <pc:sldChg chg="addSp delSp modSp add mod ord">
        <pc:chgData name="越智 統" userId="2de33d77-a65a-42d1-92e2-b40da65bb07e" providerId="ADAL" clId="{16EE6F25-8606-4041-9920-B842DE283F8F}" dt="2026-07-06T14:54:30.650" v="1227"/>
        <pc:sldMkLst>
          <pc:docMk/>
          <pc:sldMk cId="938278616" sldId="289"/>
        </pc:sldMkLst>
        <pc:spChg chg="mod">
          <ac:chgData name="越智 統" userId="2de33d77-a65a-42d1-92e2-b40da65bb07e" providerId="ADAL" clId="{16EE6F25-8606-4041-9920-B842DE283F8F}" dt="2026-07-06T13:57:19.037" v="410" actId="1076"/>
          <ac:spMkLst>
            <pc:docMk/>
            <pc:sldMk cId="938278616" sldId="289"/>
            <ac:spMk id="4" creationId="{9E67CCBF-961D-AD2E-CDBC-658D427107C9}"/>
          </ac:spMkLst>
        </pc:spChg>
        <pc:spChg chg="mod">
          <ac:chgData name="越智 統" userId="2de33d77-a65a-42d1-92e2-b40da65bb07e" providerId="ADAL" clId="{16EE6F25-8606-4041-9920-B842DE283F8F}" dt="2026-07-06T13:59:06.453" v="501" actId="20577"/>
          <ac:spMkLst>
            <pc:docMk/>
            <pc:sldMk cId="938278616" sldId="289"/>
            <ac:spMk id="8" creationId="{DBC870B5-C29F-7411-E8E8-A6115DF1152A}"/>
          </ac:spMkLst>
        </pc:spChg>
        <pc:spChg chg="mod">
          <ac:chgData name="越智 統" userId="2de33d77-a65a-42d1-92e2-b40da65bb07e" providerId="ADAL" clId="{16EE6F25-8606-4041-9920-B842DE283F8F}" dt="2026-07-06T13:58:54.099" v="496" actId="113"/>
          <ac:spMkLst>
            <pc:docMk/>
            <pc:sldMk cId="938278616" sldId="289"/>
            <ac:spMk id="14" creationId="{402EB453-BB36-874A-6A5F-65F7949A5455}"/>
          </ac:spMkLst>
        </pc:spChg>
        <pc:graphicFrameChg chg="modGraphic">
          <ac:chgData name="越智 統" userId="2de33d77-a65a-42d1-92e2-b40da65bb07e" providerId="ADAL" clId="{16EE6F25-8606-4041-9920-B842DE283F8F}" dt="2026-07-06T13:57:51.825" v="416" actId="207"/>
          <ac:graphicFrameMkLst>
            <pc:docMk/>
            <pc:sldMk cId="938278616" sldId="289"/>
            <ac:graphicFrameMk id="2" creationId="{7F8D8B31-A01D-BCAE-BA03-70FE54A98BDE}"/>
          </ac:graphicFrameMkLst>
        </pc:graphicFrameChg>
        <pc:graphicFrameChg chg="del">
          <ac:chgData name="越智 統" userId="2de33d77-a65a-42d1-92e2-b40da65bb07e" providerId="ADAL" clId="{16EE6F25-8606-4041-9920-B842DE283F8F}" dt="2026-07-06T14:04:11.789" v="551" actId="478"/>
          <ac:graphicFrameMkLst>
            <pc:docMk/>
            <pc:sldMk cId="938278616" sldId="289"/>
            <ac:graphicFrameMk id="5" creationId="{F76DD017-4042-95A5-8778-D5782DE16759}"/>
          </ac:graphicFrameMkLst>
        </pc:graphicFrameChg>
        <pc:graphicFrameChg chg="add mod modGraphic">
          <ac:chgData name="越智 統" userId="2de33d77-a65a-42d1-92e2-b40da65bb07e" providerId="ADAL" clId="{16EE6F25-8606-4041-9920-B842DE283F8F}" dt="2026-07-06T14:04:34.091" v="556" actId="207"/>
          <ac:graphicFrameMkLst>
            <pc:docMk/>
            <pc:sldMk cId="938278616" sldId="289"/>
            <ac:graphicFrameMk id="9" creationId="{6B512B1B-EB9C-8626-0472-95531C5570AF}"/>
          </ac:graphicFrameMkLst>
        </pc:graphicFrameChg>
        <pc:cxnChg chg="mod">
          <ac:chgData name="越智 統" userId="2de33d77-a65a-42d1-92e2-b40da65bb07e" providerId="ADAL" clId="{16EE6F25-8606-4041-9920-B842DE283F8F}" dt="2026-07-06T13:57:26.785" v="412" actId="14100"/>
          <ac:cxnSpMkLst>
            <pc:docMk/>
            <pc:sldMk cId="938278616" sldId="289"/>
            <ac:cxnSpMk id="13" creationId="{E90AB27A-BF98-78E8-FF28-C4E76119A6E6}"/>
          </ac:cxnSpMkLst>
        </pc:cxnChg>
      </pc:sldChg>
      <pc:sldChg chg="addSp delSp modSp add mod ord">
        <pc:chgData name="越智 統" userId="2de33d77-a65a-42d1-92e2-b40da65bb07e" providerId="ADAL" clId="{16EE6F25-8606-4041-9920-B842DE283F8F}" dt="2026-07-06T14:58:37.520" v="1327" actId="478"/>
        <pc:sldMkLst>
          <pc:docMk/>
          <pc:sldMk cId="3073361409" sldId="290"/>
        </pc:sldMkLst>
        <pc:spChg chg="add del">
          <ac:chgData name="越智 統" userId="2de33d77-a65a-42d1-92e2-b40da65bb07e" providerId="ADAL" clId="{16EE6F25-8606-4041-9920-B842DE283F8F}" dt="2026-07-06T14:58:37.520" v="1327" actId="478"/>
          <ac:spMkLst>
            <pc:docMk/>
            <pc:sldMk cId="3073361409" sldId="290"/>
            <ac:spMk id="8" creationId="{6FDF9439-055C-BB62-0BB9-748C10766F27}"/>
          </ac:spMkLst>
        </pc:spChg>
        <pc:spChg chg="mod">
          <ac:chgData name="越智 統" userId="2de33d77-a65a-42d1-92e2-b40da65bb07e" providerId="ADAL" clId="{16EE6F25-8606-4041-9920-B842DE283F8F}" dt="2026-07-06T14:00:12.722" v="534" actId="14100"/>
          <ac:spMkLst>
            <pc:docMk/>
            <pc:sldMk cId="3073361409" sldId="290"/>
            <ac:spMk id="14" creationId="{C55C7CDE-6B9C-28F2-1C52-D884663743CE}"/>
          </ac:spMkLst>
        </pc:spChg>
        <pc:graphicFrameChg chg="mod">
          <ac:chgData name="越智 統" userId="2de33d77-a65a-42d1-92e2-b40da65bb07e" providerId="ADAL" clId="{16EE6F25-8606-4041-9920-B842DE283F8F}" dt="2026-07-06T13:59:28.617" v="509" actId="20577"/>
          <ac:graphicFrameMkLst>
            <pc:docMk/>
            <pc:sldMk cId="3073361409" sldId="290"/>
            <ac:graphicFrameMk id="2" creationId="{45E4996A-D494-DA2C-03C0-09456848F980}"/>
          </ac:graphicFrameMkLst>
        </pc:graphicFrameChg>
        <pc:graphicFrameChg chg="del">
          <ac:chgData name="越智 統" userId="2de33d77-a65a-42d1-92e2-b40da65bb07e" providerId="ADAL" clId="{16EE6F25-8606-4041-9920-B842DE283F8F}" dt="2026-07-06T14:04:52.995" v="557" actId="478"/>
          <ac:graphicFrameMkLst>
            <pc:docMk/>
            <pc:sldMk cId="3073361409" sldId="290"/>
            <ac:graphicFrameMk id="5" creationId="{1CA08A2B-0A21-E4C7-E044-81FCAAC1E4F3}"/>
          </ac:graphicFrameMkLst>
        </pc:graphicFrameChg>
        <pc:graphicFrameChg chg="add mod modGraphic">
          <ac:chgData name="越智 統" userId="2de33d77-a65a-42d1-92e2-b40da65bb07e" providerId="ADAL" clId="{16EE6F25-8606-4041-9920-B842DE283F8F}" dt="2026-07-06T14:05:08.683" v="562" actId="20577"/>
          <ac:graphicFrameMkLst>
            <pc:docMk/>
            <pc:sldMk cId="3073361409" sldId="290"/>
            <ac:graphicFrameMk id="9" creationId="{0715869E-9265-EA9E-02E5-3AD9BACD86BD}"/>
          </ac:graphicFrameMkLst>
        </pc:graphicFrameChg>
        <pc:cxnChg chg="mod">
          <ac:chgData name="越智 統" userId="2de33d77-a65a-42d1-92e2-b40da65bb07e" providerId="ADAL" clId="{16EE6F25-8606-4041-9920-B842DE283F8F}" dt="2026-07-06T13:59:37.185" v="510" actId="14100"/>
          <ac:cxnSpMkLst>
            <pc:docMk/>
            <pc:sldMk cId="3073361409" sldId="290"/>
            <ac:cxnSpMk id="13" creationId="{1C7F6419-2F37-4BD9-429E-0ABD0CF25382}"/>
          </ac:cxnSpMkLst>
        </pc:cxnChg>
      </pc:sldChg>
      <pc:sldChg chg="addSp delSp modSp add mod">
        <pc:chgData name="越智 統" userId="2de33d77-a65a-42d1-92e2-b40da65bb07e" providerId="ADAL" clId="{16EE6F25-8606-4041-9920-B842DE283F8F}" dt="2026-07-06T14:07:03.816" v="592" actId="207"/>
        <pc:sldMkLst>
          <pc:docMk/>
          <pc:sldMk cId="1891826444" sldId="291"/>
        </pc:sldMkLst>
        <pc:spChg chg="add mod">
          <ac:chgData name="越智 統" userId="2de33d77-a65a-42d1-92e2-b40da65bb07e" providerId="ADAL" clId="{16EE6F25-8606-4041-9920-B842DE283F8F}" dt="2026-07-06T14:06:32.569" v="588" actId="113"/>
          <ac:spMkLst>
            <pc:docMk/>
            <pc:sldMk cId="1891826444" sldId="291"/>
            <ac:spMk id="3" creationId="{B293BBF1-7236-AF26-90B3-85E90E5C97DE}"/>
          </ac:spMkLst>
        </pc:spChg>
        <pc:spChg chg="mod">
          <ac:chgData name="越智 統" userId="2de33d77-a65a-42d1-92e2-b40da65bb07e" providerId="ADAL" clId="{16EE6F25-8606-4041-9920-B842DE283F8F}" dt="2026-07-06T14:06:07.001" v="571" actId="14100"/>
          <ac:spMkLst>
            <pc:docMk/>
            <pc:sldMk cId="1891826444" sldId="291"/>
            <ac:spMk id="4" creationId="{B6A05573-D22B-0D29-46A4-6F2C988EAE87}"/>
          </ac:spMkLst>
        </pc:spChg>
        <pc:spChg chg="del">
          <ac:chgData name="越智 統" userId="2de33d77-a65a-42d1-92e2-b40da65bb07e" providerId="ADAL" clId="{16EE6F25-8606-4041-9920-B842DE283F8F}" dt="2026-07-06T14:05:37.828" v="564" actId="478"/>
          <ac:spMkLst>
            <pc:docMk/>
            <pc:sldMk cId="1891826444" sldId="291"/>
            <ac:spMk id="8" creationId="{AB1F1A71-6F36-A933-867D-EE8D9A1BD0F7}"/>
          </ac:spMkLst>
        </pc:spChg>
        <pc:spChg chg="del">
          <ac:chgData name="越智 統" userId="2de33d77-a65a-42d1-92e2-b40da65bb07e" providerId="ADAL" clId="{16EE6F25-8606-4041-9920-B842DE283F8F}" dt="2026-07-06T14:05:40.298" v="565" actId="478"/>
          <ac:spMkLst>
            <pc:docMk/>
            <pc:sldMk cId="1891826444" sldId="291"/>
            <ac:spMk id="14" creationId="{D6C4CA2A-8E48-23AD-FEAE-EBC15B27677E}"/>
          </ac:spMkLst>
        </pc:spChg>
        <pc:graphicFrameChg chg="modGraphic">
          <ac:chgData name="越智 統" userId="2de33d77-a65a-42d1-92e2-b40da65bb07e" providerId="ADAL" clId="{16EE6F25-8606-4041-9920-B842DE283F8F}" dt="2026-07-06T14:07:03.816" v="592" actId="207"/>
          <ac:graphicFrameMkLst>
            <pc:docMk/>
            <pc:sldMk cId="1891826444" sldId="291"/>
            <ac:graphicFrameMk id="2" creationId="{8C29AE16-83DB-B393-BF9D-311F035B4DF4}"/>
          </ac:graphicFrameMkLst>
        </pc:graphicFrameChg>
        <pc:graphicFrameChg chg="modGraphic">
          <ac:chgData name="越智 統" userId="2de33d77-a65a-42d1-92e2-b40da65bb07e" providerId="ADAL" clId="{16EE6F25-8606-4041-9920-B842DE283F8F}" dt="2026-07-06T14:06:45.673" v="589" actId="207"/>
          <ac:graphicFrameMkLst>
            <pc:docMk/>
            <pc:sldMk cId="1891826444" sldId="291"/>
            <ac:graphicFrameMk id="9" creationId="{F1F32E8D-9458-801B-47F6-50EFF643E9C3}"/>
          </ac:graphicFrameMkLst>
        </pc:graphicFrameChg>
        <pc:cxnChg chg="del">
          <ac:chgData name="越智 統" userId="2de33d77-a65a-42d1-92e2-b40da65bb07e" providerId="ADAL" clId="{16EE6F25-8606-4041-9920-B842DE283F8F}" dt="2026-07-06T14:05:43.935" v="566" actId="478"/>
          <ac:cxnSpMkLst>
            <pc:docMk/>
            <pc:sldMk cId="1891826444" sldId="291"/>
            <ac:cxnSpMk id="13" creationId="{327A5138-D8FF-642E-70EB-AB35E99909DA}"/>
          </ac:cxnSpMkLst>
        </pc:cxnChg>
      </pc:sldChg>
      <pc:sldChg chg="modSp add mod">
        <pc:chgData name="越智 統" userId="2de33d77-a65a-42d1-92e2-b40da65bb07e" providerId="ADAL" clId="{16EE6F25-8606-4041-9920-B842DE283F8F}" dt="2026-07-06T14:08:12.575" v="630" actId="20577"/>
        <pc:sldMkLst>
          <pc:docMk/>
          <pc:sldMk cId="3796734480" sldId="292"/>
        </pc:sldMkLst>
        <pc:spChg chg="mod">
          <ac:chgData name="越智 統" userId="2de33d77-a65a-42d1-92e2-b40da65bb07e" providerId="ADAL" clId="{16EE6F25-8606-4041-9920-B842DE283F8F}" dt="2026-07-06T14:08:12.575" v="630" actId="20577"/>
          <ac:spMkLst>
            <pc:docMk/>
            <pc:sldMk cId="3796734480" sldId="292"/>
            <ac:spMk id="3" creationId="{15D6C2E9-1642-EF03-5A24-A656C5352CC7}"/>
          </ac:spMkLst>
        </pc:spChg>
      </pc:sldChg>
      <pc:sldChg chg="addSp delSp modSp add mod">
        <pc:chgData name="越智 統" userId="2de33d77-a65a-42d1-92e2-b40da65bb07e" providerId="ADAL" clId="{16EE6F25-8606-4041-9920-B842DE283F8F}" dt="2026-07-06T14:28:51.843" v="905" actId="207"/>
        <pc:sldMkLst>
          <pc:docMk/>
          <pc:sldMk cId="723455859" sldId="293"/>
        </pc:sldMkLst>
        <pc:spChg chg="del mod">
          <ac:chgData name="越智 統" userId="2de33d77-a65a-42d1-92e2-b40da65bb07e" providerId="ADAL" clId="{16EE6F25-8606-4041-9920-B842DE283F8F}" dt="2026-07-06T14:09:36.422" v="639" actId="478"/>
          <ac:spMkLst>
            <pc:docMk/>
            <pc:sldMk cId="723455859" sldId="293"/>
            <ac:spMk id="3" creationId="{E65AFA7C-7777-5D00-B209-CE0150899E38}"/>
          </ac:spMkLst>
        </pc:spChg>
        <pc:spChg chg="del">
          <ac:chgData name="越智 統" userId="2de33d77-a65a-42d1-92e2-b40da65bb07e" providerId="ADAL" clId="{16EE6F25-8606-4041-9920-B842DE283F8F}" dt="2026-07-06T14:08:38.032" v="632" actId="478"/>
          <ac:spMkLst>
            <pc:docMk/>
            <pc:sldMk cId="723455859" sldId="293"/>
            <ac:spMk id="4" creationId="{666DF6B8-DE45-CD79-BE7C-F87C3560BE27}"/>
          </ac:spMkLst>
        </pc:spChg>
        <pc:spChg chg="add del mod">
          <ac:chgData name="越智 統" userId="2de33d77-a65a-42d1-92e2-b40da65bb07e" providerId="ADAL" clId="{16EE6F25-8606-4041-9920-B842DE283F8F}" dt="2026-07-06T14:11:57.909" v="729" actId="478"/>
          <ac:spMkLst>
            <pc:docMk/>
            <pc:sldMk cId="723455859" sldId="293"/>
            <ac:spMk id="5" creationId="{FB239D48-004A-E9A0-BF51-5274B307838E}"/>
          </ac:spMkLst>
        </pc:spChg>
        <pc:spChg chg="add mod">
          <ac:chgData name="越智 統" userId="2de33d77-a65a-42d1-92e2-b40da65bb07e" providerId="ADAL" clId="{16EE6F25-8606-4041-9920-B842DE283F8F}" dt="2026-07-06T14:13:01.409" v="767" actId="113"/>
          <ac:spMkLst>
            <pc:docMk/>
            <pc:sldMk cId="723455859" sldId="293"/>
            <ac:spMk id="8" creationId="{DCF3D0C6-22A0-1F6B-42A6-5E25978595C2}"/>
          </ac:spMkLst>
        </pc:spChg>
        <pc:graphicFrameChg chg="mod modGraphic">
          <ac:chgData name="越智 統" userId="2de33d77-a65a-42d1-92e2-b40da65bb07e" providerId="ADAL" clId="{16EE6F25-8606-4041-9920-B842DE283F8F}" dt="2026-07-06T14:13:53.592" v="770" actId="207"/>
          <ac:graphicFrameMkLst>
            <pc:docMk/>
            <pc:sldMk cId="723455859" sldId="293"/>
            <ac:graphicFrameMk id="2" creationId="{2199F051-9CE9-537E-EBA5-E74F5A6A1F0E}"/>
          </ac:graphicFrameMkLst>
        </pc:graphicFrameChg>
        <pc:graphicFrameChg chg="modGraphic">
          <ac:chgData name="越智 統" userId="2de33d77-a65a-42d1-92e2-b40da65bb07e" providerId="ADAL" clId="{16EE6F25-8606-4041-9920-B842DE283F8F}" dt="2026-07-06T14:28:51.843" v="905" actId="207"/>
          <ac:graphicFrameMkLst>
            <pc:docMk/>
            <pc:sldMk cId="723455859" sldId="293"/>
            <ac:graphicFrameMk id="9" creationId="{7726B160-B460-3693-DBB6-6A9020C16E44}"/>
          </ac:graphicFrameMkLst>
        </pc:graphicFrameChg>
      </pc:sldChg>
      <pc:sldChg chg="addSp delSp modSp add mod">
        <pc:chgData name="越智 統" userId="2de33d77-a65a-42d1-92e2-b40da65bb07e" providerId="ADAL" clId="{16EE6F25-8606-4041-9920-B842DE283F8F}" dt="2026-07-06T14:11:40.024" v="728"/>
        <pc:sldMkLst>
          <pc:docMk/>
          <pc:sldMk cId="3852164403" sldId="294"/>
        </pc:sldMkLst>
        <pc:spChg chg="del">
          <ac:chgData name="越智 統" userId="2de33d77-a65a-42d1-92e2-b40da65bb07e" providerId="ADAL" clId="{16EE6F25-8606-4041-9920-B842DE283F8F}" dt="2026-07-06T14:11:22.294" v="726" actId="478"/>
          <ac:spMkLst>
            <pc:docMk/>
            <pc:sldMk cId="3852164403" sldId="294"/>
            <ac:spMk id="3" creationId="{672C9663-43DB-1324-404A-A9054455B31B}"/>
          </ac:spMkLst>
        </pc:spChg>
        <pc:spChg chg="del">
          <ac:chgData name="越智 統" userId="2de33d77-a65a-42d1-92e2-b40da65bb07e" providerId="ADAL" clId="{16EE6F25-8606-4041-9920-B842DE283F8F}" dt="2026-07-06T14:11:24.907" v="727" actId="478"/>
          <ac:spMkLst>
            <pc:docMk/>
            <pc:sldMk cId="3852164403" sldId="294"/>
            <ac:spMk id="4" creationId="{E82B069F-154F-7C5F-F23C-1749DE8FBF36}"/>
          </ac:spMkLst>
        </pc:spChg>
        <pc:spChg chg="add mod">
          <ac:chgData name="越智 統" userId="2de33d77-a65a-42d1-92e2-b40da65bb07e" providerId="ADAL" clId="{16EE6F25-8606-4041-9920-B842DE283F8F}" dt="2026-07-06T14:11:40.024" v="728"/>
          <ac:spMkLst>
            <pc:docMk/>
            <pc:sldMk cId="3852164403" sldId="294"/>
            <ac:spMk id="5" creationId="{2B6C9632-921E-ED3A-5FEA-9B36570D8660}"/>
          </ac:spMkLst>
        </pc:spChg>
        <pc:spChg chg="add mod">
          <ac:chgData name="越智 統" userId="2de33d77-a65a-42d1-92e2-b40da65bb07e" providerId="ADAL" clId="{16EE6F25-8606-4041-9920-B842DE283F8F}" dt="2026-07-06T14:11:40.024" v="728"/>
          <ac:spMkLst>
            <pc:docMk/>
            <pc:sldMk cId="3852164403" sldId="294"/>
            <ac:spMk id="8" creationId="{8707E597-5DAB-8F3A-07F7-6A2D9DDB0472}"/>
          </ac:spMkLst>
        </pc:spChg>
      </pc:sldChg>
      <pc:sldChg chg="addSp delSp modSp add mod">
        <pc:chgData name="越智 統" userId="2de33d77-a65a-42d1-92e2-b40da65bb07e" providerId="ADAL" clId="{16EE6F25-8606-4041-9920-B842DE283F8F}" dt="2026-07-06T14:29:30.829" v="907"/>
        <pc:sldMkLst>
          <pc:docMk/>
          <pc:sldMk cId="1725946713" sldId="295"/>
        </pc:sldMkLst>
        <pc:spChg chg="add mod">
          <ac:chgData name="越智 統" userId="2de33d77-a65a-42d1-92e2-b40da65bb07e" providerId="ADAL" clId="{16EE6F25-8606-4041-9920-B842DE283F8F}" dt="2026-07-06T14:16:30.049" v="834" actId="14100"/>
          <ac:spMkLst>
            <pc:docMk/>
            <pc:sldMk cId="1725946713" sldId="295"/>
            <ac:spMk id="3" creationId="{2F9C382E-08FB-05C9-DA84-014AB2854BB3}"/>
          </ac:spMkLst>
        </pc:spChg>
        <pc:spChg chg="add del mod">
          <ac:chgData name="越智 統" userId="2de33d77-a65a-42d1-92e2-b40da65bb07e" providerId="ADAL" clId="{16EE6F25-8606-4041-9920-B842DE283F8F}" dt="2026-07-06T14:15:30.073" v="824" actId="478"/>
          <ac:spMkLst>
            <pc:docMk/>
            <pc:sldMk cId="1725946713" sldId="295"/>
            <ac:spMk id="4" creationId="{2C3CCF38-BEE4-9BF3-7EC8-9B467CCBAD03}"/>
          </ac:spMkLst>
        </pc:spChg>
        <pc:spChg chg="add mod">
          <ac:chgData name="越智 統" userId="2de33d77-a65a-42d1-92e2-b40da65bb07e" providerId="ADAL" clId="{16EE6F25-8606-4041-9920-B842DE283F8F}" dt="2026-07-06T14:16:26.706" v="833" actId="208"/>
          <ac:spMkLst>
            <pc:docMk/>
            <pc:sldMk cId="1725946713" sldId="295"/>
            <ac:spMk id="5" creationId="{EFB14F15-4569-B021-99FC-3D921E67E391}"/>
          </ac:spMkLst>
        </pc:spChg>
        <pc:spChg chg="del mod">
          <ac:chgData name="越智 統" userId="2de33d77-a65a-42d1-92e2-b40da65bb07e" providerId="ADAL" clId="{16EE6F25-8606-4041-9920-B842DE283F8F}" dt="2026-07-06T14:14:19.347" v="774" actId="478"/>
          <ac:spMkLst>
            <pc:docMk/>
            <pc:sldMk cId="1725946713" sldId="295"/>
            <ac:spMk id="8" creationId="{6774F1BA-AC78-4B03-B004-9A63F7D8560E}"/>
          </ac:spMkLst>
        </pc:spChg>
        <pc:graphicFrameChg chg="mod">
          <ac:chgData name="越智 統" userId="2de33d77-a65a-42d1-92e2-b40da65bb07e" providerId="ADAL" clId="{16EE6F25-8606-4041-9920-B842DE283F8F}" dt="2026-07-06T14:15:53.209" v="827"/>
          <ac:graphicFrameMkLst>
            <pc:docMk/>
            <pc:sldMk cId="1725946713" sldId="295"/>
            <ac:graphicFrameMk id="2" creationId="{89043DA2-11B6-CCB0-F9A2-42E7744AC316}"/>
          </ac:graphicFrameMkLst>
        </pc:graphicFrameChg>
        <pc:graphicFrameChg chg="del">
          <ac:chgData name="越智 統" userId="2de33d77-a65a-42d1-92e2-b40da65bb07e" providerId="ADAL" clId="{16EE6F25-8606-4041-9920-B842DE283F8F}" dt="2026-07-06T14:29:30.194" v="906" actId="478"/>
          <ac:graphicFrameMkLst>
            <pc:docMk/>
            <pc:sldMk cId="1725946713" sldId="295"/>
            <ac:graphicFrameMk id="9" creationId="{4727BC73-75FD-0ECA-1448-B05538D37CE0}"/>
          </ac:graphicFrameMkLst>
        </pc:graphicFrameChg>
        <pc:graphicFrameChg chg="add mod">
          <ac:chgData name="越智 統" userId="2de33d77-a65a-42d1-92e2-b40da65bb07e" providerId="ADAL" clId="{16EE6F25-8606-4041-9920-B842DE283F8F}" dt="2026-07-06T14:29:30.829" v="907"/>
          <ac:graphicFrameMkLst>
            <pc:docMk/>
            <pc:sldMk cId="1725946713" sldId="295"/>
            <ac:graphicFrameMk id="10" creationId="{A2BD43EF-2B84-7F55-E0F4-3B4DCE6425C6}"/>
          </ac:graphicFrameMkLst>
        </pc:graphicFrameChg>
      </pc:sldChg>
      <pc:sldChg chg="addSp delSp modSp add mod">
        <pc:chgData name="越智 統" userId="2de33d77-a65a-42d1-92e2-b40da65bb07e" providerId="ADAL" clId="{16EE6F25-8606-4041-9920-B842DE283F8F}" dt="2026-07-06T14:29:41.982" v="909"/>
        <pc:sldMkLst>
          <pc:docMk/>
          <pc:sldMk cId="2011717588" sldId="296"/>
        </pc:sldMkLst>
        <pc:spChg chg="del">
          <ac:chgData name="越智 統" userId="2de33d77-a65a-42d1-92e2-b40da65bb07e" providerId="ADAL" clId="{16EE6F25-8606-4041-9920-B842DE283F8F}" dt="2026-07-06T14:18:09.065" v="845" actId="478"/>
          <ac:spMkLst>
            <pc:docMk/>
            <pc:sldMk cId="2011717588" sldId="296"/>
            <ac:spMk id="3" creationId="{E275D7BE-F89B-B4C1-B088-3DC7FEAE284B}"/>
          </ac:spMkLst>
        </pc:spChg>
        <pc:spChg chg="add mod">
          <ac:chgData name="越智 統" userId="2de33d77-a65a-42d1-92e2-b40da65bb07e" providerId="ADAL" clId="{16EE6F25-8606-4041-9920-B842DE283F8F}" dt="2026-07-06T14:17:11.002" v="838" actId="14100"/>
          <ac:spMkLst>
            <pc:docMk/>
            <pc:sldMk cId="2011717588" sldId="296"/>
            <ac:spMk id="4" creationId="{0E83C828-0E08-4016-B370-7405EEDDC1E6}"/>
          </ac:spMkLst>
        </pc:spChg>
        <pc:spChg chg="del">
          <ac:chgData name="越智 統" userId="2de33d77-a65a-42d1-92e2-b40da65bb07e" providerId="ADAL" clId="{16EE6F25-8606-4041-9920-B842DE283F8F}" dt="2026-07-06T14:16:55.963" v="836" actId="478"/>
          <ac:spMkLst>
            <pc:docMk/>
            <pc:sldMk cId="2011717588" sldId="296"/>
            <ac:spMk id="5" creationId="{80027C4C-8D73-71C1-61A4-18488C578CAD}"/>
          </ac:spMkLst>
        </pc:spChg>
        <pc:spChg chg="add mod">
          <ac:chgData name="越智 統" userId="2de33d77-a65a-42d1-92e2-b40da65bb07e" providerId="ADAL" clId="{16EE6F25-8606-4041-9920-B842DE283F8F}" dt="2026-07-06T14:18:13.193" v="846" actId="14100"/>
          <ac:spMkLst>
            <pc:docMk/>
            <pc:sldMk cId="2011717588" sldId="296"/>
            <ac:spMk id="8" creationId="{A837C740-6362-D700-958D-079F95386F13}"/>
          </ac:spMkLst>
        </pc:spChg>
        <pc:graphicFrameChg chg="del">
          <ac:chgData name="越智 統" userId="2de33d77-a65a-42d1-92e2-b40da65bb07e" providerId="ADAL" clId="{16EE6F25-8606-4041-9920-B842DE283F8F}" dt="2026-07-06T14:29:41.489" v="908" actId="478"/>
          <ac:graphicFrameMkLst>
            <pc:docMk/>
            <pc:sldMk cId="2011717588" sldId="296"/>
            <ac:graphicFrameMk id="9" creationId="{F29EB510-697A-BB8D-0158-F3A8C8E07CB5}"/>
          </ac:graphicFrameMkLst>
        </pc:graphicFrameChg>
        <pc:graphicFrameChg chg="add mod">
          <ac:chgData name="越智 統" userId="2de33d77-a65a-42d1-92e2-b40da65bb07e" providerId="ADAL" clId="{16EE6F25-8606-4041-9920-B842DE283F8F}" dt="2026-07-06T14:29:41.982" v="909"/>
          <ac:graphicFrameMkLst>
            <pc:docMk/>
            <pc:sldMk cId="2011717588" sldId="296"/>
            <ac:graphicFrameMk id="12" creationId="{AEF7865F-4AEF-60F9-D723-661DF28889EB}"/>
          </ac:graphicFrameMkLst>
        </pc:graphicFrameChg>
        <pc:cxnChg chg="add mod">
          <ac:chgData name="越智 統" userId="2de33d77-a65a-42d1-92e2-b40da65bb07e" providerId="ADAL" clId="{16EE6F25-8606-4041-9920-B842DE283F8F}" dt="2026-07-06T14:17:48.721" v="842" actId="14100"/>
          <ac:cxnSpMkLst>
            <pc:docMk/>
            <pc:sldMk cId="2011717588" sldId="296"/>
            <ac:cxnSpMk id="10" creationId="{C7395F1C-1B18-7440-BB4E-749498D0F8DA}"/>
          </ac:cxnSpMkLst>
        </pc:cxnChg>
      </pc:sldChg>
      <pc:sldChg chg="addSp delSp modSp add mod">
        <pc:chgData name="越智 統" userId="2de33d77-a65a-42d1-92e2-b40da65bb07e" providerId="ADAL" clId="{16EE6F25-8606-4041-9920-B842DE283F8F}" dt="2026-07-06T15:01:17.770" v="1343"/>
        <pc:sldMkLst>
          <pc:docMk/>
          <pc:sldMk cId="2115722196" sldId="297"/>
        </pc:sldMkLst>
        <pc:spChg chg="mod">
          <ac:chgData name="越智 統" userId="2de33d77-a65a-42d1-92e2-b40da65bb07e" providerId="ADAL" clId="{16EE6F25-8606-4041-9920-B842DE283F8F}" dt="2026-07-06T14:18:25.936" v="848" actId="1076"/>
          <ac:spMkLst>
            <pc:docMk/>
            <pc:sldMk cId="2115722196" sldId="297"/>
            <ac:spMk id="4" creationId="{D64620FF-9A39-4949-9C30-7EB903A394F7}"/>
          </ac:spMkLst>
        </pc:spChg>
        <pc:spChg chg="mod">
          <ac:chgData name="越智 統" userId="2de33d77-a65a-42d1-92e2-b40da65bb07e" providerId="ADAL" clId="{16EE6F25-8606-4041-9920-B842DE283F8F}" dt="2026-07-06T14:18:50.833" v="864" actId="113"/>
          <ac:spMkLst>
            <pc:docMk/>
            <pc:sldMk cId="2115722196" sldId="297"/>
            <ac:spMk id="8" creationId="{FFBF6403-108B-074B-5550-7F6D1725F864}"/>
          </ac:spMkLst>
        </pc:spChg>
        <pc:graphicFrameChg chg="add mod">
          <ac:chgData name="越智 統" userId="2de33d77-a65a-42d1-92e2-b40da65bb07e" providerId="ADAL" clId="{16EE6F25-8606-4041-9920-B842DE283F8F}" dt="2026-07-06T15:01:17.770" v="1343"/>
          <ac:graphicFrameMkLst>
            <pc:docMk/>
            <pc:sldMk cId="2115722196" sldId="297"/>
            <ac:graphicFrameMk id="3" creationId="{733382F1-58A3-FDF3-4DE6-CDBC1FB9B72E}"/>
          </ac:graphicFrameMkLst>
        </pc:graphicFrameChg>
        <pc:graphicFrameChg chg="del">
          <ac:chgData name="越智 統" userId="2de33d77-a65a-42d1-92e2-b40da65bb07e" providerId="ADAL" clId="{16EE6F25-8606-4041-9920-B842DE283F8F}" dt="2026-07-06T15:01:17.363" v="1342" actId="478"/>
          <ac:graphicFrameMkLst>
            <pc:docMk/>
            <pc:sldMk cId="2115722196" sldId="297"/>
            <ac:graphicFrameMk id="9" creationId="{E0373DF6-8C5D-42CA-3D82-2242319674A2}"/>
          </ac:graphicFrameMkLst>
        </pc:graphicFrameChg>
        <pc:cxnChg chg="mod">
          <ac:chgData name="越智 統" userId="2de33d77-a65a-42d1-92e2-b40da65bb07e" providerId="ADAL" clId="{16EE6F25-8606-4041-9920-B842DE283F8F}" dt="2026-07-06T14:18:31.119" v="850" actId="1076"/>
          <ac:cxnSpMkLst>
            <pc:docMk/>
            <pc:sldMk cId="2115722196" sldId="297"/>
            <ac:cxnSpMk id="10" creationId="{B909D22B-A51E-B6AE-F5BA-DE9923D7F411}"/>
          </ac:cxnSpMkLst>
        </pc:cxnChg>
      </pc:sldChg>
      <pc:sldChg chg="addSp delSp modSp add del mod">
        <pc:chgData name="越智 統" userId="2de33d77-a65a-42d1-92e2-b40da65bb07e" providerId="ADAL" clId="{16EE6F25-8606-4041-9920-B842DE283F8F}" dt="2026-07-06T15:01:37.727" v="1344" actId="2696"/>
        <pc:sldMkLst>
          <pc:docMk/>
          <pc:sldMk cId="949472416" sldId="298"/>
        </pc:sldMkLst>
        <pc:graphicFrameChg chg="add mod">
          <ac:chgData name="越智 統" userId="2de33d77-a65a-42d1-92e2-b40da65bb07e" providerId="ADAL" clId="{16EE6F25-8606-4041-9920-B842DE283F8F}" dt="2026-07-06T14:29:50.855" v="911"/>
          <ac:graphicFrameMkLst>
            <pc:docMk/>
            <pc:sldMk cId="949472416" sldId="298"/>
            <ac:graphicFrameMk id="3" creationId="{FEE004BC-4E80-5AE6-01A8-5EF05D0D3E84}"/>
          </ac:graphicFrameMkLst>
        </pc:graphicFrameChg>
        <pc:graphicFrameChg chg="del">
          <ac:chgData name="越智 統" userId="2de33d77-a65a-42d1-92e2-b40da65bb07e" providerId="ADAL" clId="{16EE6F25-8606-4041-9920-B842DE283F8F}" dt="2026-07-06T14:29:50.371" v="910" actId="478"/>
          <ac:graphicFrameMkLst>
            <pc:docMk/>
            <pc:sldMk cId="949472416" sldId="298"/>
            <ac:graphicFrameMk id="9" creationId="{80C5096F-6C46-FAEF-48F3-0554A0E312CA}"/>
          </ac:graphicFrameMkLst>
        </pc:graphicFrameChg>
      </pc:sldChg>
      <pc:sldChg chg="addSp delSp modSp add mod ord">
        <pc:chgData name="越智 統" userId="2de33d77-a65a-42d1-92e2-b40da65bb07e" providerId="ADAL" clId="{16EE6F25-8606-4041-9920-B842DE283F8F}" dt="2026-07-06T15:02:55.098" v="1352"/>
        <pc:sldMkLst>
          <pc:docMk/>
          <pc:sldMk cId="3445797666" sldId="299"/>
        </pc:sldMkLst>
        <pc:spChg chg="mod">
          <ac:chgData name="越智 統" userId="2de33d77-a65a-42d1-92e2-b40da65bb07e" providerId="ADAL" clId="{16EE6F25-8606-4041-9920-B842DE283F8F}" dt="2026-07-06T14:26:11.594" v="886" actId="113"/>
          <ac:spMkLst>
            <pc:docMk/>
            <pc:sldMk cId="3445797666" sldId="299"/>
            <ac:spMk id="8" creationId="{1A416906-DB37-BBF1-D53B-8AD67CDFF831}"/>
          </ac:spMkLst>
        </pc:spChg>
        <pc:spChg chg="add mod">
          <ac:chgData name="越智 統" userId="2de33d77-a65a-42d1-92e2-b40da65bb07e" providerId="ADAL" clId="{16EE6F25-8606-4041-9920-B842DE283F8F}" dt="2026-07-06T14:26:57.600" v="890"/>
          <ac:spMkLst>
            <pc:docMk/>
            <pc:sldMk cId="3445797666" sldId="299"/>
            <ac:spMk id="11" creationId="{B6C446BA-C14A-E77C-BBE0-210D48A2C81A}"/>
          </ac:spMkLst>
        </pc:spChg>
        <pc:graphicFrameChg chg="mod">
          <ac:chgData name="越智 統" userId="2de33d77-a65a-42d1-92e2-b40da65bb07e" providerId="ADAL" clId="{16EE6F25-8606-4041-9920-B842DE283F8F}" dt="2026-07-06T15:02:46.947" v="1350" actId="20577"/>
          <ac:graphicFrameMkLst>
            <pc:docMk/>
            <pc:sldMk cId="3445797666" sldId="299"/>
            <ac:graphicFrameMk id="2" creationId="{9F99FDA3-A4F1-15E6-BDEB-2E2AD8C30FE7}"/>
          </ac:graphicFrameMkLst>
        </pc:graphicFrameChg>
        <pc:graphicFrameChg chg="del">
          <ac:chgData name="越智 統" userId="2de33d77-a65a-42d1-92e2-b40da65bb07e" providerId="ADAL" clId="{16EE6F25-8606-4041-9920-B842DE283F8F}" dt="2026-07-06T14:30:58.429" v="924" actId="478"/>
          <ac:graphicFrameMkLst>
            <pc:docMk/>
            <pc:sldMk cId="3445797666" sldId="299"/>
            <ac:graphicFrameMk id="9" creationId="{2CE0342F-17AF-759B-7143-F088F06935B5}"/>
          </ac:graphicFrameMkLst>
        </pc:graphicFrameChg>
        <pc:graphicFrameChg chg="add mod">
          <ac:chgData name="越智 統" userId="2de33d77-a65a-42d1-92e2-b40da65bb07e" providerId="ADAL" clId="{16EE6F25-8606-4041-9920-B842DE283F8F}" dt="2026-07-06T14:30:58.893" v="925"/>
          <ac:graphicFrameMkLst>
            <pc:docMk/>
            <pc:sldMk cId="3445797666" sldId="299"/>
            <ac:graphicFrameMk id="12" creationId="{F6F85FF5-42BF-EEF4-4183-F1CBA1FE26C9}"/>
          </ac:graphicFrameMkLst>
        </pc:graphicFrameChg>
        <pc:graphicFrameChg chg="add mod">
          <ac:chgData name="越智 統" userId="2de33d77-a65a-42d1-92e2-b40da65bb07e" providerId="ADAL" clId="{16EE6F25-8606-4041-9920-B842DE283F8F}" dt="2026-07-06T14:31:47.063" v="926"/>
          <ac:graphicFrameMkLst>
            <pc:docMk/>
            <pc:sldMk cId="3445797666" sldId="299"/>
            <ac:graphicFrameMk id="13" creationId="{548220FE-07BA-156F-6C56-55C2155FE57B}"/>
          </ac:graphicFrameMkLst>
        </pc:graphicFrameChg>
        <pc:cxnChg chg="mod">
          <ac:chgData name="越智 統" userId="2de33d77-a65a-42d1-92e2-b40da65bb07e" providerId="ADAL" clId="{16EE6F25-8606-4041-9920-B842DE283F8F}" dt="2026-07-06T14:25:54.068" v="872" actId="14100"/>
          <ac:cxnSpMkLst>
            <pc:docMk/>
            <pc:sldMk cId="3445797666" sldId="299"/>
            <ac:cxnSpMk id="10" creationId="{63638CAC-66BD-77CE-9F71-E23665B78CCD}"/>
          </ac:cxnSpMkLst>
        </pc:cxnChg>
      </pc:sldChg>
      <pc:sldChg chg="addSp delSp modSp add mod">
        <pc:chgData name="越智 統" userId="2de33d77-a65a-42d1-92e2-b40da65bb07e" providerId="ADAL" clId="{16EE6F25-8606-4041-9920-B842DE283F8F}" dt="2026-07-06T15:02:35.316" v="1346" actId="20577"/>
        <pc:sldMkLst>
          <pc:docMk/>
          <pc:sldMk cId="2155141949" sldId="300"/>
        </pc:sldMkLst>
        <pc:spChg chg="add mod">
          <ac:chgData name="越智 統" userId="2de33d77-a65a-42d1-92e2-b40da65bb07e" providerId="ADAL" clId="{16EE6F25-8606-4041-9920-B842DE283F8F}" dt="2026-07-06T14:27:24.632" v="896" actId="14100"/>
          <ac:spMkLst>
            <pc:docMk/>
            <pc:sldMk cId="2155141949" sldId="300"/>
            <ac:spMk id="3" creationId="{2BA8A517-4ED9-5E5F-0413-C2CAF66673C0}"/>
          </ac:spMkLst>
        </pc:spChg>
        <pc:spChg chg="mod">
          <ac:chgData name="越智 統" userId="2de33d77-a65a-42d1-92e2-b40da65bb07e" providerId="ADAL" clId="{16EE6F25-8606-4041-9920-B842DE283F8F}" dt="2026-07-06T14:26:44.085" v="888" actId="1076"/>
          <ac:spMkLst>
            <pc:docMk/>
            <pc:sldMk cId="2155141949" sldId="300"/>
            <ac:spMk id="4" creationId="{5EE6AADF-8C61-A237-CC2D-D481A59F5D9D}"/>
          </ac:spMkLst>
        </pc:spChg>
        <pc:spChg chg="mod">
          <ac:chgData name="越智 統" userId="2de33d77-a65a-42d1-92e2-b40da65bb07e" providerId="ADAL" clId="{16EE6F25-8606-4041-9920-B842DE283F8F}" dt="2026-07-06T15:02:35.316" v="1346" actId="20577"/>
          <ac:spMkLst>
            <pc:docMk/>
            <pc:sldMk cId="2155141949" sldId="300"/>
            <ac:spMk id="8" creationId="{A3BCA047-D6F0-3A7A-5806-F9E806BD8E91}"/>
          </ac:spMkLst>
        </pc:spChg>
        <pc:graphicFrameChg chg="mod">
          <ac:chgData name="越智 統" userId="2de33d77-a65a-42d1-92e2-b40da65bb07e" providerId="ADAL" clId="{16EE6F25-8606-4041-9920-B842DE283F8F}" dt="2026-07-06T14:30:11.976" v="917" actId="20577"/>
          <ac:graphicFrameMkLst>
            <pc:docMk/>
            <pc:sldMk cId="2155141949" sldId="300"/>
            <ac:graphicFrameMk id="2" creationId="{4D93FF9C-4FA1-7A88-43E7-B8E2C85F1307}"/>
          </ac:graphicFrameMkLst>
        </pc:graphicFrameChg>
        <pc:graphicFrameChg chg="add mod modGraphic">
          <ac:chgData name="越智 統" userId="2de33d77-a65a-42d1-92e2-b40da65bb07e" providerId="ADAL" clId="{16EE6F25-8606-4041-9920-B842DE283F8F}" dt="2026-07-06T14:30:48.083" v="923" actId="20577"/>
          <ac:graphicFrameMkLst>
            <pc:docMk/>
            <pc:sldMk cId="2155141949" sldId="300"/>
            <ac:graphicFrameMk id="5" creationId="{95DFD14E-C844-D309-C9BF-BA7F6CFA7579}"/>
          </ac:graphicFrameMkLst>
        </pc:graphicFrameChg>
        <pc:graphicFrameChg chg="del">
          <ac:chgData name="越智 統" userId="2de33d77-a65a-42d1-92e2-b40da65bb07e" providerId="ADAL" clId="{16EE6F25-8606-4041-9920-B842DE283F8F}" dt="2026-07-06T14:29:54.993" v="912" actId="478"/>
          <ac:graphicFrameMkLst>
            <pc:docMk/>
            <pc:sldMk cId="2155141949" sldId="300"/>
            <ac:graphicFrameMk id="9" creationId="{6075A835-03FD-85BD-99DE-3DE49B08B4F6}"/>
          </ac:graphicFrameMkLst>
        </pc:graphicFrameChg>
        <pc:cxnChg chg="mod">
          <ac:chgData name="越智 統" userId="2de33d77-a65a-42d1-92e2-b40da65bb07e" providerId="ADAL" clId="{16EE6F25-8606-4041-9920-B842DE283F8F}" dt="2026-07-06T14:26:48.170" v="889" actId="1076"/>
          <ac:cxnSpMkLst>
            <pc:docMk/>
            <pc:sldMk cId="2155141949" sldId="300"/>
            <ac:cxnSpMk id="10" creationId="{C001CBD1-4473-98E9-DDA3-8E8761C986B8}"/>
          </ac:cxnSpMkLst>
        </pc:cxnChg>
      </pc:sldChg>
      <pc:sldChg chg="addSp delSp modSp add mod">
        <pc:chgData name="越智 統" userId="2de33d77-a65a-42d1-92e2-b40da65bb07e" providerId="ADAL" clId="{16EE6F25-8606-4041-9920-B842DE283F8F}" dt="2026-07-06T15:11:18.313" v="1543" actId="14100"/>
        <pc:sldMkLst>
          <pc:docMk/>
          <pc:sldMk cId="156234878" sldId="301"/>
        </pc:sldMkLst>
        <pc:spChg chg="del">
          <ac:chgData name="越智 統" userId="2de33d77-a65a-42d1-92e2-b40da65bb07e" providerId="ADAL" clId="{16EE6F25-8606-4041-9920-B842DE283F8F}" dt="2026-07-06T14:32:12.497" v="930" actId="478"/>
          <ac:spMkLst>
            <pc:docMk/>
            <pc:sldMk cId="156234878" sldId="301"/>
            <ac:spMk id="4" creationId="{EBAA84E8-21DC-1510-2284-2A5A365620E6}"/>
          </ac:spMkLst>
        </pc:spChg>
        <pc:spChg chg="add mod">
          <ac:chgData name="越智 統" userId="2de33d77-a65a-42d1-92e2-b40da65bb07e" providerId="ADAL" clId="{16EE6F25-8606-4041-9920-B842DE283F8F}" dt="2026-07-06T15:10:20.076" v="1509" actId="14100"/>
          <ac:spMkLst>
            <pc:docMk/>
            <pc:sldMk cId="156234878" sldId="301"/>
            <ac:spMk id="5" creationId="{1D9D46D3-F57D-E124-B2FD-9E7204AB3DFE}"/>
          </ac:spMkLst>
        </pc:spChg>
        <pc:spChg chg="del mod">
          <ac:chgData name="越智 統" userId="2de33d77-a65a-42d1-92e2-b40da65bb07e" providerId="ADAL" clId="{16EE6F25-8606-4041-9920-B842DE283F8F}" dt="2026-07-06T14:35:35.110" v="950" actId="478"/>
          <ac:spMkLst>
            <pc:docMk/>
            <pc:sldMk cId="156234878" sldId="301"/>
            <ac:spMk id="8" creationId="{392CACB9-FAD4-7862-9F4F-696DEF4864EB}"/>
          </ac:spMkLst>
        </pc:spChg>
        <pc:spChg chg="add mod">
          <ac:chgData name="越智 統" userId="2de33d77-a65a-42d1-92e2-b40da65bb07e" providerId="ADAL" clId="{16EE6F25-8606-4041-9920-B842DE283F8F}" dt="2026-07-06T15:11:18.313" v="1543" actId="14100"/>
          <ac:spMkLst>
            <pc:docMk/>
            <pc:sldMk cId="156234878" sldId="301"/>
            <ac:spMk id="9" creationId="{42D7044C-74C0-2707-98A6-54A68A0A974A}"/>
          </ac:spMkLst>
        </pc:spChg>
        <pc:spChg chg="add mod">
          <ac:chgData name="越智 統" userId="2de33d77-a65a-42d1-92e2-b40da65bb07e" providerId="ADAL" clId="{16EE6F25-8606-4041-9920-B842DE283F8F}" dt="2026-07-06T15:10:58.017" v="1523" actId="20577"/>
          <ac:spMkLst>
            <pc:docMk/>
            <pc:sldMk cId="156234878" sldId="301"/>
            <ac:spMk id="11" creationId="{6045E66E-99B5-E27E-C413-5D9A8FC33A2B}"/>
          </ac:spMkLst>
        </pc:spChg>
        <pc:spChg chg="add mod">
          <ac:chgData name="越智 統" userId="2de33d77-a65a-42d1-92e2-b40da65bb07e" providerId="ADAL" clId="{16EE6F25-8606-4041-9920-B842DE283F8F}" dt="2026-07-06T14:37:40.088" v="1025"/>
          <ac:spMkLst>
            <pc:docMk/>
            <pc:sldMk cId="156234878" sldId="301"/>
            <ac:spMk id="13" creationId="{D82ADFF9-9ADA-9F87-77B9-74619F5DACAC}"/>
          </ac:spMkLst>
        </pc:spChg>
        <pc:spChg chg="add mod">
          <ac:chgData name="越智 統" userId="2de33d77-a65a-42d1-92e2-b40da65bb07e" providerId="ADAL" clId="{16EE6F25-8606-4041-9920-B842DE283F8F}" dt="2026-07-06T14:37:40.088" v="1025"/>
          <ac:spMkLst>
            <pc:docMk/>
            <pc:sldMk cId="156234878" sldId="301"/>
            <ac:spMk id="14" creationId="{C5A8368D-BEAB-BF2B-6052-A1447093072A}"/>
          </ac:spMkLst>
        </pc:spChg>
        <pc:graphicFrameChg chg="del mod">
          <ac:chgData name="越智 統" userId="2de33d77-a65a-42d1-92e2-b40da65bb07e" providerId="ADAL" clId="{16EE6F25-8606-4041-9920-B842DE283F8F}" dt="2026-07-06T14:33:06.450" v="932" actId="478"/>
          <ac:graphicFrameMkLst>
            <pc:docMk/>
            <pc:sldMk cId="156234878" sldId="301"/>
            <ac:graphicFrameMk id="2" creationId="{4FBADEA1-42D3-54F4-3BB3-F86119F64655}"/>
          </ac:graphicFrameMkLst>
        </pc:graphicFrameChg>
        <pc:graphicFrameChg chg="add mod modGraphic">
          <ac:chgData name="越智 統" userId="2de33d77-a65a-42d1-92e2-b40da65bb07e" providerId="ADAL" clId="{16EE6F25-8606-4041-9920-B842DE283F8F}" dt="2026-07-06T15:04:42.609" v="1368" actId="20577"/>
          <ac:graphicFrameMkLst>
            <pc:docMk/>
            <pc:sldMk cId="156234878" sldId="301"/>
            <ac:graphicFrameMk id="3" creationId="{D3A97322-51B5-D492-5953-1BC02B53415D}"/>
          </ac:graphicFrameMkLst>
        </pc:graphicFrameChg>
        <pc:graphicFrameChg chg="modGraphic">
          <ac:chgData name="越智 統" userId="2de33d77-a65a-42d1-92e2-b40da65bb07e" providerId="ADAL" clId="{16EE6F25-8606-4041-9920-B842DE283F8F}" dt="2026-07-06T15:04:55.384" v="1372" actId="20577"/>
          <ac:graphicFrameMkLst>
            <pc:docMk/>
            <pc:sldMk cId="156234878" sldId="301"/>
            <ac:graphicFrameMk id="12" creationId="{15A98A37-13F5-B3CA-2176-3E3FF7BF0CD0}"/>
          </ac:graphicFrameMkLst>
        </pc:graphicFrameChg>
        <pc:cxnChg chg="del">
          <ac:chgData name="越智 統" userId="2de33d77-a65a-42d1-92e2-b40da65bb07e" providerId="ADAL" clId="{16EE6F25-8606-4041-9920-B842DE283F8F}" dt="2026-07-06T14:32:09.230" v="929" actId="478"/>
          <ac:cxnSpMkLst>
            <pc:docMk/>
            <pc:sldMk cId="156234878" sldId="301"/>
            <ac:cxnSpMk id="10" creationId="{BCDE543B-CE17-ABFC-9597-CE7A2C4FE45E}"/>
          </ac:cxnSpMkLst>
        </pc:cxnChg>
      </pc:sldChg>
      <pc:sldChg chg="addSp delSp add del mod">
        <pc:chgData name="越智 統" userId="2de33d77-a65a-42d1-92e2-b40da65bb07e" providerId="ADAL" clId="{16EE6F25-8606-4041-9920-B842DE283F8F}" dt="2026-07-06T14:28:33.627" v="902"/>
        <pc:sldMkLst>
          <pc:docMk/>
          <pc:sldMk cId="3008253100" sldId="301"/>
        </pc:sldMkLst>
        <pc:spChg chg="add del">
          <ac:chgData name="越智 統" userId="2de33d77-a65a-42d1-92e2-b40da65bb07e" providerId="ADAL" clId="{16EE6F25-8606-4041-9920-B842DE283F8F}" dt="2026-07-06T14:28:33.112" v="901" actId="478"/>
          <ac:spMkLst>
            <pc:docMk/>
            <pc:sldMk cId="3008253100" sldId="301"/>
            <ac:spMk id="3" creationId="{E6C24407-92E2-90FB-C0AB-275FE004AEC6}"/>
          </ac:spMkLst>
        </pc:spChg>
        <pc:spChg chg="add del">
          <ac:chgData name="越智 統" userId="2de33d77-a65a-42d1-92e2-b40da65bb07e" providerId="ADAL" clId="{16EE6F25-8606-4041-9920-B842DE283F8F}" dt="2026-07-06T14:28:32.672" v="900" actId="478"/>
          <ac:spMkLst>
            <pc:docMk/>
            <pc:sldMk cId="3008253100" sldId="301"/>
            <ac:spMk id="4" creationId="{2FE352E8-205A-0496-A016-B0B26D6CD2BF}"/>
          </ac:spMkLst>
        </pc:spChg>
      </pc:sldChg>
      <pc:sldChg chg="addSp delSp modSp add mod">
        <pc:chgData name="越智 統" userId="2de33d77-a65a-42d1-92e2-b40da65bb07e" providerId="ADAL" clId="{16EE6F25-8606-4041-9920-B842DE283F8F}" dt="2026-07-06T15:03:31.503" v="1360" actId="20577"/>
        <pc:sldMkLst>
          <pc:docMk/>
          <pc:sldMk cId="827069239" sldId="302"/>
        </pc:sldMkLst>
        <pc:spChg chg="add mod">
          <ac:chgData name="越智 統" userId="2de33d77-a65a-42d1-92e2-b40da65bb07e" providerId="ADAL" clId="{16EE6F25-8606-4041-9920-B842DE283F8F}" dt="2026-07-06T14:37:28.261" v="1024" actId="6549"/>
          <ac:spMkLst>
            <pc:docMk/>
            <pc:sldMk cId="827069239" sldId="302"/>
            <ac:spMk id="3" creationId="{298C4BF5-3530-201E-9E78-0FD9455AF0FB}"/>
          </ac:spMkLst>
        </pc:spChg>
        <pc:spChg chg="del">
          <ac:chgData name="越智 統" userId="2de33d77-a65a-42d1-92e2-b40da65bb07e" providerId="ADAL" clId="{16EE6F25-8606-4041-9920-B842DE283F8F}" dt="2026-07-06T14:36:37.171" v="956" actId="478"/>
          <ac:spMkLst>
            <pc:docMk/>
            <pc:sldMk cId="827069239" sldId="302"/>
            <ac:spMk id="4" creationId="{2878F950-1A67-21C8-1759-7070A014050B}"/>
          </ac:spMkLst>
        </pc:spChg>
        <pc:spChg chg="add mod">
          <ac:chgData name="越智 統" userId="2de33d77-a65a-42d1-92e2-b40da65bb07e" providerId="ADAL" clId="{16EE6F25-8606-4041-9920-B842DE283F8F}" dt="2026-07-06T14:36:51.466" v="958"/>
          <ac:spMkLst>
            <pc:docMk/>
            <pc:sldMk cId="827069239" sldId="302"/>
            <ac:spMk id="5" creationId="{00B1D85A-C9A3-6B92-282E-8362DCF2D84D}"/>
          </ac:spMkLst>
        </pc:spChg>
        <pc:spChg chg="del">
          <ac:chgData name="越智 統" userId="2de33d77-a65a-42d1-92e2-b40da65bb07e" providerId="ADAL" clId="{16EE6F25-8606-4041-9920-B842DE283F8F}" dt="2026-07-06T14:36:39.684" v="957" actId="478"/>
          <ac:spMkLst>
            <pc:docMk/>
            <pc:sldMk cId="827069239" sldId="302"/>
            <ac:spMk id="8" creationId="{4BA69CFF-E1EF-68C3-28E5-CCD6A234D47C}"/>
          </ac:spMkLst>
        </pc:spChg>
        <pc:graphicFrameChg chg="mod">
          <ac:chgData name="越智 統" userId="2de33d77-a65a-42d1-92e2-b40da65bb07e" providerId="ADAL" clId="{16EE6F25-8606-4041-9920-B842DE283F8F}" dt="2026-07-06T15:03:22.736" v="1356" actId="20577"/>
          <ac:graphicFrameMkLst>
            <pc:docMk/>
            <pc:sldMk cId="827069239" sldId="302"/>
            <ac:graphicFrameMk id="2" creationId="{6DD57DCA-52D5-C7FA-A065-5D00A4EE3D7A}"/>
          </ac:graphicFrameMkLst>
        </pc:graphicFrameChg>
        <pc:graphicFrameChg chg="modGraphic">
          <ac:chgData name="越智 統" userId="2de33d77-a65a-42d1-92e2-b40da65bb07e" providerId="ADAL" clId="{16EE6F25-8606-4041-9920-B842DE283F8F}" dt="2026-07-06T15:03:31.503" v="1360" actId="20577"/>
          <ac:graphicFrameMkLst>
            <pc:docMk/>
            <pc:sldMk cId="827069239" sldId="302"/>
            <ac:graphicFrameMk id="12" creationId="{C2D5A6A1-7D36-90B0-5DD3-B23B54E8EE30}"/>
          </ac:graphicFrameMkLst>
        </pc:graphicFrameChg>
        <pc:cxnChg chg="del">
          <ac:chgData name="越智 統" userId="2de33d77-a65a-42d1-92e2-b40da65bb07e" providerId="ADAL" clId="{16EE6F25-8606-4041-9920-B842DE283F8F}" dt="2026-07-06T14:36:54.960" v="959" actId="478"/>
          <ac:cxnSpMkLst>
            <pc:docMk/>
            <pc:sldMk cId="827069239" sldId="302"/>
            <ac:cxnSpMk id="10" creationId="{5F84C35E-E018-7BBE-796B-2F9B1D8E797C}"/>
          </ac:cxnSpMkLst>
        </pc:cxnChg>
      </pc:sldChg>
      <pc:sldChg chg="addSp delSp modSp add mod">
        <pc:chgData name="越智 統" userId="2de33d77-a65a-42d1-92e2-b40da65bb07e" providerId="ADAL" clId="{16EE6F25-8606-4041-9920-B842DE283F8F}" dt="2026-07-06T15:05:20.782" v="1378" actId="20577"/>
        <pc:sldMkLst>
          <pc:docMk/>
          <pc:sldMk cId="2611609676" sldId="303"/>
        </pc:sldMkLst>
        <pc:spChg chg="add mod">
          <ac:chgData name="越智 統" userId="2de33d77-a65a-42d1-92e2-b40da65bb07e" providerId="ADAL" clId="{16EE6F25-8606-4041-9920-B842DE283F8F}" dt="2026-07-06T14:38:15.422" v="1030"/>
          <ac:spMkLst>
            <pc:docMk/>
            <pc:sldMk cId="2611609676" sldId="303"/>
            <ac:spMk id="2" creationId="{8F0AF99D-CE53-0CE3-79A8-3745F38A2881}"/>
          </ac:spMkLst>
        </pc:spChg>
        <pc:spChg chg="add mod">
          <ac:chgData name="越智 統" userId="2de33d77-a65a-42d1-92e2-b40da65bb07e" providerId="ADAL" clId="{16EE6F25-8606-4041-9920-B842DE283F8F}" dt="2026-07-06T14:38:28.771" v="1033" actId="14100"/>
          <ac:spMkLst>
            <pc:docMk/>
            <pc:sldMk cId="2611609676" sldId="303"/>
            <ac:spMk id="4" creationId="{51372753-2BCF-8D9D-CAAB-61CACF21AEA2}"/>
          </ac:spMkLst>
        </pc:spChg>
        <pc:spChg chg="del">
          <ac:chgData name="越智 統" userId="2de33d77-a65a-42d1-92e2-b40da65bb07e" providerId="ADAL" clId="{16EE6F25-8606-4041-9920-B842DE283F8F}" dt="2026-07-06T14:38:02.124" v="1029" actId="478"/>
          <ac:spMkLst>
            <pc:docMk/>
            <pc:sldMk cId="2611609676" sldId="303"/>
            <ac:spMk id="5" creationId="{064EAFC3-1E3B-35D8-CBD7-3CB926926B63}"/>
          </ac:spMkLst>
        </pc:spChg>
        <pc:spChg chg="del">
          <ac:chgData name="越智 統" userId="2de33d77-a65a-42d1-92e2-b40da65bb07e" providerId="ADAL" clId="{16EE6F25-8606-4041-9920-B842DE283F8F}" dt="2026-07-06T14:37:58.390" v="1028" actId="478"/>
          <ac:spMkLst>
            <pc:docMk/>
            <pc:sldMk cId="2611609676" sldId="303"/>
            <ac:spMk id="9" creationId="{BA731E0A-E3D2-F4FD-2ABD-54F552EAD6C3}"/>
          </ac:spMkLst>
        </pc:spChg>
        <pc:spChg chg="del">
          <ac:chgData name="越智 統" userId="2de33d77-a65a-42d1-92e2-b40da65bb07e" providerId="ADAL" clId="{16EE6F25-8606-4041-9920-B842DE283F8F}" dt="2026-07-06T14:37:53.790" v="1027" actId="478"/>
          <ac:spMkLst>
            <pc:docMk/>
            <pc:sldMk cId="2611609676" sldId="303"/>
            <ac:spMk id="11" creationId="{A5E35F8D-413F-F297-0910-1BCEFB20F7B7}"/>
          </ac:spMkLst>
        </pc:spChg>
        <pc:graphicFrameChg chg="mod">
          <ac:chgData name="越智 統" userId="2de33d77-a65a-42d1-92e2-b40da65bb07e" providerId="ADAL" clId="{16EE6F25-8606-4041-9920-B842DE283F8F}" dt="2026-07-06T15:05:12.560" v="1374" actId="20577"/>
          <ac:graphicFrameMkLst>
            <pc:docMk/>
            <pc:sldMk cId="2611609676" sldId="303"/>
            <ac:graphicFrameMk id="3" creationId="{B233A8A6-71AD-5083-49CE-F19AE895A1E8}"/>
          </ac:graphicFrameMkLst>
        </pc:graphicFrameChg>
        <pc:graphicFrameChg chg="modGraphic">
          <ac:chgData name="越智 統" userId="2de33d77-a65a-42d1-92e2-b40da65bb07e" providerId="ADAL" clId="{16EE6F25-8606-4041-9920-B842DE283F8F}" dt="2026-07-06T15:05:20.782" v="1378" actId="20577"/>
          <ac:graphicFrameMkLst>
            <pc:docMk/>
            <pc:sldMk cId="2611609676" sldId="303"/>
            <ac:graphicFrameMk id="12" creationId="{9DC917E5-E7CF-4FED-F8DD-6CE25E199FBB}"/>
          </ac:graphicFrameMkLst>
        </pc:graphicFrameChg>
      </pc:sldChg>
      <pc:sldChg chg="addSp delSp modSp add mod">
        <pc:chgData name="越智 統" userId="2de33d77-a65a-42d1-92e2-b40da65bb07e" providerId="ADAL" clId="{16EE6F25-8606-4041-9920-B842DE283F8F}" dt="2026-07-06T16:16:18.552" v="1614" actId="20577"/>
        <pc:sldMkLst>
          <pc:docMk/>
          <pc:sldMk cId="4260500051" sldId="304"/>
        </pc:sldMkLst>
        <pc:spChg chg="del">
          <ac:chgData name="越智 統" userId="2de33d77-a65a-42d1-92e2-b40da65bb07e" providerId="ADAL" clId="{16EE6F25-8606-4041-9920-B842DE283F8F}" dt="2026-07-06T14:39:20.428" v="1045" actId="478"/>
          <ac:spMkLst>
            <pc:docMk/>
            <pc:sldMk cId="4260500051" sldId="304"/>
            <ac:spMk id="4" creationId="{3D620448-0BDA-BC0A-D95F-2D0DA492083C}"/>
          </ac:spMkLst>
        </pc:spChg>
        <pc:spChg chg="add mod">
          <ac:chgData name="越智 統" userId="2de33d77-a65a-42d1-92e2-b40da65bb07e" providerId="ADAL" clId="{16EE6F25-8606-4041-9920-B842DE283F8F}" dt="2026-07-06T15:05:58.697" v="1396" actId="20577"/>
          <ac:spMkLst>
            <pc:docMk/>
            <pc:sldMk cId="4260500051" sldId="304"/>
            <ac:spMk id="5" creationId="{5998D146-03CB-664F-8FD6-926654168DD6}"/>
          </ac:spMkLst>
        </pc:spChg>
        <pc:graphicFrameChg chg="mod">
          <ac:chgData name="越智 統" userId="2de33d77-a65a-42d1-92e2-b40da65bb07e" providerId="ADAL" clId="{16EE6F25-8606-4041-9920-B842DE283F8F}" dt="2026-07-06T15:05:35.759" v="1382" actId="20577"/>
          <ac:graphicFrameMkLst>
            <pc:docMk/>
            <pc:sldMk cId="4260500051" sldId="304"/>
            <ac:graphicFrameMk id="3" creationId="{B9E36DF1-01AC-07D8-565B-DFAE5EAEB487}"/>
          </ac:graphicFrameMkLst>
        </pc:graphicFrameChg>
        <pc:graphicFrameChg chg="modGraphic">
          <ac:chgData name="越智 統" userId="2de33d77-a65a-42d1-92e2-b40da65bb07e" providerId="ADAL" clId="{16EE6F25-8606-4041-9920-B842DE283F8F}" dt="2026-07-06T16:16:18.552" v="1614" actId="20577"/>
          <ac:graphicFrameMkLst>
            <pc:docMk/>
            <pc:sldMk cId="4260500051" sldId="304"/>
            <ac:graphicFrameMk id="12" creationId="{0878A7E3-51D6-6159-7FC6-7698DD7D170D}"/>
          </ac:graphicFrameMkLst>
        </pc:graphicFrameChg>
        <pc:cxnChg chg="add mod">
          <ac:chgData name="越智 統" userId="2de33d77-a65a-42d1-92e2-b40da65bb07e" providerId="ADAL" clId="{16EE6F25-8606-4041-9920-B842DE283F8F}" dt="2026-07-06T14:39:35.395" v="1047" actId="1076"/>
          <ac:cxnSpMkLst>
            <pc:docMk/>
            <pc:sldMk cId="4260500051" sldId="304"/>
            <ac:cxnSpMk id="8" creationId="{E96483BE-5D00-DD7C-3E7A-676B80E027B3}"/>
          </ac:cxnSpMkLst>
        </pc:cxnChg>
      </pc:sldChg>
      <pc:sldChg chg="modSp add mod ord">
        <pc:chgData name="越智 統" userId="2de33d77-a65a-42d1-92e2-b40da65bb07e" providerId="ADAL" clId="{16EE6F25-8606-4041-9920-B842DE283F8F}" dt="2026-07-06T16:15:49.183" v="1610"/>
        <pc:sldMkLst>
          <pc:docMk/>
          <pc:sldMk cId="115907659" sldId="305"/>
        </pc:sldMkLst>
        <pc:spChg chg="mod">
          <ac:chgData name="越智 統" userId="2de33d77-a65a-42d1-92e2-b40da65bb07e" providerId="ADAL" clId="{16EE6F25-8606-4041-9920-B842DE283F8F}" dt="2026-07-06T14:40:13.434" v="1067" actId="20577"/>
          <ac:spMkLst>
            <pc:docMk/>
            <pc:sldMk cId="115907659" sldId="305"/>
            <ac:spMk id="5" creationId="{C0CA9AC9-96E3-D5F5-CCAF-EE5E0F8045B3}"/>
          </ac:spMkLst>
        </pc:spChg>
        <pc:cxnChg chg="mod">
          <ac:chgData name="越智 統" userId="2de33d77-a65a-42d1-92e2-b40da65bb07e" providerId="ADAL" clId="{16EE6F25-8606-4041-9920-B842DE283F8F}" dt="2026-07-06T14:40:07.173" v="1064" actId="14100"/>
          <ac:cxnSpMkLst>
            <pc:docMk/>
            <pc:sldMk cId="115907659" sldId="305"/>
            <ac:cxnSpMk id="8" creationId="{E0595A04-29EA-F14F-AD4B-F74903EF94A8}"/>
          </ac:cxnSpMkLst>
        </pc:cxnChg>
      </pc:sldChg>
      <pc:sldChg chg="addSp delSp modSp add mod">
        <pc:chgData name="越智 統" userId="2de33d77-a65a-42d1-92e2-b40da65bb07e" providerId="ADAL" clId="{16EE6F25-8606-4041-9920-B842DE283F8F}" dt="2026-07-06T15:12:53.769" v="1558" actId="14100"/>
        <pc:sldMkLst>
          <pc:docMk/>
          <pc:sldMk cId="960269862" sldId="306"/>
        </pc:sldMkLst>
        <pc:spChg chg="del">
          <ac:chgData name="越智 統" userId="2de33d77-a65a-42d1-92e2-b40da65bb07e" providerId="ADAL" clId="{16EE6F25-8606-4041-9920-B842DE283F8F}" dt="2026-07-06T14:40:34.762" v="1070" actId="478"/>
          <ac:spMkLst>
            <pc:docMk/>
            <pc:sldMk cId="960269862" sldId="306"/>
            <ac:spMk id="2" creationId="{B199D72F-A300-53A0-5584-A2BA324E4053}"/>
          </ac:spMkLst>
        </pc:spChg>
        <pc:spChg chg="add mod">
          <ac:chgData name="越智 統" userId="2de33d77-a65a-42d1-92e2-b40da65bb07e" providerId="ADAL" clId="{16EE6F25-8606-4041-9920-B842DE283F8F}" dt="2026-07-06T14:41:40.081" v="1078"/>
          <ac:spMkLst>
            <pc:docMk/>
            <pc:sldMk cId="960269862" sldId="306"/>
            <ac:spMk id="4" creationId="{9F64E84A-8B7E-5BDA-B140-F4CC55B23F03}"/>
          </ac:spMkLst>
        </pc:spChg>
        <pc:spChg chg="del mod">
          <ac:chgData name="越智 統" userId="2de33d77-a65a-42d1-92e2-b40da65bb07e" providerId="ADAL" clId="{16EE6F25-8606-4041-9920-B842DE283F8F}" dt="2026-07-06T14:41:59.569" v="1081" actId="478"/>
          <ac:spMkLst>
            <pc:docMk/>
            <pc:sldMk cId="960269862" sldId="306"/>
            <ac:spMk id="5" creationId="{707AAD03-2552-9E5A-0DE1-66D8AF6D5207}"/>
          </ac:spMkLst>
        </pc:spChg>
        <pc:spChg chg="add del mod">
          <ac:chgData name="越智 統" userId="2de33d77-a65a-42d1-92e2-b40da65bb07e" providerId="ADAL" clId="{16EE6F25-8606-4041-9920-B842DE283F8F}" dt="2026-07-06T15:12:10.770" v="1547" actId="478"/>
          <ac:spMkLst>
            <pc:docMk/>
            <pc:sldMk cId="960269862" sldId="306"/>
            <ac:spMk id="9" creationId="{26BB2075-4BB6-4142-93CD-8FC93AF79B96}"/>
          </ac:spMkLst>
        </pc:spChg>
        <pc:spChg chg="add del mod">
          <ac:chgData name="越智 統" userId="2de33d77-a65a-42d1-92e2-b40da65bb07e" providerId="ADAL" clId="{16EE6F25-8606-4041-9920-B842DE283F8F}" dt="2026-07-06T15:12:07.841" v="1546" actId="478"/>
          <ac:spMkLst>
            <pc:docMk/>
            <pc:sldMk cId="960269862" sldId="306"/>
            <ac:spMk id="10" creationId="{5F43C166-34F6-E923-9534-7F05201C69F4}"/>
          </ac:spMkLst>
        </pc:spChg>
        <pc:spChg chg="add mod">
          <ac:chgData name="越智 統" userId="2de33d77-a65a-42d1-92e2-b40da65bb07e" providerId="ADAL" clId="{16EE6F25-8606-4041-9920-B842DE283F8F}" dt="2026-07-06T15:12:47.463" v="1556" actId="14100"/>
          <ac:spMkLst>
            <pc:docMk/>
            <pc:sldMk cId="960269862" sldId="306"/>
            <ac:spMk id="11" creationId="{6A65B47B-B2EB-BC7F-680F-4660561D508B}"/>
          </ac:spMkLst>
        </pc:spChg>
        <pc:spChg chg="add mod">
          <ac:chgData name="越智 統" userId="2de33d77-a65a-42d1-92e2-b40da65bb07e" providerId="ADAL" clId="{16EE6F25-8606-4041-9920-B842DE283F8F}" dt="2026-07-06T15:12:53.769" v="1558" actId="14100"/>
          <ac:spMkLst>
            <pc:docMk/>
            <pc:sldMk cId="960269862" sldId="306"/>
            <ac:spMk id="13" creationId="{A512D925-4F80-A122-321B-513002A10284}"/>
          </ac:spMkLst>
        </pc:spChg>
        <pc:graphicFrameChg chg="mod modGraphic">
          <ac:chgData name="越智 統" userId="2de33d77-a65a-42d1-92e2-b40da65bb07e" providerId="ADAL" clId="{16EE6F25-8606-4041-9920-B842DE283F8F}" dt="2026-07-06T14:43:04.830" v="1098" actId="207"/>
          <ac:graphicFrameMkLst>
            <pc:docMk/>
            <pc:sldMk cId="960269862" sldId="306"/>
            <ac:graphicFrameMk id="3" creationId="{081773D5-CE9E-F818-1364-310ADA55A60F}"/>
          </ac:graphicFrameMkLst>
        </pc:graphicFrameChg>
        <pc:graphicFrameChg chg="modGraphic">
          <ac:chgData name="越智 統" userId="2de33d77-a65a-42d1-92e2-b40da65bb07e" providerId="ADAL" clId="{16EE6F25-8606-4041-9920-B842DE283F8F}" dt="2026-07-06T14:43:24.943" v="1104" actId="207"/>
          <ac:graphicFrameMkLst>
            <pc:docMk/>
            <pc:sldMk cId="960269862" sldId="306"/>
            <ac:graphicFrameMk id="12" creationId="{12822D0C-49E7-9769-D363-AC08D7978E16}"/>
          </ac:graphicFrameMkLst>
        </pc:graphicFrameChg>
        <pc:cxnChg chg="del">
          <ac:chgData name="越智 統" userId="2de33d77-a65a-42d1-92e2-b40da65bb07e" providerId="ADAL" clId="{16EE6F25-8606-4041-9920-B842DE283F8F}" dt="2026-07-06T14:40:32.048" v="1069" actId="478"/>
          <ac:cxnSpMkLst>
            <pc:docMk/>
            <pc:sldMk cId="960269862" sldId="306"/>
            <ac:cxnSpMk id="8" creationId="{707279FD-5968-B57B-D7A5-A697DB8B5FD9}"/>
          </ac:cxnSpMkLst>
        </pc:cxnChg>
      </pc:sldChg>
      <pc:sldChg chg="addSp delSp modSp add mod">
        <pc:chgData name="越智 統" userId="2de33d77-a65a-42d1-92e2-b40da65bb07e" providerId="ADAL" clId="{16EE6F25-8606-4041-9920-B842DE283F8F}" dt="2026-07-06T14:41:05.702" v="1075" actId="478"/>
        <pc:sldMkLst>
          <pc:docMk/>
          <pc:sldMk cId="1214548771" sldId="307"/>
        </pc:sldMkLst>
        <pc:spChg chg="add mod">
          <ac:chgData name="越智 統" userId="2de33d77-a65a-42d1-92e2-b40da65bb07e" providerId="ADAL" clId="{16EE6F25-8606-4041-9920-B842DE283F8F}" dt="2026-07-06T14:41:00.029" v="1074" actId="1076"/>
          <ac:spMkLst>
            <pc:docMk/>
            <pc:sldMk cId="1214548771" sldId="307"/>
            <ac:spMk id="4" creationId="{9842495E-8CC4-C6E5-3086-5BBBC4A98AFA}"/>
          </ac:spMkLst>
        </pc:spChg>
        <pc:spChg chg="del">
          <ac:chgData name="越智 統" userId="2de33d77-a65a-42d1-92e2-b40da65bb07e" providerId="ADAL" clId="{16EE6F25-8606-4041-9920-B842DE283F8F}" dt="2026-07-06T14:40:47.844" v="1072" actId="478"/>
          <ac:spMkLst>
            <pc:docMk/>
            <pc:sldMk cId="1214548771" sldId="307"/>
            <ac:spMk id="5" creationId="{40332B02-9C0C-60F1-9EC3-D3D7917884A6}"/>
          </ac:spMkLst>
        </pc:spChg>
        <pc:cxnChg chg="del">
          <ac:chgData name="越智 統" userId="2de33d77-a65a-42d1-92e2-b40da65bb07e" providerId="ADAL" clId="{16EE6F25-8606-4041-9920-B842DE283F8F}" dt="2026-07-06T14:41:05.702" v="1075" actId="478"/>
          <ac:cxnSpMkLst>
            <pc:docMk/>
            <pc:sldMk cId="1214548771" sldId="307"/>
            <ac:cxnSpMk id="8" creationId="{BB46DA67-59E3-0D06-8430-DBD4BAABF511}"/>
          </ac:cxnSpMkLst>
        </pc:cxnChg>
      </pc:sldChg>
      <pc:sldChg chg="addSp delSp modSp add mod">
        <pc:chgData name="越智 統" userId="2de33d77-a65a-42d1-92e2-b40da65bb07e" providerId="ADAL" clId="{16EE6F25-8606-4041-9920-B842DE283F8F}" dt="2026-07-06T14:44:34.029" v="1113" actId="1076"/>
        <pc:sldMkLst>
          <pc:docMk/>
          <pc:sldMk cId="1132374658" sldId="308"/>
        </pc:sldMkLst>
        <pc:spChg chg="add mod">
          <ac:chgData name="越智 統" userId="2de33d77-a65a-42d1-92e2-b40da65bb07e" providerId="ADAL" clId="{16EE6F25-8606-4041-9920-B842DE283F8F}" dt="2026-07-06T14:44:19.809" v="1111" actId="14100"/>
          <ac:spMkLst>
            <pc:docMk/>
            <pc:sldMk cId="1132374658" sldId="308"/>
            <ac:spMk id="2" creationId="{B91A0826-01F2-5F49-9327-5FC72995116F}"/>
          </ac:spMkLst>
        </pc:spChg>
        <pc:spChg chg="del">
          <ac:chgData name="越智 統" userId="2de33d77-a65a-42d1-92e2-b40da65bb07e" providerId="ADAL" clId="{16EE6F25-8606-4041-9920-B842DE283F8F}" dt="2026-07-06T14:44:02.226" v="1108" actId="478"/>
          <ac:spMkLst>
            <pc:docMk/>
            <pc:sldMk cId="1132374658" sldId="308"/>
            <ac:spMk id="4" creationId="{EAD0B684-FCDD-AE0A-86B3-1B99B5262C50}"/>
          </ac:spMkLst>
        </pc:spChg>
        <pc:spChg chg="add mod">
          <ac:chgData name="越智 統" userId="2de33d77-a65a-42d1-92e2-b40da65bb07e" providerId="ADAL" clId="{16EE6F25-8606-4041-9920-B842DE283F8F}" dt="2026-07-06T14:44:34.029" v="1113" actId="1076"/>
          <ac:spMkLst>
            <pc:docMk/>
            <pc:sldMk cId="1132374658" sldId="308"/>
            <ac:spMk id="5" creationId="{57C1F9CE-C24A-D8DC-D936-2DA125B9D127}"/>
          </ac:spMkLst>
        </pc:spChg>
        <pc:spChg chg="del">
          <ac:chgData name="越智 統" userId="2de33d77-a65a-42d1-92e2-b40da65bb07e" providerId="ADAL" clId="{16EE6F25-8606-4041-9920-B842DE283F8F}" dt="2026-07-06T14:43:55.760" v="1107" actId="478"/>
          <ac:spMkLst>
            <pc:docMk/>
            <pc:sldMk cId="1132374658" sldId="308"/>
            <ac:spMk id="9" creationId="{1A99BDB8-B47D-0640-D81F-ED8F3892F21F}"/>
          </ac:spMkLst>
        </pc:spChg>
        <pc:spChg chg="del">
          <ac:chgData name="越智 統" userId="2de33d77-a65a-42d1-92e2-b40da65bb07e" providerId="ADAL" clId="{16EE6F25-8606-4041-9920-B842DE283F8F}" dt="2026-07-06T14:43:51.992" v="1106" actId="478"/>
          <ac:spMkLst>
            <pc:docMk/>
            <pc:sldMk cId="1132374658" sldId="308"/>
            <ac:spMk id="10" creationId="{9E2D278A-30EE-D4E1-6899-AB3D50135C73}"/>
          </ac:spMkLst>
        </pc:spChg>
      </pc:sldChg>
      <pc:sldChg chg="addSp delSp modSp add mod">
        <pc:chgData name="越智 統" userId="2de33d77-a65a-42d1-92e2-b40da65bb07e" providerId="ADAL" clId="{16EE6F25-8606-4041-9920-B842DE283F8F}" dt="2026-07-06T14:45:11.446" v="1118" actId="20577"/>
        <pc:sldMkLst>
          <pc:docMk/>
          <pc:sldMk cId="3448353871" sldId="309"/>
        </pc:sldMkLst>
        <pc:spChg chg="add mod">
          <ac:chgData name="越智 統" userId="2de33d77-a65a-42d1-92e2-b40da65bb07e" providerId="ADAL" clId="{16EE6F25-8606-4041-9920-B842DE283F8F}" dt="2026-07-06T14:45:11.446" v="1118" actId="20577"/>
          <ac:spMkLst>
            <pc:docMk/>
            <pc:sldMk cId="3448353871" sldId="309"/>
            <ac:spMk id="4" creationId="{0BFF3D27-D8EA-F4E0-6511-C3A7E0A2EF2E}"/>
          </ac:spMkLst>
        </pc:spChg>
        <pc:spChg chg="del">
          <ac:chgData name="越智 統" userId="2de33d77-a65a-42d1-92e2-b40da65bb07e" providerId="ADAL" clId="{16EE6F25-8606-4041-9920-B842DE283F8F}" dt="2026-07-06T14:45:07.026" v="1116" actId="478"/>
          <ac:spMkLst>
            <pc:docMk/>
            <pc:sldMk cId="3448353871" sldId="309"/>
            <ac:spMk id="5" creationId="{B7111727-4BBF-B6C5-D4DF-0F3333D1CB43}"/>
          </ac:spMkLst>
        </pc:spChg>
        <pc:cxnChg chg="add mod">
          <ac:chgData name="越智 統" userId="2de33d77-a65a-42d1-92e2-b40da65bb07e" providerId="ADAL" clId="{16EE6F25-8606-4041-9920-B842DE283F8F}" dt="2026-07-06T14:45:04.231" v="1115"/>
          <ac:cxnSpMkLst>
            <pc:docMk/>
            <pc:sldMk cId="3448353871" sldId="309"/>
            <ac:cxnSpMk id="8" creationId="{F7C9DA8E-6053-7C5D-194C-5ACC23027943}"/>
          </ac:cxnSpMkLst>
        </pc:cxnChg>
      </pc:sldChg>
      <pc:sldChg chg="addSp delSp modSp add mod">
        <pc:chgData name="越智 統" userId="2de33d77-a65a-42d1-92e2-b40da65bb07e" providerId="ADAL" clId="{16EE6F25-8606-4041-9920-B842DE283F8F}" dt="2026-07-06T14:45:38.392" v="1124" actId="14100"/>
        <pc:sldMkLst>
          <pc:docMk/>
          <pc:sldMk cId="551562959" sldId="310"/>
        </pc:sldMkLst>
        <pc:spChg chg="del">
          <ac:chgData name="越智 統" userId="2de33d77-a65a-42d1-92e2-b40da65bb07e" providerId="ADAL" clId="{16EE6F25-8606-4041-9920-B842DE283F8F}" dt="2026-07-06T14:45:29.449" v="1120" actId="478"/>
          <ac:spMkLst>
            <pc:docMk/>
            <pc:sldMk cId="551562959" sldId="310"/>
            <ac:spMk id="4" creationId="{18E3971C-B21E-B226-44D0-4888E57C0067}"/>
          </ac:spMkLst>
        </pc:spChg>
        <pc:spChg chg="add mod">
          <ac:chgData name="越智 統" userId="2de33d77-a65a-42d1-92e2-b40da65bb07e" providerId="ADAL" clId="{16EE6F25-8606-4041-9920-B842DE283F8F}" dt="2026-07-06T14:45:38.392" v="1124" actId="14100"/>
          <ac:spMkLst>
            <pc:docMk/>
            <pc:sldMk cId="551562959" sldId="310"/>
            <ac:spMk id="5" creationId="{4C9B636B-1205-6EBF-7DF1-B7DD2F557768}"/>
          </ac:spMkLst>
        </pc:spChg>
        <pc:cxnChg chg="del">
          <ac:chgData name="越智 統" userId="2de33d77-a65a-42d1-92e2-b40da65bb07e" providerId="ADAL" clId="{16EE6F25-8606-4041-9920-B842DE283F8F}" dt="2026-07-06T14:45:32.390" v="1121" actId="478"/>
          <ac:cxnSpMkLst>
            <pc:docMk/>
            <pc:sldMk cId="551562959" sldId="310"/>
            <ac:cxnSpMk id="8" creationId="{8BE81086-45FC-DA8A-CE23-A75D6FE7B3FC}"/>
          </ac:cxnSpMkLst>
        </pc:cxnChg>
      </pc:sldChg>
      <pc:sldChg chg="addSp delSp modSp add mod">
        <pc:chgData name="越智 統" userId="2de33d77-a65a-42d1-92e2-b40da65bb07e" providerId="ADAL" clId="{16EE6F25-8606-4041-9920-B842DE283F8F}" dt="2026-07-06T15:13:45.576" v="1568" actId="14100"/>
        <pc:sldMkLst>
          <pc:docMk/>
          <pc:sldMk cId="4280522971" sldId="311"/>
        </pc:sldMkLst>
        <pc:spChg chg="del">
          <ac:chgData name="越智 統" userId="2de33d77-a65a-42d1-92e2-b40da65bb07e" providerId="ADAL" clId="{16EE6F25-8606-4041-9920-B842DE283F8F}" dt="2026-07-06T14:45:55.601" v="1127" actId="478"/>
          <ac:spMkLst>
            <pc:docMk/>
            <pc:sldMk cId="4280522971" sldId="311"/>
            <ac:spMk id="2" creationId="{4EF2588A-908C-71B3-2922-D9F4E31BE7E8}"/>
          </ac:spMkLst>
        </pc:spChg>
        <pc:spChg chg="add del mod">
          <ac:chgData name="越智 統" userId="2de33d77-a65a-42d1-92e2-b40da65bb07e" providerId="ADAL" clId="{16EE6F25-8606-4041-9920-B842DE283F8F}" dt="2026-07-06T15:13:39.051" v="1566" actId="478"/>
          <ac:spMkLst>
            <pc:docMk/>
            <pc:sldMk cId="4280522971" sldId="311"/>
            <ac:spMk id="4" creationId="{7846AB1F-69F5-6F89-CA19-93F998A74979}"/>
          </ac:spMkLst>
        </pc:spChg>
        <pc:spChg chg="del">
          <ac:chgData name="越智 統" userId="2de33d77-a65a-42d1-92e2-b40da65bb07e" providerId="ADAL" clId="{16EE6F25-8606-4041-9920-B842DE283F8F}" dt="2026-07-06T14:45:52.809" v="1126" actId="478"/>
          <ac:spMkLst>
            <pc:docMk/>
            <pc:sldMk cId="4280522971" sldId="311"/>
            <ac:spMk id="5" creationId="{3E24A417-AB7F-806F-1717-E04767B319C7}"/>
          </ac:spMkLst>
        </pc:spChg>
        <pc:spChg chg="add del mod">
          <ac:chgData name="越智 統" userId="2de33d77-a65a-42d1-92e2-b40da65bb07e" providerId="ADAL" clId="{16EE6F25-8606-4041-9920-B842DE283F8F}" dt="2026-07-06T15:13:31.559" v="1563" actId="478"/>
          <ac:spMkLst>
            <pc:docMk/>
            <pc:sldMk cId="4280522971" sldId="311"/>
            <ac:spMk id="8" creationId="{CBFD0938-CE36-BF7C-2FF2-22407E99184A}"/>
          </ac:spMkLst>
        </pc:spChg>
        <pc:spChg chg="add mod">
          <ac:chgData name="越智 統" userId="2de33d77-a65a-42d1-92e2-b40da65bb07e" providerId="ADAL" clId="{16EE6F25-8606-4041-9920-B842DE283F8F}" dt="2026-07-06T14:48:15.585" v="1158" actId="14100"/>
          <ac:spMkLst>
            <pc:docMk/>
            <pc:sldMk cId="4280522971" sldId="311"/>
            <ac:spMk id="9" creationId="{B1F54072-3741-996A-990E-45E926901250}"/>
          </ac:spMkLst>
        </pc:spChg>
        <pc:spChg chg="add mod">
          <ac:chgData name="越智 統" userId="2de33d77-a65a-42d1-92e2-b40da65bb07e" providerId="ADAL" clId="{16EE6F25-8606-4041-9920-B842DE283F8F}" dt="2026-07-06T15:13:45.576" v="1568" actId="14100"/>
          <ac:spMkLst>
            <pc:docMk/>
            <pc:sldMk cId="4280522971" sldId="311"/>
            <ac:spMk id="10" creationId="{D1E9BED4-B81A-E4A8-9E09-DC196B6DD07D}"/>
          </ac:spMkLst>
        </pc:spChg>
        <pc:spChg chg="add mod">
          <ac:chgData name="越智 統" userId="2de33d77-a65a-42d1-92e2-b40da65bb07e" providerId="ADAL" clId="{16EE6F25-8606-4041-9920-B842DE283F8F}" dt="2026-07-06T15:13:36.863" v="1565" actId="14100"/>
          <ac:spMkLst>
            <pc:docMk/>
            <pc:sldMk cId="4280522971" sldId="311"/>
            <ac:spMk id="11" creationId="{4CB33824-0A24-FE6C-0EE8-729F13A76B47}"/>
          </ac:spMkLst>
        </pc:spChg>
        <pc:graphicFrameChg chg="mod modGraphic">
          <ac:chgData name="越智 統" userId="2de33d77-a65a-42d1-92e2-b40da65bb07e" providerId="ADAL" clId="{16EE6F25-8606-4041-9920-B842DE283F8F}" dt="2026-07-06T14:47:49.619" v="1151" actId="208"/>
          <ac:graphicFrameMkLst>
            <pc:docMk/>
            <pc:sldMk cId="4280522971" sldId="311"/>
            <ac:graphicFrameMk id="3" creationId="{47B30A3C-8D45-D747-B25C-BEE972FE6D7E}"/>
          </ac:graphicFrameMkLst>
        </pc:graphicFrameChg>
        <pc:graphicFrameChg chg="modGraphic">
          <ac:chgData name="越智 統" userId="2de33d77-a65a-42d1-92e2-b40da65bb07e" providerId="ADAL" clId="{16EE6F25-8606-4041-9920-B842DE283F8F}" dt="2026-07-06T14:48:31.999" v="1164" actId="207"/>
          <ac:graphicFrameMkLst>
            <pc:docMk/>
            <pc:sldMk cId="4280522971" sldId="311"/>
            <ac:graphicFrameMk id="12" creationId="{086649D5-2C37-624A-E9FA-6573A5CE337B}"/>
          </ac:graphicFrameMkLst>
        </pc:graphicFrameChg>
      </pc:sldChg>
      <pc:sldChg chg="delSp modSp add mod">
        <pc:chgData name="越智 統" userId="2de33d77-a65a-42d1-92e2-b40da65bb07e" providerId="ADAL" clId="{16EE6F25-8606-4041-9920-B842DE283F8F}" dt="2026-07-06T14:50:33.366" v="1198" actId="207"/>
        <pc:sldMkLst>
          <pc:docMk/>
          <pc:sldMk cId="2361813130" sldId="312"/>
        </pc:sldMkLst>
        <pc:spChg chg="del">
          <ac:chgData name="越智 統" userId="2de33d77-a65a-42d1-92e2-b40da65bb07e" providerId="ADAL" clId="{16EE6F25-8606-4041-9920-B842DE283F8F}" dt="2026-07-06T14:49:09.694" v="1167" actId="478"/>
          <ac:spMkLst>
            <pc:docMk/>
            <pc:sldMk cId="2361813130" sldId="312"/>
            <ac:spMk id="4" creationId="{80D63212-FCAB-61AE-2B7E-6C41C3E8973C}"/>
          </ac:spMkLst>
        </pc:spChg>
        <pc:spChg chg="mod">
          <ac:chgData name="越智 統" userId="2de33d77-a65a-42d1-92e2-b40da65bb07e" providerId="ADAL" clId="{16EE6F25-8606-4041-9920-B842DE283F8F}" dt="2026-07-06T14:49:52.837" v="1195" actId="20577"/>
          <ac:spMkLst>
            <pc:docMk/>
            <pc:sldMk cId="2361813130" sldId="312"/>
            <ac:spMk id="8" creationId="{83FD030E-BA4B-6C8E-1A7C-C9EABB8DF674}"/>
          </ac:spMkLst>
        </pc:spChg>
        <pc:spChg chg="del">
          <ac:chgData name="越智 統" userId="2de33d77-a65a-42d1-92e2-b40da65bb07e" providerId="ADAL" clId="{16EE6F25-8606-4041-9920-B842DE283F8F}" dt="2026-07-06T14:49:05.184" v="1166" actId="478"/>
          <ac:spMkLst>
            <pc:docMk/>
            <pc:sldMk cId="2361813130" sldId="312"/>
            <ac:spMk id="9" creationId="{7B338528-0080-A944-D138-3FC35345B2BF}"/>
          </ac:spMkLst>
        </pc:spChg>
        <pc:graphicFrameChg chg="mod modGraphic">
          <ac:chgData name="越智 統" userId="2de33d77-a65a-42d1-92e2-b40da65bb07e" providerId="ADAL" clId="{16EE6F25-8606-4041-9920-B842DE283F8F}" dt="2026-07-06T14:49:39.344" v="1175" actId="207"/>
          <ac:graphicFrameMkLst>
            <pc:docMk/>
            <pc:sldMk cId="2361813130" sldId="312"/>
            <ac:graphicFrameMk id="3" creationId="{BF0D77EA-11A8-B601-61E4-1C7C38A02CC0}"/>
          </ac:graphicFrameMkLst>
        </pc:graphicFrameChg>
        <pc:graphicFrameChg chg="modGraphic">
          <ac:chgData name="越智 統" userId="2de33d77-a65a-42d1-92e2-b40da65bb07e" providerId="ADAL" clId="{16EE6F25-8606-4041-9920-B842DE283F8F}" dt="2026-07-06T14:50:33.366" v="1198" actId="207"/>
          <ac:graphicFrameMkLst>
            <pc:docMk/>
            <pc:sldMk cId="2361813130" sldId="312"/>
            <ac:graphicFrameMk id="12" creationId="{3AF3AD3B-3DB8-FA2D-802E-5C648B558B8B}"/>
          </ac:graphicFrameMkLst>
        </pc:graphicFrameChg>
      </pc:sldChg>
      <pc:sldChg chg="addSp delSp modSp add mod">
        <pc:chgData name="越智 統" userId="2de33d77-a65a-42d1-92e2-b40da65bb07e" providerId="ADAL" clId="{16EE6F25-8606-4041-9920-B842DE283F8F}" dt="2026-07-06T15:14:03.031" v="1569" actId="14100"/>
        <pc:sldMkLst>
          <pc:docMk/>
          <pc:sldMk cId="1773475645" sldId="313"/>
        </pc:sldMkLst>
        <pc:spChg chg="add mod">
          <ac:chgData name="越智 統" userId="2de33d77-a65a-42d1-92e2-b40da65bb07e" providerId="ADAL" clId="{16EE6F25-8606-4041-9920-B842DE283F8F}" dt="2026-07-06T15:14:03.031" v="1569" actId="14100"/>
          <ac:spMkLst>
            <pc:docMk/>
            <pc:sldMk cId="1773475645" sldId="313"/>
            <ac:spMk id="2" creationId="{CB478325-1050-57E4-B187-E4783D8E3E8E}"/>
          </ac:spMkLst>
        </pc:spChg>
        <pc:spChg chg="del">
          <ac:chgData name="越智 統" userId="2de33d77-a65a-42d1-92e2-b40da65bb07e" providerId="ADAL" clId="{16EE6F25-8606-4041-9920-B842DE283F8F}" dt="2026-07-06T14:50:52.656" v="1201" actId="478"/>
          <ac:spMkLst>
            <pc:docMk/>
            <pc:sldMk cId="1773475645" sldId="313"/>
            <ac:spMk id="8" creationId="{FFF13B2E-D5B4-2D79-246F-EE8AA5DA2897}"/>
          </ac:spMkLst>
        </pc:spChg>
        <pc:graphicFrameChg chg="modGraphic">
          <ac:chgData name="越智 統" userId="2de33d77-a65a-42d1-92e2-b40da65bb07e" providerId="ADAL" clId="{16EE6F25-8606-4041-9920-B842DE283F8F}" dt="2026-07-06T14:50:50.050" v="1200" actId="207"/>
          <ac:graphicFrameMkLst>
            <pc:docMk/>
            <pc:sldMk cId="1773475645" sldId="313"/>
            <ac:graphicFrameMk id="12" creationId="{30F94407-3184-9D19-A2A1-6AD1D32130AB}"/>
          </ac:graphicFrameMkLst>
        </pc:graphicFrameChg>
      </pc:sldChg>
      <pc:sldChg chg="delSp modSp add mod">
        <pc:chgData name="越智 統" userId="2de33d77-a65a-42d1-92e2-b40da65bb07e" providerId="ADAL" clId="{16EE6F25-8606-4041-9920-B842DE283F8F}" dt="2026-07-06T15:11:56.947" v="1544" actId="113"/>
        <pc:sldMkLst>
          <pc:docMk/>
          <pc:sldMk cId="2909419133" sldId="314"/>
        </pc:sldMkLst>
        <pc:spChg chg="mod">
          <ac:chgData name="越智 統" userId="2de33d77-a65a-42d1-92e2-b40da65bb07e" providerId="ADAL" clId="{16EE6F25-8606-4041-9920-B842DE283F8F}" dt="2026-07-06T15:11:56.947" v="1544" actId="113"/>
          <ac:spMkLst>
            <pc:docMk/>
            <pc:sldMk cId="2909419133" sldId="314"/>
            <ac:spMk id="5" creationId="{9C56D32B-39C6-36F5-F4FD-252F153CC909}"/>
          </ac:spMkLst>
        </pc:spChg>
        <pc:graphicFrameChg chg="mod">
          <ac:chgData name="越智 統" userId="2de33d77-a65a-42d1-92e2-b40da65bb07e" providerId="ADAL" clId="{16EE6F25-8606-4041-9920-B842DE283F8F}" dt="2026-07-06T15:06:54.216" v="1402" actId="20577"/>
          <ac:graphicFrameMkLst>
            <pc:docMk/>
            <pc:sldMk cId="2909419133" sldId="314"/>
            <ac:graphicFrameMk id="3" creationId="{2802952B-0F46-D64E-85B2-BE26CF1B079E}"/>
          </ac:graphicFrameMkLst>
        </pc:graphicFrameChg>
        <pc:cxnChg chg="del">
          <ac:chgData name="越智 統" userId="2de33d77-a65a-42d1-92e2-b40da65bb07e" providerId="ADAL" clId="{16EE6F25-8606-4041-9920-B842DE283F8F}" dt="2026-07-06T15:07:54.522" v="1481" actId="478"/>
          <ac:cxnSpMkLst>
            <pc:docMk/>
            <pc:sldMk cId="2909419133" sldId="314"/>
            <ac:cxnSpMk id="8" creationId="{A579BC7B-A295-0E70-3AE6-1F71A416C2DA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:4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:3</a:t>
          </a:r>
          <a:endParaRPr kumimoji="1" lang="ja-JP" altLang="en-US" dirty="0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:10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:5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:1</a:t>
          </a:r>
          <a:endParaRPr kumimoji="1" lang="ja-JP" altLang="en-US" dirty="0"/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/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/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:4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:3</a:t>
          </a:r>
          <a:endParaRPr kumimoji="1" lang="ja-JP" altLang="en-US" dirty="0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rgbClr val="FF0000"/>
              </a:solidFill>
            </a:rPr>
            <a:t>10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rgbClr val="FF0000"/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rgbClr val="FF0000"/>
              </a:solidFill>
            </a:rPr>
            <a:t>1</a:t>
          </a:r>
          <a:endParaRPr kumimoji="1" lang="ja-JP" altLang="en-US" dirty="0">
            <a:solidFill>
              <a:srgbClr val="FF0000"/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/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/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:4</a:t>
          </a:r>
          <a:endParaRPr kumimoji="1" lang="ja-JP" altLang="en-US" dirty="0"/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:3</a:t>
          </a:r>
          <a:endParaRPr kumimoji="1" lang="ja-JP" altLang="en-US" dirty="0"/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rgbClr val="FF0000"/>
              </a:solidFill>
            </a:rPr>
            <a:t>10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rgbClr val="FF0000"/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rgbClr val="FF0000"/>
              </a:solidFill>
            </a:rPr>
            <a:t>1</a:t>
          </a:r>
          <a:endParaRPr kumimoji="1" lang="ja-JP" altLang="en-US" dirty="0">
            <a:solidFill>
              <a:srgbClr val="FF0000"/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/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/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rgbClr val="FF0000"/>
              </a:solidFill>
            </a:rPr>
            <a:t>4</a:t>
          </a:r>
          <a:endParaRPr kumimoji="1" lang="ja-JP" altLang="en-US" dirty="0">
            <a:solidFill>
              <a:srgbClr val="FF0000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rgbClr val="FF0000"/>
              </a:solidFill>
            </a:rPr>
            <a:t>3</a:t>
          </a:r>
          <a:endParaRPr kumimoji="1" lang="ja-JP" altLang="en-US" dirty="0">
            <a:solidFill>
              <a:srgbClr val="FF0000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rgbClr val="FF0000"/>
              </a:solidFill>
            </a:rPr>
            <a:t>10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1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/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/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rgbClr val="FF0000"/>
              </a:solidFill>
            </a:rPr>
            <a:t>10</a:t>
          </a:r>
          <a:endParaRPr kumimoji="1" lang="ja-JP" altLang="en-US" dirty="0">
            <a:solidFill>
              <a:srgbClr val="FF0000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rgbClr val="FF0000"/>
              </a:solidFill>
            </a:rPr>
            <a:t>3</a:t>
          </a:r>
          <a:endParaRPr kumimoji="1" lang="ja-JP" altLang="en-US" dirty="0">
            <a:solidFill>
              <a:srgbClr val="FF0000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rgbClr val="FF0000"/>
              </a:solidFill>
            </a:rPr>
            <a:t>4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1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/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/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10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rgbClr val="FF0000"/>
              </a:solidFill>
            </a:rPr>
            <a:t>4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rgbClr val="FF0000"/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rgbClr val="FF0000"/>
              </a:solidFill>
            </a:rPr>
            <a:t>1</a:t>
          </a:r>
          <a:endParaRPr kumimoji="1" lang="ja-JP" altLang="en-US" dirty="0">
            <a:solidFill>
              <a:srgbClr val="FF0000"/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/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/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10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rgbClr val="FF0000"/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rgbClr val="FF0000"/>
              </a:solidFill>
            </a:rPr>
            <a:t>4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rgbClr val="FF0000"/>
              </a:solidFill>
            </a:rPr>
            <a:t>1</a:t>
          </a:r>
          <a:endParaRPr kumimoji="1" lang="ja-JP" altLang="en-US" dirty="0">
            <a:solidFill>
              <a:srgbClr val="FF0000"/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/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/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10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4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1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/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/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10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4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1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/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/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1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4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/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1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4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 custLinFactNeighborX="13889" custLinFactNeighborY="33419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/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 custLinFactX="100000" custLinFactNeighborX="115014" custLinFactNeighborY="-247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1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4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 custLinFactNeighborX="13889" custLinFactNeighborY="33419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/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 custLinFactX="100000" custLinFactNeighborX="115014" custLinFactNeighborY="-247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1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4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 custLinFactNeighborX="13889" custLinFactNeighborY="33419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/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 custLinFactX="100000" custLinFactNeighborX="115014" custLinFactNeighborY="-247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:5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:1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4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 custLinFactNeighborX="13889" custLinFactNeighborY="33419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/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 custLinFactX="100000" custLinFactNeighborX="115014" custLinFactNeighborY="-247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:5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:1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4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 custLinFactNeighborX="13889" custLinFactNeighborY="33419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/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 custLinFactX="100000" custLinFactNeighborX="115014" custLinFactNeighborY="-247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:5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:4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:1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 custLinFactNeighborX="13889" custLinFactNeighborY="33419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/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 custLinFactX="100000" custLinFactNeighborX="115014" custLinFactNeighborY="-247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:1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:4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:1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:4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:1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:4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:4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:1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:4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:1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:4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/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tx1"/>
              </a:solidFill>
            </a:rPr>
            <a:t>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:1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/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>
        <a:ln>
          <a:solidFill>
            <a:srgbClr val="92D050"/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4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:1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>
        <a:ln>
          <a:solidFill>
            <a:srgbClr val="92D050"/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4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:1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>
        <a:ln>
          <a:solidFill>
            <a:srgbClr val="92D050"/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4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:1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:3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>
        <a:ln>
          <a:solidFill>
            <a:srgbClr val="92D050"/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4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:1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/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/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:1</a:t>
          </a:r>
          <a:endParaRPr kumimoji="1" lang="ja-JP" altLang="en-US" dirty="0">
            <a:solidFill>
              <a:schemeClr val="tx1"/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>
        <a:ln>
          <a:solidFill>
            <a:srgbClr val="92D050"/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4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/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>
        <a:ln>
          <a:solidFill>
            <a:srgbClr val="92D050"/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4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80B41FB-CFD0-4E64-823B-075F5615AC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4D4C6FF9-65AB-454F-8EEC-FDC8A53CBD1D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4D0B3FE1-D334-47CA-8E44-4F2FFEFECEE5}" type="par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F91ABD52-0269-4408-BF4E-D07F0AC087EC}" type="sibTrans" cxnId="{C9C17EF8-82A7-40B8-9DCD-900B9143FF7C}">
      <dgm:prSet/>
      <dgm:spPr/>
      <dgm:t>
        <a:bodyPr/>
        <a:lstStyle/>
        <a:p>
          <a:endParaRPr kumimoji="1" lang="ja-JP" altLang="en-US"/>
        </a:p>
      </dgm:t>
    </dgm:pt>
    <dgm:pt modelId="{3FB92A1A-BFD9-4EF9-9DC0-10C240FBF329}">
      <dgm:prSet phldrT="[テキスト]"/>
      <dgm:spPr>
        <a:ln>
          <a:solidFill>
            <a:srgbClr val="92D050"/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4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ECB72D6A-A748-4FFA-930B-BC550736686D}" type="sib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E47C5A50-0AD6-4704-B7A4-2764D9C7D270}" type="parTrans" cxnId="{77076321-50E7-4373-A89E-B2DFF9274642}">
      <dgm:prSet/>
      <dgm:spPr/>
      <dgm:t>
        <a:bodyPr/>
        <a:lstStyle/>
        <a:p>
          <a:endParaRPr kumimoji="1" lang="ja-JP" altLang="en-US"/>
        </a:p>
      </dgm:t>
    </dgm:pt>
    <dgm:pt modelId="{82013B2D-B208-4A14-B4A2-5DB2456C0C05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D8101748-5393-4AAA-B28B-AFAD513358AC}" type="sib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63B0229E-7C7A-4F1C-B96E-B8653D37E1AC}" type="parTrans" cxnId="{B5D1698D-C44C-4B7B-A0B6-C983BA3DAF98}">
      <dgm:prSet/>
      <dgm:spPr/>
      <dgm:t>
        <a:bodyPr/>
        <a:lstStyle/>
        <a:p>
          <a:endParaRPr kumimoji="1" lang="ja-JP" altLang="en-US"/>
        </a:p>
      </dgm:t>
    </dgm:pt>
    <dgm:pt modelId="{D3540766-1B43-45EE-AFEB-32234B67734F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dirty="0"/>
            <a:t> </a:t>
          </a:r>
          <a:endParaRPr kumimoji="1" lang="ja-JP" altLang="en-US" dirty="0"/>
        </a:p>
      </dgm:t>
    </dgm:pt>
    <dgm:pt modelId="{533FD0F4-A20C-479B-9067-E2C6BE1348DD}" type="sib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3814020A-8E0D-4968-A586-488BD0E9EB6E}" type="parTrans" cxnId="{D7FE4323-3E32-4C5F-8128-147D36D2BEE5}">
      <dgm:prSet/>
      <dgm:spPr/>
      <dgm:t>
        <a:bodyPr/>
        <a:lstStyle/>
        <a:p>
          <a:endParaRPr kumimoji="1" lang="ja-JP" altLang="en-US"/>
        </a:p>
      </dgm:t>
    </dgm:pt>
    <dgm:pt modelId="{A5300E7B-E538-45D0-A02E-D8249827834C}">
      <dgm:prSet phldrT="[テキスト]"/>
      <dgm:spPr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kumimoji="1" lang="en-US" altLang="ja-JP" dirty="0"/>
            <a:t> </a:t>
          </a:r>
          <a:r>
            <a:rPr kumimoji="1" lang="en-US" altLang="ja-JP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dirty="0"/>
            <a:t>:</a:t>
          </a:r>
          <a:r>
            <a:rPr kumimoji="1" lang="en-US" altLang="ja-JP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dirty="0">
            <a:solidFill>
              <a:schemeClr val="accent6">
                <a:lumMod val="60000"/>
                <a:lumOff val="40000"/>
              </a:schemeClr>
            </a:solidFill>
          </a:endParaRPr>
        </a:p>
      </dgm:t>
    </dgm:pt>
    <dgm:pt modelId="{5C46D57E-E484-42C9-A05B-D7B814A4409F}" type="sib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3E3CD62F-94CC-4BBB-A98A-35EED61D41D2}" type="parTrans" cxnId="{28ED802D-900A-4A44-86C1-AEE97C5EB0DA}">
      <dgm:prSet/>
      <dgm:spPr/>
      <dgm:t>
        <a:bodyPr/>
        <a:lstStyle/>
        <a:p>
          <a:endParaRPr kumimoji="1" lang="ja-JP" altLang="en-US"/>
        </a:p>
      </dgm:t>
    </dgm:pt>
    <dgm:pt modelId="{D9F20FD9-D313-4964-A3BA-9E7988C2BDCB}" type="pres">
      <dgm:prSet presAssocID="{E80B41FB-CFD0-4E64-823B-075F5615AC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DE74A7-328B-4C64-8976-BA8975C1193C}" type="pres">
      <dgm:prSet presAssocID="{4D4C6FF9-65AB-454F-8EEC-FDC8A53CBD1D}" presName="hierRoot1" presStyleCnt="0"/>
      <dgm:spPr/>
    </dgm:pt>
    <dgm:pt modelId="{4776D873-475B-41DB-A203-9DD247F31F65}" type="pres">
      <dgm:prSet presAssocID="{4D4C6FF9-65AB-454F-8EEC-FDC8A53CBD1D}" presName="composite" presStyleCnt="0"/>
      <dgm:spPr/>
    </dgm:pt>
    <dgm:pt modelId="{1E0DA0E1-B211-46D3-8004-1E534F96C2F2}" type="pres">
      <dgm:prSet presAssocID="{4D4C6FF9-65AB-454F-8EEC-FDC8A53CBD1D}" presName="background" presStyleLbl="node0" presStyleIdx="0" presStyleCnt="1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AF43C7A7-CE36-4C14-8C27-0FAB8DF84C3A}" type="pres">
      <dgm:prSet presAssocID="{4D4C6FF9-65AB-454F-8EEC-FDC8A53CBD1D}" presName="text" presStyleLbl="fgAcc0" presStyleIdx="0" presStyleCnt="1">
        <dgm:presLayoutVars>
          <dgm:chPref val="3"/>
        </dgm:presLayoutVars>
      </dgm:prSet>
      <dgm:spPr/>
    </dgm:pt>
    <dgm:pt modelId="{85978684-85AB-4C65-958C-5DBDD89AC3EF}" type="pres">
      <dgm:prSet presAssocID="{4D4C6FF9-65AB-454F-8EEC-FDC8A53CBD1D}" presName="hierChild2" presStyleCnt="0"/>
      <dgm:spPr/>
    </dgm:pt>
    <dgm:pt modelId="{13C83042-B44D-41D9-AA1C-8FAB7EACE05C}" type="pres">
      <dgm:prSet presAssocID="{63B0229E-7C7A-4F1C-B96E-B8653D37E1AC}" presName="Name10" presStyleLbl="parChTrans1D2" presStyleIdx="0" presStyleCnt="2"/>
      <dgm:spPr/>
    </dgm:pt>
    <dgm:pt modelId="{A37BDF43-9201-46FE-8B7D-F1710EC40ECF}" type="pres">
      <dgm:prSet presAssocID="{82013B2D-B208-4A14-B4A2-5DB2456C0C05}" presName="hierRoot2" presStyleCnt="0"/>
      <dgm:spPr/>
    </dgm:pt>
    <dgm:pt modelId="{247C6D53-DDD4-4F6A-AACE-64ED03C49C17}" type="pres">
      <dgm:prSet presAssocID="{82013B2D-B208-4A14-B4A2-5DB2456C0C05}" presName="composite2" presStyleCnt="0"/>
      <dgm:spPr/>
    </dgm:pt>
    <dgm:pt modelId="{F79DE4D4-F98B-4295-917E-BE14F2B6D0B7}" type="pres">
      <dgm:prSet presAssocID="{82013B2D-B208-4A14-B4A2-5DB2456C0C05}" presName="background2" presStyleLbl="node2" presStyleIdx="0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2C62341C-CDE4-4DCE-BCEF-61F8AC1D04DC}" type="pres">
      <dgm:prSet presAssocID="{82013B2D-B208-4A14-B4A2-5DB2456C0C05}" presName="text2" presStyleLbl="fgAcc2" presStyleIdx="0" presStyleCnt="2">
        <dgm:presLayoutVars>
          <dgm:chPref val="3"/>
        </dgm:presLayoutVars>
      </dgm:prSet>
      <dgm:spPr/>
    </dgm:pt>
    <dgm:pt modelId="{120ACFDA-CEF5-4144-90C0-C968081E79D2}" type="pres">
      <dgm:prSet presAssocID="{82013B2D-B208-4A14-B4A2-5DB2456C0C05}" presName="hierChild3" presStyleCnt="0"/>
      <dgm:spPr/>
    </dgm:pt>
    <dgm:pt modelId="{78236055-C2B2-4510-A56D-68D22BA11662}" type="pres">
      <dgm:prSet presAssocID="{3814020A-8E0D-4968-A586-488BD0E9EB6E}" presName="Name17" presStyleLbl="parChTrans1D3" presStyleIdx="0" presStyleCnt="2"/>
      <dgm:spPr/>
    </dgm:pt>
    <dgm:pt modelId="{F5D4A846-574D-45FA-BE5C-F1A6D73F95D7}" type="pres">
      <dgm:prSet presAssocID="{D3540766-1B43-45EE-AFEB-32234B67734F}" presName="hierRoot3" presStyleCnt="0"/>
      <dgm:spPr/>
    </dgm:pt>
    <dgm:pt modelId="{79611ABC-87DA-4952-B096-54B4E85577DB}" type="pres">
      <dgm:prSet presAssocID="{D3540766-1B43-45EE-AFEB-32234B67734F}" presName="composite3" presStyleCnt="0"/>
      <dgm:spPr/>
    </dgm:pt>
    <dgm:pt modelId="{F75B4AA8-082F-486D-A90F-33CD6BF1A34D}" type="pres">
      <dgm:prSet presAssocID="{D3540766-1B43-45EE-AFEB-32234B67734F}" presName="background3" presStyleLbl="node3" presStyleIdx="0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C185FF3-F2E4-4875-B6C6-E795BAFF6E23}" type="pres">
      <dgm:prSet presAssocID="{D3540766-1B43-45EE-AFEB-32234B67734F}" presName="text3" presStyleLbl="fgAcc3" presStyleIdx="0" presStyleCnt="2">
        <dgm:presLayoutVars>
          <dgm:chPref val="3"/>
        </dgm:presLayoutVars>
      </dgm:prSet>
      <dgm:spPr/>
    </dgm:pt>
    <dgm:pt modelId="{1E92B411-72EF-4107-9BFC-3EDDDE4ECBC5}" type="pres">
      <dgm:prSet presAssocID="{D3540766-1B43-45EE-AFEB-32234B67734F}" presName="hierChild4" presStyleCnt="0"/>
      <dgm:spPr/>
    </dgm:pt>
    <dgm:pt modelId="{20BA2F43-E32D-45B0-BDEB-0FA58053548E}" type="pres">
      <dgm:prSet presAssocID="{3E3CD62F-94CC-4BBB-A98A-35EED61D41D2}" presName="Name17" presStyleLbl="parChTrans1D3" presStyleIdx="1" presStyleCnt="2"/>
      <dgm:spPr/>
    </dgm:pt>
    <dgm:pt modelId="{BFF698D0-7A33-413A-886F-AE3FCB0E1138}" type="pres">
      <dgm:prSet presAssocID="{A5300E7B-E538-45D0-A02E-D8249827834C}" presName="hierRoot3" presStyleCnt="0"/>
      <dgm:spPr/>
    </dgm:pt>
    <dgm:pt modelId="{31809EDD-BD33-414C-A29F-12ABE5DCB58A}" type="pres">
      <dgm:prSet presAssocID="{A5300E7B-E538-45D0-A02E-D8249827834C}" presName="composite3" presStyleCnt="0"/>
      <dgm:spPr/>
    </dgm:pt>
    <dgm:pt modelId="{5C281AD8-9FEC-43B7-954C-51661DA5B4A6}" type="pres">
      <dgm:prSet presAssocID="{A5300E7B-E538-45D0-A02E-D8249827834C}" presName="background3" presStyleLbl="node3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0D19C7D6-A9B3-410E-B1BA-1903EA2D2B65}" type="pres">
      <dgm:prSet presAssocID="{A5300E7B-E538-45D0-A02E-D8249827834C}" presName="text3" presStyleLbl="fgAcc3" presStyleIdx="1" presStyleCnt="2">
        <dgm:presLayoutVars>
          <dgm:chPref val="3"/>
        </dgm:presLayoutVars>
      </dgm:prSet>
      <dgm:spPr/>
    </dgm:pt>
    <dgm:pt modelId="{60FD94A2-688A-4DFC-A194-5C15E97CB3CA}" type="pres">
      <dgm:prSet presAssocID="{A5300E7B-E538-45D0-A02E-D8249827834C}" presName="hierChild4" presStyleCnt="0"/>
      <dgm:spPr/>
    </dgm:pt>
    <dgm:pt modelId="{06C6CA8C-684B-466F-A6A5-06CC0E2A3B2E}" type="pres">
      <dgm:prSet presAssocID="{E47C5A50-0AD6-4704-B7A4-2764D9C7D270}" presName="Name10" presStyleLbl="parChTrans1D2" presStyleIdx="1" presStyleCnt="2"/>
      <dgm:spPr/>
    </dgm:pt>
    <dgm:pt modelId="{4C6B8F11-651F-4056-9CC1-88F0392E7387}" type="pres">
      <dgm:prSet presAssocID="{3FB92A1A-BFD9-4EF9-9DC0-10C240FBF329}" presName="hierRoot2" presStyleCnt="0"/>
      <dgm:spPr/>
    </dgm:pt>
    <dgm:pt modelId="{D348B2FD-1FB9-4CA0-8F42-0FF96B6FEFA3}" type="pres">
      <dgm:prSet presAssocID="{3FB92A1A-BFD9-4EF9-9DC0-10C240FBF329}" presName="composite2" presStyleCnt="0"/>
      <dgm:spPr/>
    </dgm:pt>
    <dgm:pt modelId="{FE45B09A-AD29-4903-9A88-D884FB7AE9F3}" type="pres">
      <dgm:prSet presAssocID="{3FB92A1A-BFD9-4EF9-9DC0-10C240FBF329}" presName="background2" presStyleLbl="node2" presStyleIdx="1" presStyleCnt="2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</dgm:pt>
    <dgm:pt modelId="{A93716C9-461C-4657-93EF-E2B36EAF0F88}" type="pres">
      <dgm:prSet presAssocID="{3FB92A1A-BFD9-4EF9-9DC0-10C240FBF329}" presName="text2" presStyleLbl="fgAcc2" presStyleIdx="1" presStyleCnt="2">
        <dgm:presLayoutVars>
          <dgm:chPref val="3"/>
        </dgm:presLayoutVars>
      </dgm:prSet>
      <dgm:spPr/>
    </dgm:pt>
    <dgm:pt modelId="{C9B45BA6-5C4B-4D4A-86BD-F477384044FE}" type="pres">
      <dgm:prSet presAssocID="{3FB92A1A-BFD9-4EF9-9DC0-10C240FBF329}" presName="hierChild3" presStyleCnt="0"/>
      <dgm:spPr/>
    </dgm:pt>
  </dgm:ptLst>
  <dgm:cxnLst>
    <dgm:cxn modelId="{77076321-50E7-4373-A89E-B2DFF9274642}" srcId="{4D4C6FF9-65AB-454F-8EEC-FDC8A53CBD1D}" destId="{3FB92A1A-BFD9-4EF9-9DC0-10C240FBF329}" srcOrd="1" destOrd="0" parTransId="{E47C5A50-0AD6-4704-B7A4-2764D9C7D270}" sibTransId="{ECB72D6A-A748-4FFA-930B-BC550736686D}"/>
    <dgm:cxn modelId="{D7FE4323-3E32-4C5F-8128-147D36D2BEE5}" srcId="{82013B2D-B208-4A14-B4A2-5DB2456C0C05}" destId="{D3540766-1B43-45EE-AFEB-32234B67734F}" srcOrd="0" destOrd="0" parTransId="{3814020A-8E0D-4968-A586-488BD0E9EB6E}" sibTransId="{533FD0F4-A20C-479B-9067-E2C6BE1348DD}"/>
    <dgm:cxn modelId="{FDE91129-989D-4709-9BC6-D70ACD6E3375}" type="presOf" srcId="{E47C5A50-0AD6-4704-B7A4-2764D9C7D270}" destId="{06C6CA8C-684B-466F-A6A5-06CC0E2A3B2E}" srcOrd="0" destOrd="0" presId="urn:microsoft.com/office/officeart/2005/8/layout/hierarchy1"/>
    <dgm:cxn modelId="{28ED802D-900A-4A44-86C1-AEE97C5EB0DA}" srcId="{82013B2D-B208-4A14-B4A2-5DB2456C0C05}" destId="{A5300E7B-E538-45D0-A02E-D8249827834C}" srcOrd="1" destOrd="0" parTransId="{3E3CD62F-94CC-4BBB-A98A-35EED61D41D2}" sibTransId="{5C46D57E-E484-42C9-A05B-D7B814A4409F}"/>
    <dgm:cxn modelId="{D1BBB330-D924-4FFF-9723-E7FC75A4F051}" type="presOf" srcId="{63B0229E-7C7A-4F1C-B96E-B8653D37E1AC}" destId="{13C83042-B44D-41D9-AA1C-8FAB7EACE05C}" srcOrd="0" destOrd="0" presId="urn:microsoft.com/office/officeart/2005/8/layout/hierarchy1"/>
    <dgm:cxn modelId="{683CD945-37A6-4303-B849-72ED0475AA09}" type="presOf" srcId="{82013B2D-B208-4A14-B4A2-5DB2456C0C05}" destId="{2C62341C-CDE4-4DCE-BCEF-61F8AC1D04DC}" srcOrd="0" destOrd="0" presId="urn:microsoft.com/office/officeart/2005/8/layout/hierarchy1"/>
    <dgm:cxn modelId="{93C3F96A-B48E-4A1A-BB39-0038088341C1}" type="presOf" srcId="{4D4C6FF9-65AB-454F-8EEC-FDC8A53CBD1D}" destId="{AF43C7A7-CE36-4C14-8C27-0FAB8DF84C3A}" srcOrd="0" destOrd="0" presId="urn:microsoft.com/office/officeart/2005/8/layout/hierarchy1"/>
    <dgm:cxn modelId="{0AD77187-9F3B-4D0C-B1FD-0F9AAE2E176E}" type="presOf" srcId="{A5300E7B-E538-45D0-A02E-D8249827834C}" destId="{0D19C7D6-A9B3-410E-B1BA-1903EA2D2B65}" srcOrd="0" destOrd="0" presId="urn:microsoft.com/office/officeart/2005/8/layout/hierarchy1"/>
    <dgm:cxn modelId="{5F5E4389-F58D-4442-943D-8D91FBFCECB6}" type="presOf" srcId="{E80B41FB-CFD0-4E64-823B-075F5615AC4D}" destId="{D9F20FD9-D313-4964-A3BA-9E7988C2BDCB}" srcOrd="0" destOrd="0" presId="urn:microsoft.com/office/officeart/2005/8/layout/hierarchy1"/>
    <dgm:cxn modelId="{1E94938A-BEE8-4EC4-8E22-7C8DFF60E848}" type="presOf" srcId="{3814020A-8E0D-4968-A586-488BD0E9EB6E}" destId="{78236055-C2B2-4510-A56D-68D22BA11662}" srcOrd="0" destOrd="0" presId="urn:microsoft.com/office/officeart/2005/8/layout/hierarchy1"/>
    <dgm:cxn modelId="{B5D1698D-C44C-4B7B-A0B6-C983BA3DAF98}" srcId="{4D4C6FF9-65AB-454F-8EEC-FDC8A53CBD1D}" destId="{82013B2D-B208-4A14-B4A2-5DB2456C0C05}" srcOrd="0" destOrd="0" parTransId="{63B0229E-7C7A-4F1C-B96E-B8653D37E1AC}" sibTransId="{D8101748-5393-4AAA-B28B-AFAD513358AC}"/>
    <dgm:cxn modelId="{E08E26AB-1472-42F0-9DB7-80D521CEFB2C}" type="presOf" srcId="{3E3CD62F-94CC-4BBB-A98A-35EED61D41D2}" destId="{20BA2F43-E32D-45B0-BDEB-0FA58053548E}" srcOrd="0" destOrd="0" presId="urn:microsoft.com/office/officeart/2005/8/layout/hierarchy1"/>
    <dgm:cxn modelId="{AE0DDCCC-CA4F-4FB4-85FA-85B1EB387967}" type="presOf" srcId="{D3540766-1B43-45EE-AFEB-32234B67734F}" destId="{0C185FF3-F2E4-4875-B6C6-E795BAFF6E23}" srcOrd="0" destOrd="0" presId="urn:microsoft.com/office/officeart/2005/8/layout/hierarchy1"/>
    <dgm:cxn modelId="{B85B3DF5-CC90-4DD0-99EE-85C3F05DCC7F}" type="presOf" srcId="{3FB92A1A-BFD9-4EF9-9DC0-10C240FBF329}" destId="{A93716C9-461C-4657-93EF-E2B36EAF0F88}" srcOrd="0" destOrd="0" presId="urn:microsoft.com/office/officeart/2005/8/layout/hierarchy1"/>
    <dgm:cxn modelId="{C9C17EF8-82A7-40B8-9DCD-900B9143FF7C}" srcId="{E80B41FB-CFD0-4E64-823B-075F5615AC4D}" destId="{4D4C6FF9-65AB-454F-8EEC-FDC8A53CBD1D}" srcOrd="0" destOrd="0" parTransId="{4D0B3FE1-D334-47CA-8E44-4F2FFEFECEE5}" sibTransId="{F91ABD52-0269-4408-BF4E-D07F0AC087EC}"/>
    <dgm:cxn modelId="{3773B9ED-E5E6-411D-BADA-4EE90329EA5B}" type="presParOf" srcId="{D9F20FD9-D313-4964-A3BA-9E7988C2BDCB}" destId="{95DE74A7-328B-4C64-8976-BA8975C1193C}" srcOrd="0" destOrd="0" presId="urn:microsoft.com/office/officeart/2005/8/layout/hierarchy1"/>
    <dgm:cxn modelId="{676D433E-BD9F-4915-B90E-D3920F1FBB2D}" type="presParOf" srcId="{95DE74A7-328B-4C64-8976-BA8975C1193C}" destId="{4776D873-475B-41DB-A203-9DD247F31F65}" srcOrd="0" destOrd="0" presId="urn:microsoft.com/office/officeart/2005/8/layout/hierarchy1"/>
    <dgm:cxn modelId="{AAFBC465-88DB-4F1C-A02D-383B80ED8BEC}" type="presParOf" srcId="{4776D873-475B-41DB-A203-9DD247F31F65}" destId="{1E0DA0E1-B211-46D3-8004-1E534F96C2F2}" srcOrd="0" destOrd="0" presId="urn:microsoft.com/office/officeart/2005/8/layout/hierarchy1"/>
    <dgm:cxn modelId="{D5CDF926-39CB-4BF0-98E5-9447C29CBF6D}" type="presParOf" srcId="{4776D873-475B-41DB-A203-9DD247F31F65}" destId="{AF43C7A7-CE36-4C14-8C27-0FAB8DF84C3A}" srcOrd="1" destOrd="0" presId="urn:microsoft.com/office/officeart/2005/8/layout/hierarchy1"/>
    <dgm:cxn modelId="{F4EBBC6F-F1AA-474A-BB28-0BB96B9E488F}" type="presParOf" srcId="{95DE74A7-328B-4C64-8976-BA8975C1193C}" destId="{85978684-85AB-4C65-958C-5DBDD89AC3EF}" srcOrd="1" destOrd="0" presId="urn:microsoft.com/office/officeart/2005/8/layout/hierarchy1"/>
    <dgm:cxn modelId="{118D2B55-15CD-412B-BFB9-60E99E177433}" type="presParOf" srcId="{85978684-85AB-4C65-958C-5DBDD89AC3EF}" destId="{13C83042-B44D-41D9-AA1C-8FAB7EACE05C}" srcOrd="0" destOrd="0" presId="urn:microsoft.com/office/officeart/2005/8/layout/hierarchy1"/>
    <dgm:cxn modelId="{A94A5301-43E7-4610-9F6F-68F6BAB000DD}" type="presParOf" srcId="{85978684-85AB-4C65-958C-5DBDD89AC3EF}" destId="{A37BDF43-9201-46FE-8B7D-F1710EC40ECF}" srcOrd="1" destOrd="0" presId="urn:microsoft.com/office/officeart/2005/8/layout/hierarchy1"/>
    <dgm:cxn modelId="{062DFC6E-FB2E-454B-A290-CBC43C1D40F0}" type="presParOf" srcId="{A37BDF43-9201-46FE-8B7D-F1710EC40ECF}" destId="{247C6D53-DDD4-4F6A-AACE-64ED03C49C17}" srcOrd="0" destOrd="0" presId="urn:microsoft.com/office/officeart/2005/8/layout/hierarchy1"/>
    <dgm:cxn modelId="{0E83192B-F0A9-4B47-AEBF-86F7345B3E54}" type="presParOf" srcId="{247C6D53-DDD4-4F6A-AACE-64ED03C49C17}" destId="{F79DE4D4-F98B-4295-917E-BE14F2B6D0B7}" srcOrd="0" destOrd="0" presId="urn:microsoft.com/office/officeart/2005/8/layout/hierarchy1"/>
    <dgm:cxn modelId="{DE770FD5-03FD-468A-91D7-B041119CE3C3}" type="presParOf" srcId="{247C6D53-DDD4-4F6A-AACE-64ED03C49C17}" destId="{2C62341C-CDE4-4DCE-BCEF-61F8AC1D04DC}" srcOrd="1" destOrd="0" presId="urn:microsoft.com/office/officeart/2005/8/layout/hierarchy1"/>
    <dgm:cxn modelId="{91F44D74-D90D-46C8-B9B0-9BA10A387938}" type="presParOf" srcId="{A37BDF43-9201-46FE-8B7D-F1710EC40ECF}" destId="{120ACFDA-CEF5-4144-90C0-C968081E79D2}" srcOrd="1" destOrd="0" presId="urn:microsoft.com/office/officeart/2005/8/layout/hierarchy1"/>
    <dgm:cxn modelId="{DB237AB5-27C7-4EE7-8F29-61E40A07593C}" type="presParOf" srcId="{120ACFDA-CEF5-4144-90C0-C968081E79D2}" destId="{78236055-C2B2-4510-A56D-68D22BA11662}" srcOrd="0" destOrd="0" presId="urn:microsoft.com/office/officeart/2005/8/layout/hierarchy1"/>
    <dgm:cxn modelId="{FC74AA9B-F3F7-4FE4-A26D-7CA84643673E}" type="presParOf" srcId="{120ACFDA-CEF5-4144-90C0-C968081E79D2}" destId="{F5D4A846-574D-45FA-BE5C-F1A6D73F95D7}" srcOrd="1" destOrd="0" presId="urn:microsoft.com/office/officeart/2005/8/layout/hierarchy1"/>
    <dgm:cxn modelId="{AA27D7FD-DA98-4E82-ACA4-5D1A0F868627}" type="presParOf" srcId="{F5D4A846-574D-45FA-BE5C-F1A6D73F95D7}" destId="{79611ABC-87DA-4952-B096-54B4E85577DB}" srcOrd="0" destOrd="0" presId="urn:microsoft.com/office/officeart/2005/8/layout/hierarchy1"/>
    <dgm:cxn modelId="{D4FF8B9B-305E-43D3-AF41-011DB9B4DD02}" type="presParOf" srcId="{79611ABC-87DA-4952-B096-54B4E85577DB}" destId="{F75B4AA8-082F-486D-A90F-33CD6BF1A34D}" srcOrd="0" destOrd="0" presId="urn:microsoft.com/office/officeart/2005/8/layout/hierarchy1"/>
    <dgm:cxn modelId="{4EECFA3B-BA1D-4E05-88C3-212C037DB74E}" type="presParOf" srcId="{79611ABC-87DA-4952-B096-54B4E85577DB}" destId="{0C185FF3-F2E4-4875-B6C6-E795BAFF6E23}" srcOrd="1" destOrd="0" presId="urn:microsoft.com/office/officeart/2005/8/layout/hierarchy1"/>
    <dgm:cxn modelId="{9A154EB4-6EE9-48D3-A3D1-17BBBF8AF5C1}" type="presParOf" srcId="{F5D4A846-574D-45FA-BE5C-F1A6D73F95D7}" destId="{1E92B411-72EF-4107-9BFC-3EDDDE4ECBC5}" srcOrd="1" destOrd="0" presId="urn:microsoft.com/office/officeart/2005/8/layout/hierarchy1"/>
    <dgm:cxn modelId="{23A7D5E5-A8C9-4B51-A631-399588572F0D}" type="presParOf" srcId="{120ACFDA-CEF5-4144-90C0-C968081E79D2}" destId="{20BA2F43-E32D-45B0-BDEB-0FA58053548E}" srcOrd="2" destOrd="0" presId="urn:microsoft.com/office/officeart/2005/8/layout/hierarchy1"/>
    <dgm:cxn modelId="{B6FFBEC9-1F40-4FA4-A5D1-FFBF40A7C174}" type="presParOf" srcId="{120ACFDA-CEF5-4144-90C0-C968081E79D2}" destId="{BFF698D0-7A33-413A-886F-AE3FCB0E1138}" srcOrd="3" destOrd="0" presId="urn:microsoft.com/office/officeart/2005/8/layout/hierarchy1"/>
    <dgm:cxn modelId="{BE3DEFEF-D38B-495E-9F2B-F687B2AE56AB}" type="presParOf" srcId="{BFF698D0-7A33-413A-886F-AE3FCB0E1138}" destId="{31809EDD-BD33-414C-A29F-12ABE5DCB58A}" srcOrd="0" destOrd="0" presId="urn:microsoft.com/office/officeart/2005/8/layout/hierarchy1"/>
    <dgm:cxn modelId="{3953DF5F-CF72-45BC-AFE1-168B72795CDA}" type="presParOf" srcId="{31809EDD-BD33-414C-A29F-12ABE5DCB58A}" destId="{5C281AD8-9FEC-43B7-954C-51661DA5B4A6}" srcOrd="0" destOrd="0" presId="urn:microsoft.com/office/officeart/2005/8/layout/hierarchy1"/>
    <dgm:cxn modelId="{A1395627-6A1E-49D5-A924-85A2367139C1}" type="presParOf" srcId="{31809EDD-BD33-414C-A29F-12ABE5DCB58A}" destId="{0D19C7D6-A9B3-410E-B1BA-1903EA2D2B65}" srcOrd="1" destOrd="0" presId="urn:microsoft.com/office/officeart/2005/8/layout/hierarchy1"/>
    <dgm:cxn modelId="{CA438A0D-F1C3-4D68-B558-77A601830668}" type="presParOf" srcId="{BFF698D0-7A33-413A-886F-AE3FCB0E1138}" destId="{60FD94A2-688A-4DFC-A194-5C15E97CB3CA}" srcOrd="1" destOrd="0" presId="urn:microsoft.com/office/officeart/2005/8/layout/hierarchy1"/>
    <dgm:cxn modelId="{93DAB561-80D0-47B6-9F68-61B75A3D140F}" type="presParOf" srcId="{85978684-85AB-4C65-958C-5DBDD89AC3EF}" destId="{06C6CA8C-684B-466F-A6A5-06CC0E2A3B2E}" srcOrd="2" destOrd="0" presId="urn:microsoft.com/office/officeart/2005/8/layout/hierarchy1"/>
    <dgm:cxn modelId="{0AFB7750-5A7B-4F1B-9DDF-AA5D794A77E1}" type="presParOf" srcId="{85978684-85AB-4C65-958C-5DBDD89AC3EF}" destId="{4C6B8F11-651F-4056-9CC1-88F0392E7387}" srcOrd="3" destOrd="0" presId="urn:microsoft.com/office/officeart/2005/8/layout/hierarchy1"/>
    <dgm:cxn modelId="{C5FE9AE5-5110-4ACD-BD8E-0BE437C1348E}" type="presParOf" srcId="{4C6B8F11-651F-4056-9CC1-88F0392E7387}" destId="{D348B2FD-1FB9-4CA0-8F42-0FF96B6FEFA3}" srcOrd="0" destOrd="0" presId="urn:microsoft.com/office/officeart/2005/8/layout/hierarchy1"/>
    <dgm:cxn modelId="{C867D9C7-1BB9-45FC-9FE4-5B4EE9D402DD}" type="presParOf" srcId="{D348B2FD-1FB9-4CA0-8F42-0FF96B6FEFA3}" destId="{FE45B09A-AD29-4903-9A88-D884FB7AE9F3}" srcOrd="0" destOrd="0" presId="urn:microsoft.com/office/officeart/2005/8/layout/hierarchy1"/>
    <dgm:cxn modelId="{76D7E969-2425-4069-AA95-41B67CD5D55E}" type="presParOf" srcId="{D348B2FD-1FB9-4CA0-8F42-0FF96B6FEFA3}" destId="{A93716C9-461C-4657-93EF-E2B36EAF0F88}" srcOrd="1" destOrd="0" presId="urn:microsoft.com/office/officeart/2005/8/layout/hierarchy1"/>
    <dgm:cxn modelId="{635291D4-3E6C-45C3-B54E-9E8F6F7956A7}" type="presParOf" srcId="{4C6B8F11-651F-4056-9CC1-88F0392E7387}" destId="{C9B45BA6-5C4B-4D4A-86BD-F477384044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:4</a:t>
          </a:r>
          <a:endParaRPr kumimoji="1" lang="ja-JP" altLang="en-US" sz="3400" kern="1200" dirty="0"/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:10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:5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:1</a:t>
          </a:r>
          <a:endParaRPr kumimoji="1" lang="ja-JP" altLang="en-US" sz="3400" kern="1200" dirty="0"/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:3</a:t>
          </a:r>
          <a:endParaRPr kumimoji="1" lang="ja-JP" altLang="en-US" sz="3400" kern="1200" dirty="0"/>
        </a:p>
      </dsp:txBody>
      <dsp:txXfrm>
        <a:off x="4527877" y="1639342"/>
        <a:ext cx="1502551" cy="9329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:4</a:t>
          </a:r>
          <a:endParaRPr kumimoji="1" lang="ja-JP" altLang="en-US" sz="3400" kern="1200" dirty="0"/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rgbClr val="FF0000"/>
              </a:solidFill>
            </a:rPr>
            <a:t>10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rgbClr val="FF0000"/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rgbClr val="FF0000"/>
              </a:solidFill>
            </a:rPr>
            <a:t>1</a:t>
          </a:r>
          <a:endParaRPr kumimoji="1" lang="ja-JP" altLang="en-US" sz="3400" kern="1200" dirty="0">
            <a:solidFill>
              <a:srgbClr val="FF0000"/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:3</a:t>
          </a:r>
          <a:endParaRPr kumimoji="1" lang="ja-JP" altLang="en-US" sz="3400" kern="1200" dirty="0"/>
        </a:p>
      </dsp:txBody>
      <dsp:txXfrm>
        <a:off x="4527877" y="1639342"/>
        <a:ext cx="1502551" cy="9329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:4</a:t>
          </a:r>
          <a:endParaRPr kumimoji="1" lang="ja-JP" altLang="en-US" sz="3400" kern="1200" dirty="0"/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rgbClr val="FF0000"/>
              </a:solidFill>
            </a:rPr>
            <a:t>10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rgbClr val="FF0000"/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rgbClr val="FF0000"/>
              </a:solidFill>
            </a:rPr>
            <a:t>1</a:t>
          </a:r>
          <a:endParaRPr kumimoji="1" lang="ja-JP" altLang="en-US" sz="3400" kern="1200" dirty="0">
            <a:solidFill>
              <a:srgbClr val="FF0000"/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:3</a:t>
          </a:r>
          <a:endParaRPr kumimoji="1" lang="ja-JP" altLang="en-US" sz="3400" kern="1200" dirty="0"/>
        </a:p>
      </dsp:txBody>
      <dsp:txXfrm>
        <a:off x="4527877" y="1639342"/>
        <a:ext cx="1502551" cy="9329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rgbClr val="FF0000"/>
              </a:solidFill>
            </a:rPr>
            <a:t>4</a:t>
          </a:r>
          <a:endParaRPr kumimoji="1" lang="ja-JP" altLang="en-US" sz="3400" kern="1200" dirty="0">
            <a:solidFill>
              <a:srgbClr val="FF0000"/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rgbClr val="FF0000"/>
              </a:solidFill>
            </a:rPr>
            <a:t>10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1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rgbClr val="FF0000"/>
              </a:solidFill>
            </a:rPr>
            <a:t>3</a:t>
          </a:r>
          <a:endParaRPr kumimoji="1" lang="ja-JP" altLang="en-US" sz="3400" kern="1200" dirty="0">
            <a:solidFill>
              <a:srgbClr val="FF0000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rgbClr val="FF0000"/>
              </a:solidFill>
            </a:rPr>
            <a:t>10</a:t>
          </a:r>
          <a:endParaRPr kumimoji="1" lang="ja-JP" altLang="en-US" sz="3400" kern="1200" dirty="0">
            <a:solidFill>
              <a:srgbClr val="FF0000"/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rgbClr val="FF0000"/>
              </a:solidFill>
            </a:rPr>
            <a:t>4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1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rgbClr val="FF0000"/>
              </a:solidFill>
            </a:rPr>
            <a:t>3</a:t>
          </a:r>
          <a:endParaRPr kumimoji="1" lang="ja-JP" altLang="en-US" sz="3400" kern="1200" dirty="0">
            <a:solidFill>
              <a:srgbClr val="FF0000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10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rgbClr val="FF0000"/>
              </a:solidFill>
            </a:rPr>
            <a:t>4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rgbClr val="FF0000"/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rgbClr val="FF0000"/>
              </a:solidFill>
            </a:rPr>
            <a:t>1</a:t>
          </a:r>
          <a:endParaRPr kumimoji="1" lang="ja-JP" altLang="en-US" sz="3400" kern="1200" dirty="0">
            <a:solidFill>
              <a:srgbClr val="FF0000"/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10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rgbClr val="FF0000"/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rgbClr val="FF0000"/>
              </a:solidFill>
            </a:rPr>
            <a:t>4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rgbClr val="FF0000"/>
              </a:solidFill>
            </a:rPr>
            <a:t>1</a:t>
          </a:r>
          <a:endParaRPr kumimoji="1" lang="ja-JP" altLang="en-US" sz="3400" kern="1200" dirty="0">
            <a:solidFill>
              <a:srgbClr val="FF0000"/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10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4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1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10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4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1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1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4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368804" y="1322888"/>
          <a:ext cx="736948" cy="122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36948" y="0"/>
              </a:lnTo>
              <a:lnTo>
                <a:pt x="736948" y="12269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3371751" cy="4293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805"/>
              </a:lnTo>
              <a:lnTo>
                <a:pt x="3371751" y="284805"/>
              </a:lnTo>
              <a:lnTo>
                <a:pt x="3371751" y="42937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1322888"/>
          <a:ext cx="1170452" cy="122698"/>
        </a:xfrm>
        <a:custGeom>
          <a:avLst/>
          <a:gdLst/>
          <a:ahLst/>
          <a:cxnLst/>
          <a:rect l="0" t="0" r="0" b="0"/>
          <a:pathLst>
            <a:path>
              <a:moveTo>
                <a:pt x="1170452" y="0"/>
              </a:moveTo>
              <a:lnTo>
                <a:pt x="0" y="0"/>
              </a:lnTo>
              <a:lnTo>
                <a:pt x="0" y="12269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588503" y="33190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761903" y="496636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1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790928" y="525661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4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5789802" y="2865946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5963202" y="3030676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5992227" y="3059701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368804" y="1322888"/>
          <a:ext cx="736948" cy="122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36948" y="0"/>
              </a:lnTo>
              <a:lnTo>
                <a:pt x="736948" y="12269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3371751" cy="4293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805"/>
              </a:lnTo>
              <a:lnTo>
                <a:pt x="3371751" y="284805"/>
              </a:lnTo>
              <a:lnTo>
                <a:pt x="3371751" y="42937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1322888"/>
          <a:ext cx="1170452" cy="122698"/>
        </a:xfrm>
        <a:custGeom>
          <a:avLst/>
          <a:gdLst/>
          <a:ahLst/>
          <a:cxnLst/>
          <a:rect l="0" t="0" r="0" b="0"/>
          <a:pathLst>
            <a:path>
              <a:moveTo>
                <a:pt x="1170452" y="0"/>
              </a:moveTo>
              <a:lnTo>
                <a:pt x="0" y="0"/>
              </a:lnTo>
              <a:lnTo>
                <a:pt x="0" y="12269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588503" y="33190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761903" y="496636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1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790928" y="525661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4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5789802" y="2865946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5963202" y="3030676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5992227" y="3059701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368804" y="1322888"/>
          <a:ext cx="736948" cy="122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36948" y="0"/>
              </a:lnTo>
              <a:lnTo>
                <a:pt x="736948" y="12269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3371751" cy="4293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805"/>
              </a:lnTo>
              <a:lnTo>
                <a:pt x="3371751" y="284805"/>
              </a:lnTo>
              <a:lnTo>
                <a:pt x="3371751" y="42937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1322888"/>
          <a:ext cx="1170452" cy="122698"/>
        </a:xfrm>
        <a:custGeom>
          <a:avLst/>
          <a:gdLst/>
          <a:ahLst/>
          <a:cxnLst/>
          <a:rect l="0" t="0" r="0" b="0"/>
          <a:pathLst>
            <a:path>
              <a:moveTo>
                <a:pt x="1170452" y="0"/>
              </a:moveTo>
              <a:lnTo>
                <a:pt x="0" y="0"/>
              </a:lnTo>
              <a:lnTo>
                <a:pt x="0" y="12269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588503" y="33190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761903" y="496636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1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790928" y="525661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4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5789802" y="2865946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5963202" y="3030676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5992227" y="3059701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368804" y="1322888"/>
          <a:ext cx="736948" cy="122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36948" y="0"/>
              </a:lnTo>
              <a:lnTo>
                <a:pt x="736948" y="12269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3371751" cy="4293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805"/>
              </a:lnTo>
              <a:lnTo>
                <a:pt x="3371751" y="284805"/>
              </a:lnTo>
              <a:lnTo>
                <a:pt x="3371751" y="42937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1322888"/>
          <a:ext cx="1170452" cy="122698"/>
        </a:xfrm>
        <a:custGeom>
          <a:avLst/>
          <a:gdLst/>
          <a:ahLst/>
          <a:cxnLst/>
          <a:rect l="0" t="0" r="0" b="0"/>
          <a:pathLst>
            <a:path>
              <a:moveTo>
                <a:pt x="1170452" y="0"/>
              </a:moveTo>
              <a:lnTo>
                <a:pt x="0" y="0"/>
              </a:lnTo>
              <a:lnTo>
                <a:pt x="0" y="12269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588503" y="33190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761903" y="496636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:5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790928" y="525661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:1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4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5789802" y="2865946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5963202" y="3030676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5992227" y="3059701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368804" y="1322888"/>
          <a:ext cx="736948" cy="122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36948" y="0"/>
              </a:lnTo>
              <a:lnTo>
                <a:pt x="736948" y="12269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3371751" cy="4293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805"/>
              </a:lnTo>
              <a:lnTo>
                <a:pt x="3371751" y="284805"/>
              </a:lnTo>
              <a:lnTo>
                <a:pt x="3371751" y="42937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1322888"/>
          <a:ext cx="1170452" cy="122698"/>
        </a:xfrm>
        <a:custGeom>
          <a:avLst/>
          <a:gdLst/>
          <a:ahLst/>
          <a:cxnLst/>
          <a:rect l="0" t="0" r="0" b="0"/>
          <a:pathLst>
            <a:path>
              <a:moveTo>
                <a:pt x="1170452" y="0"/>
              </a:moveTo>
              <a:lnTo>
                <a:pt x="0" y="0"/>
              </a:lnTo>
              <a:lnTo>
                <a:pt x="0" y="12269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588503" y="33190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761903" y="496636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:5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790928" y="525661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:1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4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5789802" y="2865946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5963202" y="3030676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5992227" y="3059701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368804" y="1322888"/>
          <a:ext cx="736948" cy="122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36948" y="0"/>
              </a:lnTo>
              <a:lnTo>
                <a:pt x="736948" y="12269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3371751" cy="4293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805"/>
              </a:lnTo>
              <a:lnTo>
                <a:pt x="3371751" y="284805"/>
              </a:lnTo>
              <a:lnTo>
                <a:pt x="3371751" y="42937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1322888"/>
          <a:ext cx="1170452" cy="122698"/>
        </a:xfrm>
        <a:custGeom>
          <a:avLst/>
          <a:gdLst/>
          <a:ahLst/>
          <a:cxnLst/>
          <a:rect l="0" t="0" r="0" b="0"/>
          <a:pathLst>
            <a:path>
              <a:moveTo>
                <a:pt x="1170452" y="0"/>
              </a:moveTo>
              <a:lnTo>
                <a:pt x="0" y="0"/>
              </a:lnTo>
              <a:lnTo>
                <a:pt x="0" y="12269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588503" y="33190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761903" y="496636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:5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790928" y="525661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:4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:1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5789802" y="2865946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5963202" y="3030676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5992227" y="3059701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:1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:4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:1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:4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:1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:4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:4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:1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:4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:1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:4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:1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tx1"/>
              </a:solidFill>
            </a:rPr>
            <a:t>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:1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4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:1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4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:1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4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:3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:1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4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:1</a:t>
          </a:r>
          <a:endParaRPr kumimoji="1" lang="ja-JP" altLang="en-US" sz="3400" kern="1200" dirty="0">
            <a:solidFill>
              <a:schemeClr val="tx1"/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4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4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6CA8C-684B-466F-A6A5-06CC0E2A3B2E}">
      <dsp:nvSpPr>
        <dsp:cNvPr id="0" name=""/>
        <dsp:cNvSpPr/>
      </dsp:nvSpPr>
      <dsp:spPr>
        <a:xfrm>
          <a:off x="4152052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A2F43-E32D-45B0-BDEB-0FA58053548E}">
      <dsp:nvSpPr>
        <dsp:cNvPr id="0" name=""/>
        <dsp:cNvSpPr/>
      </dsp:nvSpPr>
      <dsp:spPr>
        <a:xfrm>
          <a:off x="3198351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02"/>
              </a:lnTo>
              <a:lnTo>
                <a:pt x="953700" y="309302"/>
              </a:lnTo>
              <a:lnTo>
                <a:pt x="95370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36055-C2B2-4510-A56D-68D22BA11662}">
      <dsp:nvSpPr>
        <dsp:cNvPr id="0" name=""/>
        <dsp:cNvSpPr/>
      </dsp:nvSpPr>
      <dsp:spPr>
        <a:xfrm>
          <a:off x="2244650" y="2436568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83042-B44D-41D9-AA1C-8FAB7EACE05C}">
      <dsp:nvSpPr>
        <dsp:cNvPr id="0" name=""/>
        <dsp:cNvSpPr/>
      </dsp:nvSpPr>
      <dsp:spPr>
        <a:xfrm>
          <a:off x="3198351" y="991711"/>
          <a:ext cx="953700" cy="453874"/>
        </a:xfrm>
        <a:custGeom>
          <a:avLst/>
          <a:gdLst/>
          <a:ahLst/>
          <a:cxnLst/>
          <a:rect l="0" t="0" r="0" b="0"/>
          <a:pathLst>
            <a:path>
              <a:moveTo>
                <a:pt x="953700" y="0"/>
              </a:moveTo>
              <a:lnTo>
                <a:pt x="953700" y="309302"/>
              </a:lnTo>
              <a:lnTo>
                <a:pt x="0" y="309302"/>
              </a:lnTo>
              <a:lnTo>
                <a:pt x="0" y="4538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0DA0E1-B211-46D3-8004-1E534F96C2F2}">
      <dsp:nvSpPr>
        <dsp:cNvPr id="0" name=""/>
        <dsp:cNvSpPr/>
      </dsp:nvSpPr>
      <dsp:spPr>
        <a:xfrm>
          <a:off x="3371751" y="730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3C7A7-CE36-4C14-8C27-0FAB8DF84C3A}">
      <dsp:nvSpPr>
        <dsp:cNvPr id="0" name=""/>
        <dsp:cNvSpPr/>
      </dsp:nvSpPr>
      <dsp:spPr>
        <a:xfrm>
          <a:off x="3545151" y="165460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0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3574176" y="194485"/>
        <a:ext cx="1502551" cy="932931"/>
      </dsp:txXfrm>
    </dsp:sp>
    <dsp:sp modelId="{F79DE4D4-F98B-4295-917E-BE14F2B6D0B7}">
      <dsp:nvSpPr>
        <dsp:cNvPr id="0" name=""/>
        <dsp:cNvSpPr/>
      </dsp:nvSpPr>
      <dsp:spPr>
        <a:xfrm>
          <a:off x="2418050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2341C-CDE4-4DCE-BCEF-61F8AC1D04DC}">
      <dsp:nvSpPr>
        <dsp:cNvPr id="0" name=""/>
        <dsp:cNvSpPr/>
      </dsp:nvSpPr>
      <dsp:spPr>
        <a:xfrm>
          <a:off x="2591450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1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2620475" y="1639342"/>
        <a:ext cx="1502551" cy="932931"/>
      </dsp:txXfrm>
    </dsp:sp>
    <dsp:sp modelId="{F75B4AA8-082F-486D-A90F-33CD6BF1A34D}">
      <dsp:nvSpPr>
        <dsp:cNvPr id="0" name=""/>
        <dsp:cNvSpPr/>
      </dsp:nvSpPr>
      <dsp:spPr>
        <a:xfrm>
          <a:off x="1464349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85FF3-F2E4-4875-B6C6-E795BAFF6E23}">
      <dsp:nvSpPr>
        <dsp:cNvPr id="0" name=""/>
        <dsp:cNvSpPr/>
      </dsp:nvSpPr>
      <dsp:spPr>
        <a:xfrm>
          <a:off x="1637749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3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5</a:t>
          </a:r>
          <a:r>
            <a:rPr kumimoji="1" lang="en-US" altLang="ja-JP" sz="3400" kern="1200" dirty="0"/>
            <a:t> </a:t>
          </a:r>
          <a:endParaRPr kumimoji="1" lang="ja-JP" altLang="en-US" sz="3400" kern="1200" dirty="0"/>
        </a:p>
      </dsp:txBody>
      <dsp:txXfrm>
        <a:off x="1666774" y="3084199"/>
        <a:ext cx="1502551" cy="932931"/>
      </dsp:txXfrm>
    </dsp:sp>
    <dsp:sp modelId="{5C281AD8-9FEC-43B7-954C-51661DA5B4A6}">
      <dsp:nvSpPr>
        <dsp:cNvPr id="0" name=""/>
        <dsp:cNvSpPr/>
      </dsp:nvSpPr>
      <dsp:spPr>
        <a:xfrm>
          <a:off x="3371751" y="2890443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9C7D6-A9B3-410E-B1BA-1903EA2D2B65}">
      <dsp:nvSpPr>
        <dsp:cNvPr id="0" name=""/>
        <dsp:cNvSpPr/>
      </dsp:nvSpPr>
      <dsp:spPr>
        <a:xfrm>
          <a:off x="3545151" y="3055174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4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10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3574176" y="3084199"/>
        <a:ext cx="1502551" cy="932931"/>
      </dsp:txXfrm>
    </dsp:sp>
    <dsp:sp modelId="{FE45B09A-AD29-4903-9A88-D884FB7AE9F3}">
      <dsp:nvSpPr>
        <dsp:cNvPr id="0" name=""/>
        <dsp:cNvSpPr/>
      </dsp:nvSpPr>
      <dsp:spPr>
        <a:xfrm>
          <a:off x="4325452" y="1445586"/>
          <a:ext cx="1560601" cy="99098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accent6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716C9-461C-4657-93EF-E2B36EAF0F88}">
      <dsp:nvSpPr>
        <dsp:cNvPr id="0" name=""/>
        <dsp:cNvSpPr/>
      </dsp:nvSpPr>
      <dsp:spPr>
        <a:xfrm>
          <a:off x="4498852" y="1610317"/>
          <a:ext cx="1560601" cy="990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400" kern="1200" dirty="0"/>
            <a:t> </a:t>
          </a:r>
          <a:r>
            <a:rPr kumimoji="1" lang="en-US" altLang="ja-JP" sz="34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2</a:t>
          </a:r>
          <a:r>
            <a:rPr kumimoji="1" lang="en-US" altLang="ja-JP" sz="3400" kern="1200" dirty="0"/>
            <a:t>:</a:t>
          </a:r>
          <a:r>
            <a:rPr kumimoji="1" lang="en-US" altLang="ja-JP" sz="34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4</a:t>
          </a:r>
          <a:endParaRPr kumimoji="1" lang="ja-JP" altLang="en-US" sz="3400" kern="1200" dirty="0">
            <a:solidFill>
              <a:schemeClr val="accent6">
                <a:lumMod val="60000"/>
                <a:lumOff val="40000"/>
              </a:schemeClr>
            </a:solidFill>
          </a:endParaRPr>
        </a:p>
      </dsp:txBody>
      <dsp:txXfrm>
        <a:off x="4527877" y="1639342"/>
        <a:ext cx="1502551" cy="9329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94C24-A90B-41DC-86F3-DBD02D33A835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6C08B-7223-4063-B7DF-ED61D87E84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9533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755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B8DDF-2ED2-7B3C-5B2A-7314F27BD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D934DB1-20E3-5792-4A17-4A71BE65B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B7DBB84-A756-4729-43CA-D449FB0D9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CB27F96-A19B-00A5-047C-D0514E8DF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363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DFEA8-9D0C-F073-D9D3-1632A1C1F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024C7AA-5E3B-C6AC-190D-41AB61822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4B732C9-9519-0F9C-092E-5953D7C53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34E8800-95E4-50FB-F7BA-FA7F698BD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3209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B80C9-1502-FFE0-0A24-D448A6A4B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DE168CA-BA17-5609-B6B5-508B68E41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5848089-100C-4B2F-881F-727405170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644ECA1-A561-0F24-0104-ADB5F8481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53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BCAE5-6A2E-B411-F6FB-54CC72CDF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72A7040-C155-E9F3-7D9E-54B5BA675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C54D848-9C44-3D02-1C2E-D9D4B8536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46EDB8-23CA-AEC0-3490-3232C24F8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1335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18558-1CF9-8F21-275C-45E2D2DEB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88C51CA-8476-6D67-298A-32B1DBDAA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A0BB8FB-5173-8623-9F12-D8B4C5BDD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02F3E3-8675-616C-9DDE-3F46C8506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7474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01B73-8370-BE34-D08B-3926F59DD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DF4474B-DBE6-B91D-47EC-0AE237A4E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21D546E-BAC9-DFCA-B962-CEBE5D2C3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3151B17-24A0-23F7-D33A-A0E638646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4822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43A93-8767-6846-81D3-2D074B243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3D20045-CEAE-93C3-888A-8F78B189B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9917280-2840-1CAB-19DD-A213CFFC7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AEB64F0-FA25-5CC6-7612-73693A6D1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9593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1293E-6EC1-A47E-37CB-F316A8E6D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024228-5EF0-94B2-5A33-D566D900D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4BD909C-CE1B-56E9-D129-22C120874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F91BAA-928E-FAD6-750C-0EABC752B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8678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5A472-1D36-2CE5-7E36-022AA3F97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28A7212-9981-D7E6-A2AF-650D3B9A9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BBDDF6B-8910-F9AA-E0D9-21DB195A2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086967-227D-D57B-E985-D85AD20EB9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08867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7D12-9BF1-7BD3-C15D-FBA3ACE25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8DD7182-B748-20C5-32CE-9B255511E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92F5E45-E8CF-A700-E500-0E982AED2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1BD4722-08C5-DD64-B20D-57991B1A6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9978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E4224-49C5-6D49-3A5D-AF5325671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E54AE0C-D6EE-8FA9-FF62-3C193FF0C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80BE30A-B59B-1000-236F-33B171D5A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29F6641-418E-52E6-A6EE-179A594C6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29507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AD330-647F-CD76-97A3-662801FBA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ACAC3BE-BF35-CB93-7715-57B0BF449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9BFB407-323E-56BB-4A58-5D9310CDC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52288E2-5565-58EA-8F38-B7B1E450C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08688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6317C-9C4B-D041-525A-6CE3DE483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B3521D1-225D-DF16-0CF1-4083BCF9E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6204C5E-BFBC-BB93-460F-5EF5611CE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C3CA70-2C1A-6B71-9674-B41C941A5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76416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A32E-F1C8-E142-BAC1-9F4C977A3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E2FE151-C5E0-E2A7-F55F-CE8854D99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239503C-E88D-1410-CD42-21D8466D5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E2EBFF-47FF-8900-6B2E-A219CD8F5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69234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CFCDB-C272-3C42-6E1B-A606E2374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5FDCD42-5A48-C965-250F-DD66ADD25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33B5EF9-6041-E74D-DC5F-DE03B43A0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954347-835F-DEB6-B634-CCEAF6A80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1890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55BBB-889F-40A1-AA05-AFC498930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14E874D-0FA7-5ED6-3BFD-9739025576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7E33FBE-5C71-9A94-46C4-2E04720F0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73DF9C-9431-5035-143C-04B1458C6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8376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4C466-822C-CEC2-408E-0CFD040AB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DD3954E-484F-84CC-C9B8-24D126D00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B3822D5-1F8A-4290-1B2F-340C9F64E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0D5827A-7865-36E1-EBBC-482F46A18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37173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A8F88-97AE-C304-6276-2BE79FC75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67FF70C-F721-FFE7-92BE-F3703F995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743E64F-6667-5A9E-23AA-ED5EB63AA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705443-66D1-D9C7-31AF-A31148976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39132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6DEB8-4A06-A116-E999-AD6E0E3C6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CF5076C-E86D-BE66-640B-E8B5A53E0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9E06F8A-409C-CE15-3847-B8E6C9985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8E367BA-725B-1E6D-59F1-CC8BD4DF6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26346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42243-04D3-CF5E-EF21-A84D7CA0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A02BEC5-A6E2-02D8-3658-3AA4960AE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058F13D-2F1D-148F-88DB-BCE106EEE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B534E8-AE72-370D-F7CF-108E24165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13349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28B20-36D7-F0C6-144B-636E0D5A7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3FF10C8-E370-354D-CEEA-6F6DA6821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A974DBA-C121-9185-717D-5C1C1C281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7B72F8D-4F2E-D918-CF27-CA9323C65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0598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CB1EE-5D27-A3D2-AD25-0A6C030A3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2B572A-A3F7-9CB6-E40E-4A34593F9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3525CB-8C52-8E00-AC5B-DCF5F28D9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A03941-376E-2742-0422-00E0B474A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36717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CACF9-BF86-A4CE-36BC-0CABAB2CB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B35BB44-BBB6-4D24-906C-E5610F547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B345854-A0C8-C1C2-78C8-6B88DDD1D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801872-8F61-AD5F-2CF6-1C3E63861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41555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0EDE6-1605-08E2-CAB2-8B48AA764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1136249-6E9C-DA9B-47B3-FCF7C71A9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7F1B6DE-456A-5BDC-E934-5B3D33AEE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FA5353-BCA7-87FA-EE23-215EEEDA6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2446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CC858-81E0-A7AA-C396-7E21DCCD4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98D8F1E-E5A4-4F4D-B491-8099D8EBD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0455259-5B1D-85CC-EF9D-8EAB711CC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FA4CDBA-34F2-04DA-59DA-420364803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12288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42B3F-B142-F184-2D9C-C456A4A4D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FCD0F72-6321-3A58-1A2E-7CEDFCFF1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DBFB10A-7190-8DDA-7168-482963564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E10B3D-B44F-1FCB-1F81-CDDAD301E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30260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6B6AA-6670-F804-8FFE-85B0048F1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78FF532-5507-A376-FC07-F33384898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CF52994-1531-9613-AC76-9172E630A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4CAA68-CE7B-519A-C2E9-EECA5C646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23347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FFF54-D18F-F459-8672-E4C204672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E812059-1BCD-E595-B4A9-3E14BDCE5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C6280EC-4DCE-C8A6-A7CA-FA2A03847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FD76B2B-FF1F-BC80-E40F-6E9692F4D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8393-09D5-45ED-8E30-DB0FC9566934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5145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93CED7-86B3-D588-CC41-339C56632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D1B5E05-BD7A-F86E-74BE-C3DFDF6FA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B30340-F210-1F5B-FC42-EF676FC26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E159-855F-46B8-89AA-7637E81E2A2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141844-8CBE-1676-4A6B-D8166639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5DDFE5-9CB0-10B7-F3E7-B603DFB1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E522-E42D-4AC8-83FC-758F8B137F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3500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6D83A7-B9BA-6487-4C83-531128B61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887697-9158-06BB-E21A-03E58F11F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2BD01B-B158-4BCB-9068-BE511AA2C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E159-855F-46B8-89AA-7637E81E2A2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41AC6E-9A63-3829-3084-03DD591BA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3BD103-08A5-79FA-C1A5-B658B0C5E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E522-E42D-4AC8-83FC-758F8B137F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4259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A77236-AA13-4AE6-5DB7-2FD2166A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A800BF-C4DB-2B8D-9ADA-76EE8AEA8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CD49E9-F658-8B73-3531-4538AA532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E159-855F-46B8-89AA-7637E81E2A2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B4F8B4-3BF3-F621-44D7-558D63C38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1C8325-E93D-AF86-DF78-4C50CF287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E522-E42D-4AC8-83FC-758F8B137F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567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5F5E44-3C77-CE49-BC55-C7D13861C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74308C-12B6-3E88-B9DB-F63AC9C39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E36819E-82E3-31CF-F77F-8D009973A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7A3984-5367-954D-880F-EBF504435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E159-855F-46B8-89AA-7637E81E2A2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C6F7108-8FF3-E545-2F80-171D82472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DF3B19-27D0-15EE-329B-006CC9125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E522-E42D-4AC8-83FC-758F8B137F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9304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D24AF2-82CB-080B-BBB6-19F8A6A32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C101143-B622-1A4A-0219-979E5CF5B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89C3FD9-A460-88F2-B1F7-ED2E3811F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F6F475A-E527-C24A-9034-4620354BD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2492F3B-A588-6E86-B246-C9D9B495EB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4A548BE-A68B-6A3F-5DF9-E4F98F792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E159-855F-46B8-89AA-7637E81E2A2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732BEC7-25A8-0D99-3F84-A226A5F7A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9DBC61C-596E-6163-0EBB-5FC5428B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E522-E42D-4AC8-83FC-758F8B137F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9556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264572-3F4F-8464-CD49-A1106FC26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35F22CB-98DA-2EC0-954D-ADA6B3DD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E159-855F-46B8-89AA-7637E81E2A2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248590C-8424-B538-BFA0-3F3DAD4C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414AB7E-71BB-0A05-E0EA-B6FE18CD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E522-E42D-4AC8-83FC-758F8B137F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824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4FCBBFE-6A60-42F7-B75E-B6D250604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E159-855F-46B8-89AA-7637E81E2A2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5B10632-8688-8E8B-B25C-CDBE8F186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8026B0-A329-8DF4-D89A-69F3AB855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E522-E42D-4AC8-83FC-758F8B137F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9223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C78CF5-74F4-62C0-2F45-A90219EFB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DB357A-2F1F-2E3B-6D66-3C5FEF474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F58610-D404-0694-9BB5-B9B4EF98F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BA3C7A-3875-44A8-36E2-D5B11DEFD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E159-855F-46B8-89AA-7637E81E2A2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F0B6E04-AE22-CF04-CED3-B78890528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74D30F-758A-0F1B-5C27-9826097CD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E522-E42D-4AC8-83FC-758F8B137F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948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4F50AE-0727-F4DD-A96F-51F44192C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A2A4776-C547-7592-6F76-F22C5DFBD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413A2CC-3370-B9F0-2BFB-4979AAD24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7C39EE7-5E28-E1AF-95B7-81BD1958F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E159-855F-46B8-89AA-7637E81E2A2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BC5C06-5BB5-53FA-7421-5BA76A83A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DD58EA-179B-1E85-9780-F296AE0AB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E522-E42D-4AC8-83FC-758F8B137F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039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570879-D458-12EA-2C9A-C17E85F07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52D483B-C402-4F41-7E66-43E86C43D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CF5EA2-D334-D68E-35B5-38ED0FFF8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E159-855F-46B8-89AA-7637E81E2A2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391A56-0762-CDBC-16CD-5C0CA3FB1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BA0651-3DD2-EC3C-5E14-FB3054256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E522-E42D-4AC8-83FC-758F8B137F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4076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3F44C85-94F1-2979-85A4-B1091653FE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B9D4467-5124-C1C6-F6FF-8BB9B6CC2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C5F73C-A5C8-2185-4E0D-29E797661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E159-855F-46B8-89AA-7637E81E2A2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D043CE-1A00-F7CA-8FFC-6320148B0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030CE2-8CAE-46DB-131C-D8B5F0B85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CE522-E42D-4AC8-83FC-758F8B137F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1083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959E522-452A-4EFA-A3FB-70C06E2BD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A6ADA0-E6BB-88B1-0362-00E75521A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480F3A-C13B-C794-EA81-D6D14978B6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FE159-855F-46B8-89AA-7637E81E2A23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984E8C-6A3F-4E45-6960-A68886E37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C828A4-C97B-037D-FE60-F47C095B2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CE522-E42D-4AC8-83FC-758F8B137F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1090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7C9D63-2D36-FD9B-BB9A-DDE301CB00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ヒープソート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0D7095C-D146-B916-17C7-AE0CAC704A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C</a:t>
            </a:r>
            <a:r>
              <a:rPr kumimoji="1" lang="ja-JP" altLang="en-US" dirty="0"/>
              <a:t>言語実装を図解</a:t>
            </a:r>
          </a:p>
        </p:txBody>
      </p:sp>
    </p:spTree>
    <p:extLst>
      <p:ext uri="{BB962C8B-B14F-4D97-AF65-F5344CB8AC3E}">
        <p14:creationId xmlns:p14="http://schemas.microsoft.com/office/powerpoint/2010/main" val="262163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A4AAFC48-4D51-028C-B392-65A57875A2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4349254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236DB4FA-C6D6-78EE-EB72-8A6F9A05A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353889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7AB421EB-56D8-0BFE-BD85-E6560808DA64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7C929390-B22B-34CB-F5F2-7CEBC8B9ECB2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97126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2B0C96-E3F8-50F9-2665-7317852F8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Stage 1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15B4EE6-68BA-89C4-B2C3-3A56D2589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ヒープを形成する</a:t>
            </a:r>
          </a:p>
        </p:txBody>
      </p:sp>
    </p:spTree>
    <p:extLst>
      <p:ext uri="{BB962C8B-B14F-4D97-AF65-F5344CB8AC3E}">
        <p14:creationId xmlns:p14="http://schemas.microsoft.com/office/powerpoint/2010/main" val="3757216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66098-50C5-F45C-6C57-D544D1746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1C5482CD-F2B9-D6F2-A66C-125C54D65A87}"/>
              </a:ext>
            </a:extLst>
          </p:cNvPr>
          <p:cNvGraphicFramePr/>
          <p:nvPr/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071FA024-C53E-E974-B8CD-72635129DD4C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744BD2AD-B202-ADE6-1F1B-6F1974F4D09E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CF259B56-F527-0C8A-891D-D80E8102FF9C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2381D688-0F3C-FF63-3943-60984EE23E91}"/>
              </a:ext>
            </a:extLst>
          </p:cNvPr>
          <p:cNvSpPr/>
          <p:nvPr/>
        </p:nvSpPr>
        <p:spPr>
          <a:xfrm>
            <a:off x="3935186" y="3331029"/>
            <a:ext cx="4310743" cy="2979964"/>
          </a:xfrm>
          <a:prstGeom prst="triangle">
            <a:avLst>
              <a:gd name="adj" fmla="val 465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795BD930-B927-D964-3A7C-680B86B53739}"/>
              </a:ext>
            </a:extLst>
          </p:cNvPr>
          <p:cNvSpPr/>
          <p:nvPr/>
        </p:nvSpPr>
        <p:spPr>
          <a:xfrm>
            <a:off x="2775858" y="2588080"/>
            <a:ext cx="1877786" cy="1141790"/>
          </a:xfrm>
          <a:prstGeom prst="wedgeRectCallout">
            <a:avLst>
              <a:gd name="adj1" fmla="val 105254"/>
              <a:gd name="adj2" fmla="val 44624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最初にチェックするのはここ</a:t>
            </a: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E023A0B3-85BA-D315-D4AF-A15ABDAD7CD3}"/>
              </a:ext>
            </a:extLst>
          </p:cNvPr>
          <p:cNvCxnSpPr/>
          <p:nvPr/>
        </p:nvCxnSpPr>
        <p:spPr>
          <a:xfrm flipH="1">
            <a:off x="5347607" y="4416879"/>
            <a:ext cx="748393" cy="1045028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52516A2C-1D67-BB87-70D9-B2DF60E05282}"/>
              </a:ext>
            </a:extLst>
          </p:cNvPr>
          <p:cNvSpPr/>
          <p:nvPr/>
        </p:nvSpPr>
        <p:spPr>
          <a:xfrm>
            <a:off x="1673246" y="3914776"/>
            <a:ext cx="1940378" cy="914400"/>
          </a:xfrm>
          <a:prstGeom prst="wedgeRectCallout">
            <a:avLst>
              <a:gd name="adj1" fmla="val 156306"/>
              <a:gd name="adj2" fmla="val 65178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10 &gt; 5 </a:t>
            </a:r>
            <a:r>
              <a:rPr kumimoji="1" lang="ja-JP" altLang="en-US" dirty="0"/>
              <a:t>なので、</a:t>
            </a:r>
            <a:endParaRPr kumimoji="1" lang="en-US" altLang="ja-JP" dirty="0"/>
          </a:p>
          <a:p>
            <a:pPr algn="ctr"/>
            <a:r>
              <a:rPr lang="ja-JP" altLang="en-US" dirty="0"/>
              <a:t>入れ替えなし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61911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89B39-46CE-2BFB-1FFE-3E0B1E95F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32AC0133-7D91-C018-18AC-E91921A5C9E6}"/>
              </a:ext>
            </a:extLst>
          </p:cNvPr>
          <p:cNvGraphicFramePr/>
          <p:nvPr/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EBD3C7E8-C7A2-ED12-8215-DB5AF663EACF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A786F25D-96B0-CE9A-E854-45D5AAE9DEA8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88EF118D-CC33-D03F-829B-E0F7AF2A4641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09DB487A-5800-7CEF-39C3-F62297E9A0AA}"/>
              </a:ext>
            </a:extLst>
          </p:cNvPr>
          <p:cNvSpPr/>
          <p:nvPr/>
        </p:nvSpPr>
        <p:spPr>
          <a:xfrm>
            <a:off x="3935186" y="3331029"/>
            <a:ext cx="4310743" cy="2979964"/>
          </a:xfrm>
          <a:prstGeom prst="triangle">
            <a:avLst>
              <a:gd name="adj" fmla="val 465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FFC38DC2-C67A-00BD-0749-D4032E19CEEB}"/>
              </a:ext>
            </a:extLst>
          </p:cNvPr>
          <p:cNvSpPr/>
          <p:nvPr/>
        </p:nvSpPr>
        <p:spPr>
          <a:xfrm>
            <a:off x="2775858" y="2588080"/>
            <a:ext cx="1877786" cy="1141790"/>
          </a:xfrm>
          <a:prstGeom prst="wedgeRectCallout">
            <a:avLst>
              <a:gd name="adj1" fmla="val 105254"/>
              <a:gd name="adj2" fmla="val 44624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最初にチェックするのはここ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54808B99-A264-BCE7-4508-597779C902BB}"/>
              </a:ext>
            </a:extLst>
          </p:cNvPr>
          <p:cNvCxnSpPr>
            <a:cxnSpLocks/>
          </p:cNvCxnSpPr>
          <p:nvPr/>
        </p:nvCxnSpPr>
        <p:spPr>
          <a:xfrm>
            <a:off x="6278336" y="4400550"/>
            <a:ext cx="898071" cy="947057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52FD36BC-B690-98CB-89CE-65D2C656D06C}"/>
              </a:ext>
            </a:extLst>
          </p:cNvPr>
          <p:cNvSpPr/>
          <p:nvPr/>
        </p:nvSpPr>
        <p:spPr>
          <a:xfrm>
            <a:off x="1673246" y="3914776"/>
            <a:ext cx="1940378" cy="914400"/>
          </a:xfrm>
          <a:prstGeom prst="wedgeRectCallout">
            <a:avLst>
              <a:gd name="adj1" fmla="val 204693"/>
              <a:gd name="adj2" fmla="val 42857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10 &gt; 1 </a:t>
            </a:r>
            <a:r>
              <a:rPr kumimoji="1" lang="ja-JP" altLang="en-US" dirty="0"/>
              <a:t>なので、</a:t>
            </a:r>
            <a:endParaRPr kumimoji="1" lang="en-US" altLang="ja-JP" dirty="0"/>
          </a:p>
          <a:p>
            <a:pPr algn="ctr"/>
            <a:r>
              <a:rPr lang="ja-JP" altLang="en-US" dirty="0"/>
              <a:t>入れ替えなし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34591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7977B-6DC4-3A7D-189A-206879BF6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9CC82DC9-D2CC-BCD0-A6C0-C2A18305C8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9451944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29A3A00A-5F2E-838D-4449-B054ED583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749236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41B9249C-0B48-2585-9026-4DED18E25150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562FCA4F-7045-5910-F31E-17929E466A00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B854B1E2-830F-BEF7-15B0-F77495EFDA3E}"/>
              </a:ext>
            </a:extLst>
          </p:cNvPr>
          <p:cNvSpPr/>
          <p:nvPr/>
        </p:nvSpPr>
        <p:spPr>
          <a:xfrm>
            <a:off x="4934857" y="1804307"/>
            <a:ext cx="4310743" cy="2979964"/>
          </a:xfrm>
          <a:prstGeom prst="triangle">
            <a:avLst>
              <a:gd name="adj" fmla="val 465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B014290F-83E7-12ED-0932-00935665ABF3}"/>
              </a:ext>
            </a:extLst>
          </p:cNvPr>
          <p:cNvSpPr/>
          <p:nvPr/>
        </p:nvSpPr>
        <p:spPr>
          <a:xfrm>
            <a:off x="2775858" y="2588080"/>
            <a:ext cx="1877786" cy="1141790"/>
          </a:xfrm>
          <a:prstGeom prst="wedgeRectCallout">
            <a:avLst>
              <a:gd name="adj1" fmla="val 120036"/>
              <a:gd name="adj2" fmla="val 2436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次</a:t>
            </a:r>
            <a:r>
              <a:rPr kumimoji="1" lang="ja-JP" altLang="en-US" dirty="0"/>
              <a:t>にチェックするのはここ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1F012F70-98AE-1E27-3135-C5EEDF24E4A7}"/>
              </a:ext>
            </a:extLst>
          </p:cNvPr>
          <p:cNvCxnSpPr>
            <a:cxnSpLocks/>
          </p:cNvCxnSpPr>
          <p:nvPr/>
        </p:nvCxnSpPr>
        <p:spPr>
          <a:xfrm flipH="1">
            <a:off x="6262007" y="2930979"/>
            <a:ext cx="849086" cy="983797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吹き出し: 四角形 13">
            <a:extLst>
              <a:ext uri="{FF2B5EF4-FFF2-40B4-BE49-F238E27FC236}">
                <a16:creationId xmlns:a16="http://schemas.microsoft.com/office/drawing/2014/main" id="{C2B07A81-228A-1B0F-CD2D-EDF1665CB544}"/>
              </a:ext>
            </a:extLst>
          </p:cNvPr>
          <p:cNvSpPr/>
          <p:nvPr/>
        </p:nvSpPr>
        <p:spPr>
          <a:xfrm>
            <a:off x="1666007" y="4359971"/>
            <a:ext cx="1940378" cy="914400"/>
          </a:xfrm>
          <a:prstGeom prst="wedgeRectCallout">
            <a:avLst>
              <a:gd name="adj1" fmla="val 205955"/>
              <a:gd name="adj2" fmla="val -14375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4</a:t>
            </a:r>
            <a:r>
              <a:rPr kumimoji="1" lang="en-US" altLang="ja-JP" dirty="0"/>
              <a:t> </a:t>
            </a:r>
            <a:r>
              <a:rPr lang="en-US" altLang="ja-JP" dirty="0"/>
              <a:t>&lt;</a:t>
            </a:r>
            <a:r>
              <a:rPr kumimoji="1" lang="en-US" altLang="ja-JP" dirty="0"/>
              <a:t> 10 </a:t>
            </a:r>
            <a:r>
              <a:rPr kumimoji="1" lang="ja-JP" altLang="en-US" dirty="0"/>
              <a:t>なので、</a:t>
            </a:r>
            <a:endParaRPr kumimoji="1" lang="en-US" altLang="ja-JP" dirty="0"/>
          </a:p>
          <a:p>
            <a:pPr algn="ctr"/>
            <a:r>
              <a:rPr lang="ja-JP" altLang="en-US" dirty="0"/>
              <a:t>要</a:t>
            </a:r>
            <a:r>
              <a:rPr lang="ja-JP" altLang="en-US" b="1" dirty="0"/>
              <a:t>入れ替え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3643893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29EC1-2D76-089F-03DC-23A397F30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965F40AE-357C-4864-7A1F-4EF4BFE4BE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4014255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35627642-2986-D858-ED83-395296400E65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1706FEA5-7949-F1B2-527C-91DAC3B5B163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EABD7724-6282-4DB0-C09C-33F18B15F92F}"/>
              </a:ext>
            </a:extLst>
          </p:cNvPr>
          <p:cNvSpPr/>
          <p:nvPr/>
        </p:nvSpPr>
        <p:spPr>
          <a:xfrm>
            <a:off x="4934857" y="1804307"/>
            <a:ext cx="4310743" cy="2979964"/>
          </a:xfrm>
          <a:prstGeom prst="triangle">
            <a:avLst>
              <a:gd name="adj" fmla="val 465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1CEA1863-B761-760E-F464-8DD240D501AA}"/>
              </a:ext>
            </a:extLst>
          </p:cNvPr>
          <p:cNvCxnSpPr>
            <a:cxnSpLocks/>
          </p:cNvCxnSpPr>
          <p:nvPr/>
        </p:nvCxnSpPr>
        <p:spPr>
          <a:xfrm>
            <a:off x="7184572" y="2955471"/>
            <a:ext cx="922564" cy="96338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吹き出し: 四角形 13">
            <a:extLst>
              <a:ext uri="{FF2B5EF4-FFF2-40B4-BE49-F238E27FC236}">
                <a16:creationId xmlns:a16="http://schemas.microsoft.com/office/drawing/2014/main" id="{764DA981-EC61-B102-440E-F4F30F614E32}"/>
              </a:ext>
            </a:extLst>
          </p:cNvPr>
          <p:cNvSpPr/>
          <p:nvPr/>
        </p:nvSpPr>
        <p:spPr>
          <a:xfrm>
            <a:off x="1666007" y="4359971"/>
            <a:ext cx="1940378" cy="914400"/>
          </a:xfrm>
          <a:prstGeom prst="wedgeRectCallout">
            <a:avLst>
              <a:gd name="adj1" fmla="val 248451"/>
              <a:gd name="adj2" fmla="val -16875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10 &gt; 3 </a:t>
            </a:r>
            <a:r>
              <a:rPr kumimoji="1" lang="ja-JP" altLang="en-US" dirty="0"/>
              <a:t>なので、</a:t>
            </a:r>
            <a:endParaRPr kumimoji="1" lang="en-US" altLang="ja-JP" dirty="0"/>
          </a:p>
          <a:p>
            <a:pPr algn="ctr"/>
            <a:r>
              <a:rPr lang="ja-JP" altLang="en-US" dirty="0"/>
              <a:t>入れ替えなし</a:t>
            </a:r>
            <a:endParaRPr kumimoji="1" lang="ja-JP" altLang="en-US" dirty="0"/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7736C8E8-9C21-BF7C-EF1A-26EA10DD1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073895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2093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8538E-0321-78D9-67A8-D70D27D6E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7F8D8B31-A01D-BCAE-BA03-70FE54A98B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8866228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7A35B21A-DF4F-815F-B1F3-099883DE72DA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E2D01DC5-35C8-0EB8-8F6B-D0AAC5989BEA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9E67CCBF-961D-AD2E-CDBC-658D427107C9}"/>
              </a:ext>
            </a:extLst>
          </p:cNvPr>
          <p:cNvSpPr/>
          <p:nvPr/>
        </p:nvSpPr>
        <p:spPr>
          <a:xfrm>
            <a:off x="3940628" y="3158975"/>
            <a:ext cx="4310743" cy="2979964"/>
          </a:xfrm>
          <a:prstGeom prst="triangle">
            <a:avLst>
              <a:gd name="adj" fmla="val 465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DBC870B5-C29F-7411-E8E8-A6115DF1152A}"/>
              </a:ext>
            </a:extLst>
          </p:cNvPr>
          <p:cNvSpPr/>
          <p:nvPr/>
        </p:nvSpPr>
        <p:spPr>
          <a:xfrm>
            <a:off x="1705902" y="2588080"/>
            <a:ext cx="2947742" cy="1141790"/>
          </a:xfrm>
          <a:prstGeom prst="wedgeRectCallout">
            <a:avLst>
              <a:gd name="adj1" fmla="val 85415"/>
              <a:gd name="adj2" fmla="val 2817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入れ替えが発生したため、</a:t>
            </a:r>
            <a:endParaRPr lang="en-US" altLang="ja-JP" dirty="0"/>
          </a:p>
          <a:p>
            <a:pPr algn="ctr"/>
            <a:r>
              <a:rPr kumimoji="1" lang="ja-JP" altLang="en-US" dirty="0"/>
              <a:t>その下部を再チェック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E90AB27A-BF98-78E8-FF28-C4E76119A6E6}"/>
              </a:ext>
            </a:extLst>
          </p:cNvPr>
          <p:cNvCxnSpPr>
            <a:cxnSpLocks/>
          </p:cNvCxnSpPr>
          <p:nvPr/>
        </p:nvCxnSpPr>
        <p:spPr>
          <a:xfrm flipH="1">
            <a:off x="5290457" y="4400792"/>
            <a:ext cx="922565" cy="971308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吹き出し: 四角形 13">
            <a:extLst>
              <a:ext uri="{FF2B5EF4-FFF2-40B4-BE49-F238E27FC236}">
                <a16:creationId xmlns:a16="http://schemas.microsoft.com/office/drawing/2014/main" id="{402EB453-BB36-874A-6A5F-65F7949A5455}"/>
              </a:ext>
            </a:extLst>
          </p:cNvPr>
          <p:cNvSpPr/>
          <p:nvPr/>
        </p:nvSpPr>
        <p:spPr>
          <a:xfrm>
            <a:off x="1666007" y="4359971"/>
            <a:ext cx="1940378" cy="914400"/>
          </a:xfrm>
          <a:prstGeom prst="wedgeRectCallout">
            <a:avLst>
              <a:gd name="adj1" fmla="val 149573"/>
              <a:gd name="adj2" fmla="val 2679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4</a:t>
            </a:r>
            <a:r>
              <a:rPr kumimoji="1" lang="en-US" altLang="ja-JP" dirty="0"/>
              <a:t> </a:t>
            </a:r>
            <a:r>
              <a:rPr lang="en-US" altLang="ja-JP" dirty="0"/>
              <a:t>&lt;</a:t>
            </a:r>
            <a:r>
              <a:rPr kumimoji="1" lang="en-US" altLang="ja-JP" dirty="0"/>
              <a:t> </a:t>
            </a:r>
            <a:r>
              <a:rPr lang="en-US" altLang="ja-JP" dirty="0"/>
              <a:t>5</a:t>
            </a:r>
            <a:r>
              <a:rPr kumimoji="1" lang="en-US" altLang="ja-JP" dirty="0"/>
              <a:t> </a:t>
            </a:r>
            <a:r>
              <a:rPr kumimoji="1" lang="ja-JP" altLang="en-US" dirty="0"/>
              <a:t>なので、</a:t>
            </a:r>
            <a:endParaRPr kumimoji="1" lang="en-US" altLang="ja-JP" dirty="0"/>
          </a:p>
          <a:p>
            <a:pPr algn="ctr"/>
            <a:r>
              <a:rPr lang="ja-JP" altLang="en-US" dirty="0"/>
              <a:t>要</a:t>
            </a:r>
            <a:r>
              <a:rPr lang="ja-JP" altLang="en-US" b="1" dirty="0"/>
              <a:t>入れ替え</a:t>
            </a:r>
            <a:endParaRPr kumimoji="1" lang="ja-JP" altLang="en-US" b="1" dirty="0"/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6B512B1B-EB9C-8626-0472-95531C557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000881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8278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B690F-4C98-04D1-2B24-211F55DA4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45E4996A-D494-DA2C-03C0-09456848F9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4899212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6E780646-D621-19D1-A063-2C6C6D1AC5C5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613EB729-BF00-C59E-DA2D-D64DEF0E9DD7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F43C744D-487B-042B-7317-A72CD5E6AE97}"/>
              </a:ext>
            </a:extLst>
          </p:cNvPr>
          <p:cNvSpPr/>
          <p:nvPr/>
        </p:nvSpPr>
        <p:spPr>
          <a:xfrm>
            <a:off x="3940628" y="3158975"/>
            <a:ext cx="4310743" cy="2979964"/>
          </a:xfrm>
          <a:prstGeom prst="triangle">
            <a:avLst>
              <a:gd name="adj" fmla="val 465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6FDF9439-055C-BB62-0BB9-748C10766F27}"/>
              </a:ext>
            </a:extLst>
          </p:cNvPr>
          <p:cNvSpPr/>
          <p:nvPr/>
        </p:nvSpPr>
        <p:spPr>
          <a:xfrm>
            <a:off x="1705902" y="2588080"/>
            <a:ext cx="2947742" cy="1141790"/>
          </a:xfrm>
          <a:prstGeom prst="wedgeRectCallout">
            <a:avLst>
              <a:gd name="adj1" fmla="val 85415"/>
              <a:gd name="adj2" fmla="val 2817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入れ替えが発生したため、</a:t>
            </a:r>
            <a:endParaRPr lang="en-US" altLang="ja-JP" dirty="0"/>
          </a:p>
          <a:p>
            <a:pPr algn="ctr"/>
            <a:r>
              <a:rPr kumimoji="1" lang="ja-JP" altLang="en-US" dirty="0"/>
              <a:t>その下部を再チェック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1C7F6419-2F37-4BD9-429E-0ABD0CF25382}"/>
              </a:ext>
            </a:extLst>
          </p:cNvPr>
          <p:cNvCxnSpPr>
            <a:cxnSpLocks/>
          </p:cNvCxnSpPr>
          <p:nvPr/>
        </p:nvCxnSpPr>
        <p:spPr>
          <a:xfrm>
            <a:off x="6213022" y="4400792"/>
            <a:ext cx="922564" cy="94681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吹き出し: 四角形 13">
            <a:extLst>
              <a:ext uri="{FF2B5EF4-FFF2-40B4-BE49-F238E27FC236}">
                <a16:creationId xmlns:a16="http://schemas.microsoft.com/office/drawing/2014/main" id="{C55C7CDE-6B9C-28F2-1C52-D884663743CE}"/>
              </a:ext>
            </a:extLst>
          </p:cNvPr>
          <p:cNvSpPr/>
          <p:nvPr/>
        </p:nvSpPr>
        <p:spPr>
          <a:xfrm>
            <a:off x="1666007" y="4359971"/>
            <a:ext cx="1940378" cy="914400"/>
          </a:xfrm>
          <a:prstGeom prst="wedgeRectCallout">
            <a:avLst>
              <a:gd name="adj1" fmla="val 199222"/>
              <a:gd name="adj2" fmla="val -8035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 &gt; 1 </a:t>
            </a:r>
            <a:r>
              <a:rPr kumimoji="1" lang="ja-JP" altLang="en-US" dirty="0"/>
              <a:t>なので、</a:t>
            </a:r>
            <a:endParaRPr kumimoji="1" lang="en-US" altLang="ja-JP" dirty="0"/>
          </a:p>
          <a:p>
            <a:pPr algn="ctr"/>
            <a:r>
              <a:rPr lang="ja-JP" altLang="en-US" dirty="0"/>
              <a:t>入れ替えなし</a:t>
            </a:r>
            <a:endParaRPr kumimoji="1" lang="ja-JP" altLang="en-US" dirty="0"/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0715869E-9265-EA9E-02E5-3AD9BACD8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687267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3361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6A88F-7FAA-900F-3761-6BB032789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8C29AE16-83DB-B393-BF9D-311F035B4D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2085712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69AD5CFA-050E-EA03-61F7-BFC0CE1F7524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58796252-4003-E874-EB9B-2B057AC7EBF4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B6A05573-D22B-0D29-46A4-6F2C988EAE87}"/>
              </a:ext>
            </a:extLst>
          </p:cNvPr>
          <p:cNvSpPr/>
          <p:nvPr/>
        </p:nvSpPr>
        <p:spPr>
          <a:xfrm>
            <a:off x="3380014" y="1757921"/>
            <a:ext cx="7094765" cy="4512250"/>
          </a:xfrm>
          <a:prstGeom prst="triangle">
            <a:avLst>
              <a:gd name="adj" fmla="val 48465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F1F32E8D-9458-801B-47F6-50EFF643E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88880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3" name="吹き出し: 四角形 2">
            <a:extLst>
              <a:ext uri="{FF2B5EF4-FFF2-40B4-BE49-F238E27FC236}">
                <a16:creationId xmlns:a16="http://schemas.microsoft.com/office/drawing/2014/main" id="{B293BBF1-7236-AF26-90B3-85E90E5C97DE}"/>
              </a:ext>
            </a:extLst>
          </p:cNvPr>
          <p:cNvSpPr/>
          <p:nvPr/>
        </p:nvSpPr>
        <p:spPr>
          <a:xfrm>
            <a:off x="1705902" y="2588080"/>
            <a:ext cx="2947742" cy="1141790"/>
          </a:xfrm>
          <a:prstGeom prst="wedgeRectCallout">
            <a:avLst>
              <a:gd name="adj1" fmla="val 79599"/>
              <a:gd name="adj2" fmla="val 1888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ヒープ完成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891826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D80E0C-6A14-5BFB-A124-730DE627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Stage 2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D6C2E9-1642-EF03-5A24-A656C5352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ヒープをソート済み配列へ</a:t>
            </a:r>
          </a:p>
        </p:txBody>
      </p:sp>
    </p:spTree>
    <p:extLst>
      <p:ext uri="{BB962C8B-B14F-4D97-AF65-F5344CB8AC3E}">
        <p14:creationId xmlns:p14="http://schemas.microsoft.com/office/powerpoint/2010/main" val="3796734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D37A2-CA3D-8A6F-E2CE-47FE4AC9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BC79F61F-12E3-DD68-533F-65F1B2177041}"/>
              </a:ext>
            </a:extLst>
          </p:cNvPr>
          <p:cNvGraphicFramePr/>
          <p:nvPr/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C16FEA2B-0130-FD95-A95D-5CCC1FA18CE7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15BCAB97-D1E0-F3ED-12E9-4BE751CDE7F9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94ABB768-9EF9-BC8D-6C0D-0B63E24077C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2B6C9632-921E-ED3A-5FEA-9B36570D8660}"/>
              </a:ext>
            </a:extLst>
          </p:cNvPr>
          <p:cNvSpPr/>
          <p:nvPr/>
        </p:nvSpPr>
        <p:spPr>
          <a:xfrm>
            <a:off x="7805057" y="2800350"/>
            <a:ext cx="2735072" cy="2865664"/>
          </a:xfrm>
          <a:custGeom>
            <a:avLst/>
            <a:gdLst>
              <a:gd name="connsiteX0" fmla="*/ 48986 w 2735072"/>
              <a:gd name="connsiteY0" fmla="*/ 2865664 h 2865664"/>
              <a:gd name="connsiteX1" fmla="*/ 2735036 w 2735072"/>
              <a:gd name="connsiteY1" fmla="*/ 1943100 h 2865664"/>
              <a:gd name="connsiteX2" fmla="*/ 0 w 2735072"/>
              <a:gd name="connsiteY2" fmla="*/ 0 h 286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5072" h="2865664">
                <a:moveTo>
                  <a:pt x="48986" y="2865664"/>
                </a:moveTo>
                <a:cubicBezTo>
                  <a:pt x="1396093" y="2643187"/>
                  <a:pt x="2743200" y="2420711"/>
                  <a:pt x="2735036" y="1943100"/>
                </a:cubicBezTo>
                <a:cubicBezTo>
                  <a:pt x="2726872" y="1465489"/>
                  <a:pt x="1363436" y="732744"/>
                  <a:pt x="0" y="0"/>
                </a:cubicBezTo>
              </a:path>
            </a:pathLst>
          </a:custGeom>
          <a:noFill/>
          <a:ln w="38100"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8707E597-5DAB-8F3A-07F7-6A2D9DDB0472}"/>
              </a:ext>
            </a:extLst>
          </p:cNvPr>
          <p:cNvSpPr/>
          <p:nvPr/>
        </p:nvSpPr>
        <p:spPr>
          <a:xfrm>
            <a:off x="1388422" y="3093057"/>
            <a:ext cx="2612078" cy="914400"/>
          </a:xfrm>
          <a:prstGeom prst="wedgeRectCallout">
            <a:avLst>
              <a:gd name="adj1" fmla="val 237368"/>
              <a:gd name="adj2" fmla="val -17857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最大値</a:t>
            </a:r>
            <a:r>
              <a:rPr kumimoji="1" lang="en-US" altLang="ja-JP" dirty="0"/>
              <a:t>(</a:t>
            </a:r>
            <a:r>
              <a:rPr kumimoji="1" lang="ja-JP" altLang="en-US" dirty="0"/>
              <a:t>配列の先頭</a:t>
            </a:r>
            <a:r>
              <a:rPr kumimoji="1" lang="en-US" altLang="ja-JP" dirty="0"/>
              <a:t>)</a:t>
            </a:r>
            <a:r>
              <a:rPr kumimoji="1" lang="ja-JP" altLang="en-US" dirty="0"/>
              <a:t>を末尾と</a:t>
            </a:r>
            <a:r>
              <a:rPr kumimoji="1" lang="ja-JP" altLang="en-US" b="1" dirty="0"/>
              <a:t>入れ替え</a:t>
            </a:r>
          </a:p>
        </p:txBody>
      </p:sp>
    </p:spTree>
    <p:extLst>
      <p:ext uri="{BB962C8B-B14F-4D97-AF65-F5344CB8AC3E}">
        <p14:creationId xmlns:p14="http://schemas.microsoft.com/office/powerpoint/2010/main" val="3852164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E2326-C89C-34DA-9A4C-55DF78107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2199F051-9CE9-537E-EBA5-E74F5A6A1F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8627582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77FF7428-EC08-2A8E-DCE1-F9B0EDEBF513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9DF5DFDF-6FA2-AA29-04C5-8A9A7DE10F3D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7726B160-B460-3693-DBB6-6A9020C16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942252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DCF3D0C6-22A0-1F6B-42A6-5E25978595C2}"/>
              </a:ext>
            </a:extLst>
          </p:cNvPr>
          <p:cNvSpPr/>
          <p:nvPr/>
        </p:nvSpPr>
        <p:spPr>
          <a:xfrm>
            <a:off x="8915893" y="3729872"/>
            <a:ext cx="2612078" cy="914400"/>
          </a:xfrm>
          <a:prstGeom prst="wedgeRectCallout">
            <a:avLst>
              <a:gd name="adj1" fmla="val -98946"/>
              <a:gd name="adj2" fmla="val 158036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最大値</a:t>
            </a:r>
            <a:r>
              <a:rPr kumimoji="1" lang="en-US" altLang="ja-JP" dirty="0"/>
              <a:t>(</a:t>
            </a:r>
            <a:r>
              <a:rPr kumimoji="1" lang="ja-JP" altLang="en-US" dirty="0"/>
              <a:t>配列の末尾</a:t>
            </a:r>
            <a:r>
              <a:rPr kumimoji="1" lang="en-US" altLang="ja-JP" dirty="0"/>
              <a:t>)</a:t>
            </a:r>
            <a:r>
              <a:rPr kumimoji="1" lang="ja-JP" altLang="en-US" dirty="0"/>
              <a:t>を</a:t>
            </a:r>
            <a:r>
              <a:rPr kumimoji="1" lang="ja-JP" altLang="en-US" b="1" dirty="0"/>
              <a:t>ソート済み</a:t>
            </a:r>
            <a:r>
              <a:rPr kumimoji="1" lang="ja-JP" altLang="en-US" dirty="0"/>
              <a:t>とする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723455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25DE4-0D3A-6D73-F96B-B320B748E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89043DA2-11B6-CCB0-F9A2-42E7744AC3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709545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32DCA703-2046-9B5A-3684-B0C186F41E4F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85703B49-8647-2B49-D42B-A7B37E61039A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3" name="吹き出し: 四角形 2">
            <a:extLst>
              <a:ext uri="{FF2B5EF4-FFF2-40B4-BE49-F238E27FC236}">
                <a16:creationId xmlns:a16="http://schemas.microsoft.com/office/drawing/2014/main" id="{2F9C382E-08FB-05C9-DA84-014AB2854BB3}"/>
              </a:ext>
            </a:extLst>
          </p:cNvPr>
          <p:cNvSpPr/>
          <p:nvPr/>
        </p:nvSpPr>
        <p:spPr>
          <a:xfrm>
            <a:off x="456766" y="2858105"/>
            <a:ext cx="2947742" cy="1141790"/>
          </a:xfrm>
          <a:prstGeom prst="wedgeRectCallout">
            <a:avLst>
              <a:gd name="adj1" fmla="val 74890"/>
              <a:gd name="adj2" fmla="val 2889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残りを再ヒープ化</a:t>
            </a:r>
          </a:p>
        </p:txBody>
      </p:sp>
      <p:sp>
        <p:nvSpPr>
          <p:cNvPr id="5" name="平行四辺形 4">
            <a:extLst>
              <a:ext uri="{FF2B5EF4-FFF2-40B4-BE49-F238E27FC236}">
                <a16:creationId xmlns:a16="http://schemas.microsoft.com/office/drawing/2014/main" id="{EFB14F15-4569-B021-99FC-3D921E67E391}"/>
              </a:ext>
            </a:extLst>
          </p:cNvPr>
          <p:cNvSpPr/>
          <p:nvPr/>
        </p:nvSpPr>
        <p:spPr>
          <a:xfrm>
            <a:off x="3592286" y="2196193"/>
            <a:ext cx="5195207" cy="4046886"/>
          </a:xfrm>
          <a:prstGeom prst="parallelogram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A2BD43EF-2B84-7F55-E0F4-3B4DCE642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958347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946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4E406-9649-6F4F-2772-0302AE724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970CD8DC-9CE0-5974-6409-FE3D435AA870}"/>
              </a:ext>
            </a:extLst>
          </p:cNvPr>
          <p:cNvGraphicFramePr/>
          <p:nvPr/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3229F8DA-118B-EA96-4F62-88A62E3371F7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4CE36A4D-2F43-3456-99D5-CE66121BAEE7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0E83C828-0E08-4016-B370-7405EEDDC1E6}"/>
              </a:ext>
            </a:extLst>
          </p:cNvPr>
          <p:cNvSpPr/>
          <p:nvPr/>
        </p:nvSpPr>
        <p:spPr>
          <a:xfrm>
            <a:off x="3940628" y="3158975"/>
            <a:ext cx="3897087" cy="2898925"/>
          </a:xfrm>
          <a:prstGeom prst="triangle">
            <a:avLst>
              <a:gd name="adj" fmla="val 465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A837C740-6362-D700-958D-079F95386F13}"/>
              </a:ext>
            </a:extLst>
          </p:cNvPr>
          <p:cNvSpPr/>
          <p:nvPr/>
        </p:nvSpPr>
        <p:spPr>
          <a:xfrm>
            <a:off x="1666007" y="4359971"/>
            <a:ext cx="1940378" cy="914400"/>
          </a:xfrm>
          <a:prstGeom prst="wedgeRectCallout">
            <a:avLst>
              <a:gd name="adj1" fmla="val 154622"/>
              <a:gd name="adj2" fmla="val 1250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 &gt; </a:t>
            </a:r>
            <a:r>
              <a:rPr lang="en-US" altLang="ja-JP" dirty="0"/>
              <a:t>4</a:t>
            </a:r>
            <a:r>
              <a:rPr kumimoji="1" lang="en-US" altLang="ja-JP" dirty="0"/>
              <a:t> </a:t>
            </a:r>
            <a:r>
              <a:rPr kumimoji="1" lang="ja-JP" altLang="en-US" dirty="0"/>
              <a:t>なので、</a:t>
            </a:r>
            <a:endParaRPr kumimoji="1" lang="en-US" altLang="ja-JP" dirty="0"/>
          </a:p>
          <a:p>
            <a:pPr algn="ctr"/>
            <a:r>
              <a:rPr lang="ja-JP" altLang="en-US" dirty="0"/>
              <a:t>入れ替えなし</a:t>
            </a:r>
            <a:endParaRPr kumimoji="1" lang="ja-JP" altLang="en-US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C7395F1C-1B18-7440-BB4E-749498D0F8DA}"/>
              </a:ext>
            </a:extLst>
          </p:cNvPr>
          <p:cNvCxnSpPr>
            <a:cxnSpLocks/>
          </p:cNvCxnSpPr>
          <p:nvPr/>
        </p:nvCxnSpPr>
        <p:spPr>
          <a:xfrm flipH="1">
            <a:off x="5290457" y="4359971"/>
            <a:ext cx="805543" cy="1012129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AEF7865F-4AEF-60F9-D723-661DF2888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958347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717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FD6F9-7A27-E0C3-B973-F141BE970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83CCBEBD-85EE-7BEA-E588-63C24F258862}"/>
              </a:ext>
            </a:extLst>
          </p:cNvPr>
          <p:cNvGraphicFramePr/>
          <p:nvPr/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7DD6ED3D-E3DE-049F-9FD9-BB1F894F170E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E58FCCEF-C3B9-E68C-E0B2-BF830F075421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D64620FF-9A39-4949-9C30-7EB903A394F7}"/>
              </a:ext>
            </a:extLst>
          </p:cNvPr>
          <p:cNvSpPr/>
          <p:nvPr/>
        </p:nvSpPr>
        <p:spPr>
          <a:xfrm>
            <a:off x="5108121" y="1776247"/>
            <a:ext cx="3897087" cy="2898925"/>
          </a:xfrm>
          <a:prstGeom prst="triangle">
            <a:avLst>
              <a:gd name="adj" fmla="val 465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FFBF6403-108B-074B-5550-7F6D1725F864}"/>
              </a:ext>
            </a:extLst>
          </p:cNvPr>
          <p:cNvSpPr/>
          <p:nvPr/>
        </p:nvSpPr>
        <p:spPr>
          <a:xfrm>
            <a:off x="1200860" y="3657690"/>
            <a:ext cx="1940378" cy="914400"/>
          </a:xfrm>
          <a:prstGeom prst="wedgeRectCallout">
            <a:avLst>
              <a:gd name="adj1" fmla="val 235407"/>
              <a:gd name="adj2" fmla="val -36607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1</a:t>
            </a:r>
            <a:r>
              <a:rPr kumimoji="1" lang="en-US" altLang="ja-JP" dirty="0"/>
              <a:t> </a:t>
            </a:r>
            <a:r>
              <a:rPr lang="en-US" altLang="ja-JP" dirty="0"/>
              <a:t>&lt;</a:t>
            </a:r>
            <a:r>
              <a:rPr kumimoji="1" lang="en-US" altLang="ja-JP" dirty="0"/>
              <a:t> 5 </a:t>
            </a:r>
            <a:r>
              <a:rPr kumimoji="1" lang="ja-JP" altLang="en-US" dirty="0"/>
              <a:t>なので、</a:t>
            </a:r>
            <a:endParaRPr kumimoji="1" lang="en-US" altLang="ja-JP" dirty="0"/>
          </a:p>
          <a:p>
            <a:pPr algn="ctr"/>
            <a:r>
              <a:rPr lang="ja-JP" altLang="en-US" dirty="0"/>
              <a:t>要</a:t>
            </a:r>
            <a:r>
              <a:rPr lang="ja-JP" altLang="en-US" b="1" dirty="0"/>
              <a:t>入れ替え</a:t>
            </a:r>
            <a:endParaRPr kumimoji="1" lang="ja-JP" altLang="en-US" b="1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B909D22B-A51E-B6AE-F5BA-DE9923D7F411}"/>
              </a:ext>
            </a:extLst>
          </p:cNvPr>
          <p:cNvCxnSpPr>
            <a:cxnSpLocks/>
          </p:cNvCxnSpPr>
          <p:nvPr/>
        </p:nvCxnSpPr>
        <p:spPr>
          <a:xfrm flipH="1">
            <a:off x="6398098" y="3225709"/>
            <a:ext cx="805543" cy="1012129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733382F1-58A3-FDF3-4DE6-CDBC1FB9B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507900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5722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4FF43-1637-A11A-2A4B-F0484BD6A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9F99FDA3-A4F1-15E6-BDEB-2E2AD8C30F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0401152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B03138C7-3673-4308-7AC7-43211DE6D437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105544B8-0903-DF7E-A026-E651537ED223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B8CBE209-300A-9E65-6C16-87F93445391A}"/>
              </a:ext>
            </a:extLst>
          </p:cNvPr>
          <p:cNvSpPr/>
          <p:nvPr/>
        </p:nvSpPr>
        <p:spPr>
          <a:xfrm>
            <a:off x="5108121" y="1776247"/>
            <a:ext cx="3897087" cy="2898925"/>
          </a:xfrm>
          <a:prstGeom prst="triangle">
            <a:avLst>
              <a:gd name="adj" fmla="val 465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1A416906-DB37-BBF1-D53B-8AD67CDFF831}"/>
              </a:ext>
            </a:extLst>
          </p:cNvPr>
          <p:cNvSpPr/>
          <p:nvPr/>
        </p:nvSpPr>
        <p:spPr>
          <a:xfrm>
            <a:off x="1200860" y="3657690"/>
            <a:ext cx="1940378" cy="914400"/>
          </a:xfrm>
          <a:prstGeom prst="wedgeRectCallout">
            <a:avLst>
              <a:gd name="adj1" fmla="val 286319"/>
              <a:gd name="adj2" fmla="val -5625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 &lt; </a:t>
            </a:r>
            <a:r>
              <a:rPr lang="en-US" altLang="ja-JP" dirty="0"/>
              <a:t>3</a:t>
            </a:r>
            <a:r>
              <a:rPr kumimoji="1" lang="en-US" altLang="ja-JP" dirty="0"/>
              <a:t> </a:t>
            </a:r>
            <a:r>
              <a:rPr kumimoji="1" lang="ja-JP" altLang="en-US" dirty="0"/>
              <a:t>なので、</a:t>
            </a:r>
            <a:endParaRPr kumimoji="1" lang="en-US" altLang="ja-JP" dirty="0"/>
          </a:p>
          <a:p>
            <a:pPr algn="ctr"/>
            <a:r>
              <a:rPr lang="ja-JP" altLang="en-US" dirty="0"/>
              <a:t>入れ替えなし</a:t>
            </a:r>
            <a:endParaRPr kumimoji="1" lang="ja-JP" altLang="en-US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63638CAC-66BD-77CE-9F71-E23665B78CCD}"/>
              </a:ext>
            </a:extLst>
          </p:cNvPr>
          <p:cNvCxnSpPr>
            <a:cxnSpLocks/>
          </p:cNvCxnSpPr>
          <p:nvPr/>
        </p:nvCxnSpPr>
        <p:spPr>
          <a:xfrm>
            <a:off x="7437664" y="3265714"/>
            <a:ext cx="669472" cy="68580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F6F85FF5-42BF-EEF4-4183-F1CBA1FE26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194060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797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DBA0-6170-5C3D-EE74-74404A9D9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4D93FF9C-4FA1-7A88-43E7-B8E2C85F13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7590740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AA7F44D0-5699-A0DA-70AF-16A27106CFAB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8CBF5B58-46CF-DFBF-DD37-265C2659829D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5EE6AADF-8C61-A237-CC2D-D481A59F5D9D}"/>
              </a:ext>
            </a:extLst>
          </p:cNvPr>
          <p:cNvSpPr/>
          <p:nvPr/>
        </p:nvSpPr>
        <p:spPr>
          <a:xfrm>
            <a:off x="4147456" y="3239408"/>
            <a:ext cx="3897087" cy="2898925"/>
          </a:xfrm>
          <a:prstGeom prst="triangle">
            <a:avLst>
              <a:gd name="adj" fmla="val 465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A3BCA047-D6F0-3A7A-5806-F9E806BD8E91}"/>
              </a:ext>
            </a:extLst>
          </p:cNvPr>
          <p:cNvSpPr/>
          <p:nvPr/>
        </p:nvSpPr>
        <p:spPr>
          <a:xfrm>
            <a:off x="630000" y="4399404"/>
            <a:ext cx="1940378" cy="914400"/>
          </a:xfrm>
          <a:prstGeom prst="wedgeRectCallout">
            <a:avLst>
              <a:gd name="adj1" fmla="val 216473"/>
              <a:gd name="adj2" fmla="val -982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1</a:t>
            </a:r>
            <a:r>
              <a:rPr kumimoji="1" lang="en-US" altLang="ja-JP" dirty="0"/>
              <a:t> </a:t>
            </a:r>
            <a:r>
              <a:rPr lang="en-US" altLang="ja-JP" dirty="0"/>
              <a:t>&lt;</a:t>
            </a:r>
            <a:r>
              <a:rPr kumimoji="1" lang="en-US" altLang="ja-JP" dirty="0"/>
              <a:t> 4 </a:t>
            </a:r>
            <a:r>
              <a:rPr kumimoji="1" lang="ja-JP" altLang="en-US" dirty="0"/>
              <a:t>なので、</a:t>
            </a:r>
            <a:endParaRPr kumimoji="1" lang="en-US" altLang="ja-JP" dirty="0"/>
          </a:p>
          <a:p>
            <a:pPr algn="ctr"/>
            <a:r>
              <a:rPr lang="ja-JP" altLang="en-US" dirty="0"/>
              <a:t>要</a:t>
            </a:r>
            <a:r>
              <a:rPr lang="ja-JP" altLang="en-US" b="1" dirty="0"/>
              <a:t>入れ替え</a:t>
            </a:r>
            <a:endParaRPr kumimoji="1" lang="ja-JP" altLang="en-US" b="1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C001CBD1-4473-98E9-DDA3-8E8761C986B8}"/>
              </a:ext>
            </a:extLst>
          </p:cNvPr>
          <p:cNvCxnSpPr>
            <a:cxnSpLocks/>
          </p:cNvCxnSpPr>
          <p:nvPr/>
        </p:nvCxnSpPr>
        <p:spPr>
          <a:xfrm flipH="1">
            <a:off x="5361234" y="4368709"/>
            <a:ext cx="805543" cy="1012129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吹き出し: 四角形 2">
            <a:extLst>
              <a:ext uri="{FF2B5EF4-FFF2-40B4-BE49-F238E27FC236}">
                <a16:creationId xmlns:a16="http://schemas.microsoft.com/office/drawing/2014/main" id="{2BA8A517-4ED9-5E5F-0413-C2CAF66673C0}"/>
              </a:ext>
            </a:extLst>
          </p:cNvPr>
          <p:cNvSpPr/>
          <p:nvPr/>
        </p:nvSpPr>
        <p:spPr>
          <a:xfrm>
            <a:off x="1705902" y="2588080"/>
            <a:ext cx="2947742" cy="1141790"/>
          </a:xfrm>
          <a:prstGeom prst="wedgeRectCallout">
            <a:avLst>
              <a:gd name="adj1" fmla="val 88185"/>
              <a:gd name="adj2" fmla="val 3246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入れ替えが発生したため、</a:t>
            </a:r>
            <a:endParaRPr lang="en-US" altLang="ja-JP" dirty="0"/>
          </a:p>
          <a:p>
            <a:pPr algn="ctr"/>
            <a:r>
              <a:rPr kumimoji="1" lang="ja-JP" altLang="en-US" dirty="0"/>
              <a:t>その下部を再チェック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95DFD14E-C844-D309-C9BF-BA7F6CFA7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086161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5141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EC37E-33E7-72DC-BCBA-0172CD7A8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6DD57DCA-52D5-C7FA-A065-5D00A4EE3D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622498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C1B75DAA-587B-4D14-9A31-AB5FF51272F9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561DC6BE-8C5B-CE33-C1EB-ECD457EDBBB8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C2D5A6A1-7D36-90B0-5DD3-B23B54E8EE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422974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sp>
        <p:nvSpPr>
          <p:cNvPr id="3" name="吹き出し: 四角形 2">
            <a:extLst>
              <a:ext uri="{FF2B5EF4-FFF2-40B4-BE49-F238E27FC236}">
                <a16:creationId xmlns:a16="http://schemas.microsoft.com/office/drawing/2014/main" id="{298C4BF5-3530-201E-9E78-0FD9455AF0FB}"/>
              </a:ext>
            </a:extLst>
          </p:cNvPr>
          <p:cNvSpPr/>
          <p:nvPr/>
        </p:nvSpPr>
        <p:spPr>
          <a:xfrm>
            <a:off x="456766" y="2858105"/>
            <a:ext cx="2947742" cy="1141790"/>
          </a:xfrm>
          <a:prstGeom prst="wedgeRectCallout">
            <a:avLst>
              <a:gd name="adj1" fmla="val 74890"/>
              <a:gd name="adj2" fmla="val 2889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未ソート範囲の</a:t>
            </a:r>
            <a:endParaRPr kumimoji="1" lang="en-US" altLang="ja-JP" b="1" dirty="0"/>
          </a:p>
          <a:p>
            <a:pPr algn="ctr"/>
            <a:r>
              <a:rPr lang="ja-JP" altLang="en-US" b="1" dirty="0"/>
              <a:t>再</a:t>
            </a:r>
            <a:r>
              <a:rPr kumimoji="1" lang="ja-JP" altLang="en-US" b="1" dirty="0"/>
              <a:t>ヒープ化完了</a:t>
            </a:r>
          </a:p>
        </p:txBody>
      </p:sp>
      <p:sp>
        <p:nvSpPr>
          <p:cNvPr id="5" name="平行四辺形 4">
            <a:extLst>
              <a:ext uri="{FF2B5EF4-FFF2-40B4-BE49-F238E27FC236}">
                <a16:creationId xmlns:a16="http://schemas.microsoft.com/office/drawing/2014/main" id="{00B1D85A-C9A3-6B92-282E-8362DCF2D84D}"/>
              </a:ext>
            </a:extLst>
          </p:cNvPr>
          <p:cNvSpPr/>
          <p:nvPr/>
        </p:nvSpPr>
        <p:spPr>
          <a:xfrm>
            <a:off x="3592286" y="2196193"/>
            <a:ext cx="5195207" cy="4046886"/>
          </a:xfrm>
          <a:prstGeom prst="parallelogram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7069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5D244-8700-CEB8-43CF-0E55DED86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495CA71A-7161-2838-EB1E-9557D1072772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17DD9DF1-10E4-802C-B8B8-0B3E5784EECE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15A98A37-13F5-B3CA-2176-3E3FF7BF0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317851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D3A97322-51B5-D492-5953-1BC02B5341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4282748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1D9D46D3-F57D-E124-B2FD-9E7204AB3DFE}"/>
              </a:ext>
            </a:extLst>
          </p:cNvPr>
          <p:cNvSpPr/>
          <p:nvPr/>
        </p:nvSpPr>
        <p:spPr>
          <a:xfrm>
            <a:off x="3420836" y="2653393"/>
            <a:ext cx="2547257" cy="2816678"/>
          </a:xfrm>
          <a:custGeom>
            <a:avLst/>
            <a:gdLst>
              <a:gd name="connsiteX0" fmla="*/ 3244273 w 3244273"/>
              <a:gd name="connsiteY0" fmla="*/ 0 h 2816678"/>
              <a:gd name="connsiteX1" fmla="*/ 68366 w 3244273"/>
              <a:gd name="connsiteY1" fmla="*/ 661307 h 2816678"/>
              <a:gd name="connsiteX2" fmla="*/ 1374651 w 3244273"/>
              <a:gd name="connsiteY2" fmla="*/ 2816678 h 281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44273" h="2816678">
                <a:moveTo>
                  <a:pt x="3244273" y="0"/>
                </a:moveTo>
                <a:cubicBezTo>
                  <a:pt x="1812121" y="95930"/>
                  <a:pt x="379970" y="191861"/>
                  <a:pt x="68366" y="661307"/>
                </a:cubicBezTo>
                <a:cubicBezTo>
                  <a:pt x="-243238" y="1130753"/>
                  <a:pt x="565706" y="1973715"/>
                  <a:pt x="1374651" y="2816678"/>
                </a:cubicBezTo>
              </a:path>
            </a:pathLst>
          </a:custGeom>
          <a:noFill/>
          <a:ln w="38100"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42D7044C-74C0-2707-98A6-54A68A0A974A}"/>
              </a:ext>
            </a:extLst>
          </p:cNvPr>
          <p:cNvSpPr/>
          <p:nvPr/>
        </p:nvSpPr>
        <p:spPr>
          <a:xfrm>
            <a:off x="966148" y="2815472"/>
            <a:ext cx="2324059" cy="1454450"/>
          </a:xfrm>
          <a:prstGeom prst="wedgeRectCallout">
            <a:avLst>
              <a:gd name="adj1" fmla="val 65212"/>
              <a:gd name="adj2" fmla="val 6928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未ソート部の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最大値</a:t>
            </a:r>
            <a:r>
              <a:rPr kumimoji="1" lang="en-US" altLang="ja-JP" dirty="0"/>
              <a:t>(</a:t>
            </a:r>
            <a:r>
              <a:rPr kumimoji="1" lang="ja-JP" altLang="en-US" dirty="0"/>
              <a:t>配列の先頭</a:t>
            </a:r>
            <a:r>
              <a:rPr kumimoji="1" lang="en-US" altLang="ja-JP" dirty="0"/>
              <a:t>)</a:t>
            </a:r>
            <a:r>
              <a:rPr kumimoji="1" lang="ja-JP" altLang="en-US" dirty="0"/>
              <a:t>を末尾と</a:t>
            </a:r>
            <a:r>
              <a:rPr kumimoji="1" lang="ja-JP" altLang="en-US" b="1" dirty="0"/>
              <a:t>入れ替え</a:t>
            </a: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6045E66E-99B5-E27E-C413-5D9A8FC33A2B}"/>
              </a:ext>
            </a:extLst>
          </p:cNvPr>
          <p:cNvSpPr/>
          <p:nvPr/>
        </p:nvSpPr>
        <p:spPr>
          <a:xfrm>
            <a:off x="8915892" y="3729872"/>
            <a:ext cx="2636571" cy="1438122"/>
          </a:xfrm>
          <a:prstGeom prst="wedgeRectCallout">
            <a:avLst>
              <a:gd name="adj1" fmla="val -185024"/>
              <a:gd name="adj2" fmla="val 67189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入れ替えた最大値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(</a:t>
            </a:r>
            <a:r>
              <a:rPr kumimoji="1" lang="ja-JP" altLang="en-US" dirty="0"/>
              <a:t>配列の末尾</a:t>
            </a:r>
            <a:r>
              <a:rPr kumimoji="1" lang="en-US" altLang="ja-JP" dirty="0"/>
              <a:t>)</a:t>
            </a:r>
            <a:r>
              <a:rPr kumimoji="1" lang="ja-JP" altLang="en-US" dirty="0"/>
              <a:t>を</a:t>
            </a:r>
            <a:endParaRPr kumimoji="1" lang="en-US" altLang="ja-JP" dirty="0"/>
          </a:p>
          <a:p>
            <a:pPr algn="ctr"/>
            <a:r>
              <a:rPr kumimoji="1" lang="ja-JP" altLang="en-US" b="1" dirty="0"/>
              <a:t>ソート済み</a:t>
            </a:r>
            <a:r>
              <a:rPr kumimoji="1" lang="ja-JP" altLang="en-US" dirty="0"/>
              <a:t>とする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56234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A58E0-C762-12BB-FF97-BF55A4562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4691C92D-4810-327D-E1C3-DFA8465DC50D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D3630777-DB27-490F-A1AC-259C576CD7F7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9DC917E5-E7CF-4FED-F8DD-6CE25E199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462259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B233A8A6-71AD-5083-49CE-F19AE895A1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0150630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二等辺三角形 1">
            <a:extLst>
              <a:ext uri="{FF2B5EF4-FFF2-40B4-BE49-F238E27FC236}">
                <a16:creationId xmlns:a16="http://schemas.microsoft.com/office/drawing/2014/main" id="{8F0AF99D-CE53-0CE3-79A8-3745F38A2881}"/>
              </a:ext>
            </a:extLst>
          </p:cNvPr>
          <p:cNvSpPr/>
          <p:nvPr/>
        </p:nvSpPr>
        <p:spPr>
          <a:xfrm>
            <a:off x="5108121" y="1776247"/>
            <a:ext cx="3897087" cy="2898925"/>
          </a:xfrm>
          <a:prstGeom prst="triangle">
            <a:avLst>
              <a:gd name="adj" fmla="val 465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51372753-2BCF-8D9D-CAAB-61CACF21AEA2}"/>
              </a:ext>
            </a:extLst>
          </p:cNvPr>
          <p:cNvSpPr/>
          <p:nvPr/>
        </p:nvSpPr>
        <p:spPr>
          <a:xfrm>
            <a:off x="1987115" y="2588079"/>
            <a:ext cx="2947742" cy="1141790"/>
          </a:xfrm>
          <a:prstGeom prst="wedgeRectCallout">
            <a:avLst>
              <a:gd name="adj1" fmla="val 87077"/>
              <a:gd name="adj2" fmla="val 958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残りを再ヒープ化</a:t>
            </a:r>
          </a:p>
        </p:txBody>
      </p:sp>
    </p:spTree>
    <p:extLst>
      <p:ext uri="{BB962C8B-B14F-4D97-AF65-F5344CB8AC3E}">
        <p14:creationId xmlns:p14="http://schemas.microsoft.com/office/powerpoint/2010/main" val="2611609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D778E-DACA-D672-9E75-6C7E11224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84C02046-36B6-5567-937D-5AAC79D72516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A5C7F52A-E166-5ECA-74E9-E5F221722F51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0878A7E3-51D6-6159-7FC6-7698DD7D1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521102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B9E36DF1-01AC-07D8-565B-DFAE5EAEB4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0880108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二等辺三角形 1">
            <a:extLst>
              <a:ext uri="{FF2B5EF4-FFF2-40B4-BE49-F238E27FC236}">
                <a16:creationId xmlns:a16="http://schemas.microsoft.com/office/drawing/2014/main" id="{31E4F3FA-91D4-0598-7576-30330BA216CF}"/>
              </a:ext>
            </a:extLst>
          </p:cNvPr>
          <p:cNvSpPr/>
          <p:nvPr/>
        </p:nvSpPr>
        <p:spPr>
          <a:xfrm>
            <a:off x="5108121" y="1776247"/>
            <a:ext cx="3897087" cy="2898925"/>
          </a:xfrm>
          <a:prstGeom prst="triangle">
            <a:avLst>
              <a:gd name="adj" fmla="val 465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5998D146-03CB-664F-8FD6-926654168DD6}"/>
              </a:ext>
            </a:extLst>
          </p:cNvPr>
          <p:cNvSpPr/>
          <p:nvPr/>
        </p:nvSpPr>
        <p:spPr>
          <a:xfrm>
            <a:off x="1168203" y="3369854"/>
            <a:ext cx="1940378" cy="914400"/>
          </a:xfrm>
          <a:prstGeom prst="wedgeRectCallout">
            <a:avLst>
              <a:gd name="adj1" fmla="val 235407"/>
              <a:gd name="adj2" fmla="val -36607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1</a:t>
            </a:r>
            <a:r>
              <a:rPr kumimoji="1" lang="en-US" altLang="ja-JP" dirty="0"/>
              <a:t> </a:t>
            </a:r>
            <a:r>
              <a:rPr lang="en-US" altLang="ja-JP" dirty="0"/>
              <a:t>&lt;</a:t>
            </a:r>
            <a:r>
              <a:rPr kumimoji="1" lang="en-US" altLang="ja-JP" dirty="0"/>
              <a:t> 4 </a:t>
            </a:r>
            <a:r>
              <a:rPr kumimoji="1" lang="ja-JP" altLang="en-US" dirty="0"/>
              <a:t>なので、</a:t>
            </a:r>
            <a:endParaRPr kumimoji="1" lang="en-US" altLang="ja-JP" dirty="0"/>
          </a:p>
          <a:p>
            <a:pPr algn="ctr"/>
            <a:r>
              <a:rPr lang="ja-JP" altLang="en-US" dirty="0"/>
              <a:t>要</a:t>
            </a:r>
            <a:r>
              <a:rPr lang="ja-JP" altLang="en-US" b="1" dirty="0"/>
              <a:t>入れ替え</a:t>
            </a:r>
            <a:endParaRPr kumimoji="1" lang="ja-JP" altLang="en-US" dirty="0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E96483BE-5D00-DD7C-3E7A-676B80E027B3}"/>
              </a:ext>
            </a:extLst>
          </p:cNvPr>
          <p:cNvCxnSpPr>
            <a:cxnSpLocks/>
          </p:cNvCxnSpPr>
          <p:nvPr/>
        </p:nvCxnSpPr>
        <p:spPr>
          <a:xfrm flipH="1">
            <a:off x="6365441" y="2937873"/>
            <a:ext cx="805543" cy="1012129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500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77CD2-E7DF-8630-F812-786B28ABB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8ED20CF0-07B6-0CBF-E53A-3642B418B68D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36666E96-93B9-8E0D-DF43-DAEE63FE94D4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1364803A-6EF0-37C8-EF64-282EFC502CB5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DE9EC4E1-93E1-9FCF-AF7E-060DB72A107B}"/>
              </a:ext>
            </a:extLst>
          </p:cNvPr>
          <p:cNvGraphicFramePr/>
          <p:nvPr/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二等辺三角形 1">
            <a:extLst>
              <a:ext uri="{FF2B5EF4-FFF2-40B4-BE49-F238E27FC236}">
                <a16:creationId xmlns:a16="http://schemas.microsoft.com/office/drawing/2014/main" id="{82FDD77C-581E-2166-8373-6301C1148C6C}"/>
              </a:ext>
            </a:extLst>
          </p:cNvPr>
          <p:cNvSpPr/>
          <p:nvPr/>
        </p:nvSpPr>
        <p:spPr>
          <a:xfrm>
            <a:off x="5108121" y="1776247"/>
            <a:ext cx="3897087" cy="2898925"/>
          </a:xfrm>
          <a:prstGeom prst="triangle">
            <a:avLst>
              <a:gd name="adj" fmla="val 465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C0CA9AC9-96E3-D5F5-CCAF-EE5E0F8045B3}"/>
              </a:ext>
            </a:extLst>
          </p:cNvPr>
          <p:cNvSpPr/>
          <p:nvPr/>
        </p:nvSpPr>
        <p:spPr>
          <a:xfrm>
            <a:off x="1168203" y="3369854"/>
            <a:ext cx="1940378" cy="914400"/>
          </a:xfrm>
          <a:prstGeom prst="wedgeRectCallout">
            <a:avLst>
              <a:gd name="adj1" fmla="val 272013"/>
              <a:gd name="adj2" fmla="val -60714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 &gt; 3 </a:t>
            </a:r>
            <a:r>
              <a:rPr kumimoji="1" lang="ja-JP" altLang="en-US" dirty="0"/>
              <a:t>なので、</a:t>
            </a:r>
            <a:endParaRPr kumimoji="1" lang="en-US" altLang="ja-JP" dirty="0"/>
          </a:p>
          <a:p>
            <a:pPr algn="ctr"/>
            <a:r>
              <a:rPr lang="ja-JP" altLang="en-US" dirty="0"/>
              <a:t>入れ替えなし</a:t>
            </a:r>
            <a:endParaRPr kumimoji="1" lang="ja-JP" altLang="en-US" dirty="0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E0595A04-29EA-F14F-AD4B-F74903EF94A8}"/>
              </a:ext>
            </a:extLst>
          </p:cNvPr>
          <p:cNvCxnSpPr>
            <a:cxnSpLocks/>
          </p:cNvCxnSpPr>
          <p:nvPr/>
        </p:nvCxnSpPr>
        <p:spPr>
          <a:xfrm>
            <a:off x="7170984" y="2937873"/>
            <a:ext cx="919823" cy="1021806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076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9540F-8853-FC43-42C8-F75585379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2EB2CDAC-D769-9F03-6CC0-6584DF18CBF2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6F322BFA-240A-9E8F-BC06-BD4A06B1EDD9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29FEBC20-D7BD-BFBD-54EC-C218D70E6A1E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2802952B-0F46-D64E-85B2-BE26CF1B07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9267992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二等辺三角形 1">
            <a:extLst>
              <a:ext uri="{FF2B5EF4-FFF2-40B4-BE49-F238E27FC236}">
                <a16:creationId xmlns:a16="http://schemas.microsoft.com/office/drawing/2014/main" id="{A5B7B9C8-3275-C7AB-FBAC-B017052963F0}"/>
              </a:ext>
            </a:extLst>
          </p:cNvPr>
          <p:cNvSpPr/>
          <p:nvPr/>
        </p:nvSpPr>
        <p:spPr>
          <a:xfrm>
            <a:off x="5108121" y="1776247"/>
            <a:ext cx="3897087" cy="2898925"/>
          </a:xfrm>
          <a:prstGeom prst="triangle">
            <a:avLst>
              <a:gd name="adj" fmla="val 465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9C56D32B-39C6-36F5-F4FD-252F153CC909}"/>
              </a:ext>
            </a:extLst>
          </p:cNvPr>
          <p:cNvSpPr/>
          <p:nvPr/>
        </p:nvSpPr>
        <p:spPr>
          <a:xfrm>
            <a:off x="1168202" y="3369853"/>
            <a:ext cx="3028241" cy="1406253"/>
          </a:xfrm>
          <a:prstGeom prst="wedgeRectCallout">
            <a:avLst>
              <a:gd name="adj1" fmla="val 81394"/>
              <a:gd name="adj2" fmla="val 33972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入れ替えたが、</a:t>
            </a:r>
            <a:endParaRPr lang="en-US" altLang="ja-JP" dirty="0"/>
          </a:p>
          <a:p>
            <a:pPr algn="ctr"/>
            <a:r>
              <a:rPr lang="ja-JP" altLang="en-US" dirty="0"/>
              <a:t>下部はソート済みのため、再チェックはしない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094191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32FB9-9F18-86B9-94CB-173231FE1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EACB0653-99D3-19EA-E482-40D76A001B73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9DAE25BD-4A68-4943-0D0C-EA206EC2A82C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ED22EE05-B62E-E17A-BB4A-245FABB15F54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C3CE8993-D1EA-F363-93A8-D9F21AA39B3B}"/>
              </a:ext>
            </a:extLst>
          </p:cNvPr>
          <p:cNvGraphicFramePr/>
          <p:nvPr/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二等辺三角形 1">
            <a:extLst>
              <a:ext uri="{FF2B5EF4-FFF2-40B4-BE49-F238E27FC236}">
                <a16:creationId xmlns:a16="http://schemas.microsoft.com/office/drawing/2014/main" id="{091F7E4A-312A-CD00-9A23-805C5A9F3611}"/>
              </a:ext>
            </a:extLst>
          </p:cNvPr>
          <p:cNvSpPr/>
          <p:nvPr/>
        </p:nvSpPr>
        <p:spPr>
          <a:xfrm>
            <a:off x="5108121" y="1776247"/>
            <a:ext cx="3897087" cy="2898925"/>
          </a:xfrm>
          <a:prstGeom prst="triangle">
            <a:avLst>
              <a:gd name="adj" fmla="val 465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9842495E-8CC4-C6E5-3086-5BBBC4A98AFA}"/>
              </a:ext>
            </a:extLst>
          </p:cNvPr>
          <p:cNvSpPr/>
          <p:nvPr/>
        </p:nvSpPr>
        <p:spPr>
          <a:xfrm>
            <a:off x="2118689" y="2306986"/>
            <a:ext cx="2947742" cy="1141790"/>
          </a:xfrm>
          <a:prstGeom prst="wedgeRectCallout">
            <a:avLst>
              <a:gd name="adj1" fmla="val 74890"/>
              <a:gd name="adj2" fmla="val 2889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未ソート範囲の</a:t>
            </a:r>
            <a:endParaRPr kumimoji="1" lang="en-US" altLang="ja-JP" b="1" dirty="0"/>
          </a:p>
          <a:p>
            <a:pPr algn="ctr"/>
            <a:r>
              <a:rPr lang="ja-JP" altLang="en-US" b="1" dirty="0"/>
              <a:t>再</a:t>
            </a:r>
            <a:r>
              <a:rPr kumimoji="1" lang="ja-JP" altLang="en-US" b="1" dirty="0"/>
              <a:t>ヒープ化完了</a:t>
            </a:r>
          </a:p>
        </p:txBody>
      </p:sp>
    </p:spTree>
    <p:extLst>
      <p:ext uri="{BB962C8B-B14F-4D97-AF65-F5344CB8AC3E}">
        <p14:creationId xmlns:p14="http://schemas.microsoft.com/office/powerpoint/2010/main" val="12145487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E0F6B-34F1-84F0-60DF-75BB7127F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98F691FA-8F6C-F551-3B1B-3AE1E534F95C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DEF19869-62E9-9306-116B-2660498D717D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12822D0C-49E7-9769-D363-AC08D7978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747110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081773D5-CE9E-F818-1364-310ADA55A6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0323889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F64E84A-8B7E-5BDA-B140-F4CC55B23F03}"/>
              </a:ext>
            </a:extLst>
          </p:cNvPr>
          <p:cNvSpPr/>
          <p:nvPr/>
        </p:nvSpPr>
        <p:spPr>
          <a:xfrm>
            <a:off x="7780564" y="2738110"/>
            <a:ext cx="2153734" cy="1368526"/>
          </a:xfrm>
          <a:custGeom>
            <a:avLst/>
            <a:gdLst>
              <a:gd name="connsiteX0" fmla="*/ 0 w 2153734"/>
              <a:gd name="connsiteY0" fmla="*/ 5090 h 1368526"/>
              <a:gd name="connsiteX1" fmla="*/ 2130879 w 2153734"/>
              <a:gd name="connsiteY1" fmla="*/ 209197 h 1368526"/>
              <a:gd name="connsiteX2" fmla="*/ 938893 w 2153734"/>
              <a:gd name="connsiteY2" fmla="*/ 1368526 h 136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3734" h="1368526">
                <a:moveTo>
                  <a:pt x="0" y="5090"/>
                </a:moveTo>
                <a:cubicBezTo>
                  <a:pt x="987198" y="-6476"/>
                  <a:pt x="1974397" y="-18042"/>
                  <a:pt x="2130879" y="209197"/>
                </a:cubicBezTo>
                <a:cubicBezTo>
                  <a:pt x="2287361" y="436436"/>
                  <a:pt x="1613127" y="902481"/>
                  <a:pt x="938893" y="1368526"/>
                </a:cubicBezTo>
              </a:path>
            </a:pathLst>
          </a:custGeom>
          <a:noFill/>
          <a:ln w="38100"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6A65B47B-B2EB-BC7F-680F-4660561D508B}"/>
              </a:ext>
            </a:extLst>
          </p:cNvPr>
          <p:cNvSpPr/>
          <p:nvPr/>
        </p:nvSpPr>
        <p:spPr>
          <a:xfrm>
            <a:off x="9084603" y="937686"/>
            <a:ext cx="2324059" cy="1454450"/>
          </a:xfrm>
          <a:prstGeom prst="wedgeRectCallout">
            <a:avLst>
              <a:gd name="adj1" fmla="val -26476"/>
              <a:gd name="adj2" fmla="val 74333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未ソート部の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最大値</a:t>
            </a:r>
            <a:r>
              <a:rPr kumimoji="1" lang="en-US" altLang="ja-JP" dirty="0"/>
              <a:t>(</a:t>
            </a:r>
            <a:r>
              <a:rPr kumimoji="1" lang="ja-JP" altLang="en-US" dirty="0"/>
              <a:t>配列の先頭</a:t>
            </a:r>
            <a:r>
              <a:rPr kumimoji="1" lang="en-US" altLang="ja-JP" dirty="0"/>
              <a:t>)</a:t>
            </a:r>
            <a:r>
              <a:rPr kumimoji="1" lang="ja-JP" altLang="en-US" dirty="0"/>
              <a:t>を末尾と</a:t>
            </a:r>
            <a:r>
              <a:rPr kumimoji="1" lang="ja-JP" altLang="en-US" b="1" dirty="0"/>
              <a:t>入れ替え</a:t>
            </a:r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A512D925-4F80-A122-321B-513002A10284}"/>
              </a:ext>
            </a:extLst>
          </p:cNvPr>
          <p:cNvSpPr/>
          <p:nvPr/>
        </p:nvSpPr>
        <p:spPr>
          <a:xfrm>
            <a:off x="1387534" y="3345545"/>
            <a:ext cx="2636571" cy="1438122"/>
          </a:xfrm>
          <a:prstGeom prst="wedgeRectCallout">
            <a:avLst>
              <a:gd name="adj1" fmla="val 182537"/>
              <a:gd name="adj2" fmla="val 15528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入れ替えた最大値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(</a:t>
            </a:r>
            <a:r>
              <a:rPr kumimoji="1" lang="ja-JP" altLang="en-US" dirty="0"/>
              <a:t>配列の末尾</a:t>
            </a:r>
            <a:r>
              <a:rPr kumimoji="1" lang="en-US" altLang="ja-JP" dirty="0"/>
              <a:t>)</a:t>
            </a:r>
            <a:r>
              <a:rPr kumimoji="1" lang="ja-JP" altLang="en-US" dirty="0"/>
              <a:t>を</a:t>
            </a:r>
            <a:endParaRPr kumimoji="1" lang="en-US" altLang="ja-JP" dirty="0"/>
          </a:p>
          <a:p>
            <a:pPr algn="ctr"/>
            <a:r>
              <a:rPr kumimoji="1" lang="ja-JP" altLang="en-US" b="1" dirty="0"/>
              <a:t>ソート済み</a:t>
            </a:r>
            <a:r>
              <a:rPr kumimoji="1" lang="ja-JP" altLang="en-US" dirty="0"/>
              <a:t>とする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960269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44994-4CE8-4D8D-26D0-E9943E01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0F9CB12C-EC18-8840-E955-F36E70CFCD85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00E5E296-CED1-F4E0-6EE9-0B10FF807B7E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FC30F370-16A8-C23D-B3AE-F11A36F9CC81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4AD6445A-6A17-BF6E-5E8C-5D9E80D17792}"/>
              </a:ext>
            </a:extLst>
          </p:cNvPr>
          <p:cNvGraphicFramePr/>
          <p:nvPr/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平行四辺形 1">
            <a:extLst>
              <a:ext uri="{FF2B5EF4-FFF2-40B4-BE49-F238E27FC236}">
                <a16:creationId xmlns:a16="http://schemas.microsoft.com/office/drawing/2014/main" id="{B91A0826-01F2-5F49-9327-5FC72995116F}"/>
              </a:ext>
            </a:extLst>
          </p:cNvPr>
          <p:cNvSpPr/>
          <p:nvPr/>
        </p:nvSpPr>
        <p:spPr>
          <a:xfrm>
            <a:off x="4865913" y="2196193"/>
            <a:ext cx="2800351" cy="2571750"/>
          </a:xfrm>
          <a:prstGeom prst="parallelogram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57C1F9CE-C24A-D8DC-D936-2DA125B9D127}"/>
              </a:ext>
            </a:extLst>
          </p:cNvPr>
          <p:cNvSpPr/>
          <p:nvPr/>
        </p:nvSpPr>
        <p:spPr>
          <a:xfrm>
            <a:off x="1158895" y="2775858"/>
            <a:ext cx="2947742" cy="1141790"/>
          </a:xfrm>
          <a:prstGeom prst="wedgeRectCallout">
            <a:avLst>
              <a:gd name="adj1" fmla="val 87077"/>
              <a:gd name="adj2" fmla="val 958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残りを再ヒープ化</a:t>
            </a:r>
          </a:p>
        </p:txBody>
      </p:sp>
    </p:spTree>
    <p:extLst>
      <p:ext uri="{BB962C8B-B14F-4D97-AF65-F5344CB8AC3E}">
        <p14:creationId xmlns:p14="http://schemas.microsoft.com/office/powerpoint/2010/main" val="1132374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6E922-F439-9E3D-3D5E-504A42349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3B5C8EED-1EE8-3F72-6C3E-9F8AE186580C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AF892D3B-8D0C-E063-927E-85BAE65ADE8D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8DC72CBD-F46F-973F-10B9-A337735FB78F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2E0E8678-9863-8167-4DF3-15590BE09114}"/>
              </a:ext>
            </a:extLst>
          </p:cNvPr>
          <p:cNvGraphicFramePr/>
          <p:nvPr/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平行四辺形 1">
            <a:extLst>
              <a:ext uri="{FF2B5EF4-FFF2-40B4-BE49-F238E27FC236}">
                <a16:creationId xmlns:a16="http://schemas.microsoft.com/office/drawing/2014/main" id="{139DDA8A-8F5D-B444-1A01-9528BFA103E3}"/>
              </a:ext>
            </a:extLst>
          </p:cNvPr>
          <p:cNvSpPr/>
          <p:nvPr/>
        </p:nvSpPr>
        <p:spPr>
          <a:xfrm>
            <a:off x="4865913" y="2196193"/>
            <a:ext cx="2800351" cy="2571750"/>
          </a:xfrm>
          <a:prstGeom prst="parallelogram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0BFF3D27-D8EA-F4E0-6511-C3A7E0A2EF2E}"/>
              </a:ext>
            </a:extLst>
          </p:cNvPr>
          <p:cNvSpPr/>
          <p:nvPr/>
        </p:nvSpPr>
        <p:spPr>
          <a:xfrm>
            <a:off x="1168203" y="3369854"/>
            <a:ext cx="1940378" cy="914400"/>
          </a:xfrm>
          <a:prstGeom prst="wedgeRectCallout">
            <a:avLst>
              <a:gd name="adj1" fmla="val 235407"/>
              <a:gd name="adj2" fmla="val -36607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3</a:t>
            </a:r>
            <a:r>
              <a:rPr kumimoji="1" lang="en-US" altLang="ja-JP" dirty="0"/>
              <a:t> &gt; 1 </a:t>
            </a:r>
            <a:r>
              <a:rPr kumimoji="1" lang="ja-JP" altLang="en-US" dirty="0"/>
              <a:t>なので、</a:t>
            </a:r>
            <a:endParaRPr kumimoji="1" lang="en-US" altLang="ja-JP" dirty="0"/>
          </a:p>
          <a:p>
            <a:pPr algn="ctr"/>
            <a:r>
              <a:rPr lang="ja-JP" altLang="en-US" dirty="0"/>
              <a:t>入れ替えなし</a:t>
            </a:r>
            <a:endParaRPr kumimoji="1" lang="ja-JP" altLang="en-US" dirty="0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F7C9DA8E-6053-7C5D-194C-5ACC23027943}"/>
              </a:ext>
            </a:extLst>
          </p:cNvPr>
          <p:cNvCxnSpPr>
            <a:cxnSpLocks/>
          </p:cNvCxnSpPr>
          <p:nvPr/>
        </p:nvCxnSpPr>
        <p:spPr>
          <a:xfrm flipH="1">
            <a:off x="6365441" y="2937873"/>
            <a:ext cx="805543" cy="1012129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3538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ED8E0-616B-FE94-F9D9-D29F5BCDA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30840C26-7BB0-C7F0-8CE4-9766F56EE1C2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3282920C-B695-4EDB-F55C-7183D7767FA6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4B9943C1-A368-B26B-EF7D-C07BE6DB3CEF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CDD4191F-EE3A-A581-89F3-2F046902EB7B}"/>
              </a:ext>
            </a:extLst>
          </p:cNvPr>
          <p:cNvGraphicFramePr/>
          <p:nvPr/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平行四辺形 1">
            <a:extLst>
              <a:ext uri="{FF2B5EF4-FFF2-40B4-BE49-F238E27FC236}">
                <a16:creationId xmlns:a16="http://schemas.microsoft.com/office/drawing/2014/main" id="{9C8A035D-AA6B-AD78-B7A3-FA439D53E3CA}"/>
              </a:ext>
            </a:extLst>
          </p:cNvPr>
          <p:cNvSpPr/>
          <p:nvPr/>
        </p:nvSpPr>
        <p:spPr>
          <a:xfrm>
            <a:off x="4865913" y="2196193"/>
            <a:ext cx="2800351" cy="2571750"/>
          </a:xfrm>
          <a:prstGeom prst="parallelogram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4C9B636B-1205-6EBF-7DF1-B7DD2F557768}"/>
              </a:ext>
            </a:extLst>
          </p:cNvPr>
          <p:cNvSpPr/>
          <p:nvPr/>
        </p:nvSpPr>
        <p:spPr>
          <a:xfrm>
            <a:off x="1453024" y="2647285"/>
            <a:ext cx="2947742" cy="1141790"/>
          </a:xfrm>
          <a:prstGeom prst="wedgeRectCallout">
            <a:avLst>
              <a:gd name="adj1" fmla="val 79598"/>
              <a:gd name="adj2" fmla="val -6859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未ソート範囲の</a:t>
            </a:r>
            <a:endParaRPr kumimoji="1" lang="en-US" altLang="ja-JP" b="1" dirty="0"/>
          </a:p>
          <a:p>
            <a:pPr algn="ctr"/>
            <a:r>
              <a:rPr lang="ja-JP" altLang="en-US" b="1" dirty="0"/>
              <a:t>再</a:t>
            </a:r>
            <a:r>
              <a:rPr kumimoji="1" lang="ja-JP" altLang="en-US" b="1" dirty="0"/>
              <a:t>ヒープ化完了</a:t>
            </a:r>
          </a:p>
        </p:txBody>
      </p:sp>
    </p:spTree>
    <p:extLst>
      <p:ext uri="{BB962C8B-B14F-4D97-AF65-F5344CB8AC3E}">
        <p14:creationId xmlns:p14="http://schemas.microsoft.com/office/powerpoint/2010/main" val="5515629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870E3-5038-E179-E262-DC6691B0D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6442C54C-F604-AA79-B358-EAB7EC049604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55012A73-00C5-DB4C-2737-91E55501D999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086649D5-2C37-624A-E9FA-6573A5CE3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32252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47B30A3C-8D45-D747-B25C-BEE972FE6D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4178653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B1F54072-3741-996A-990E-45E926901250}"/>
              </a:ext>
            </a:extLst>
          </p:cNvPr>
          <p:cNvSpPr/>
          <p:nvPr/>
        </p:nvSpPr>
        <p:spPr>
          <a:xfrm>
            <a:off x="3600449" y="2702379"/>
            <a:ext cx="2375807" cy="1436914"/>
          </a:xfrm>
          <a:custGeom>
            <a:avLst/>
            <a:gdLst>
              <a:gd name="connsiteX0" fmla="*/ 3059562 w 3059562"/>
              <a:gd name="connsiteY0" fmla="*/ 0 h 1436914"/>
              <a:gd name="connsiteX1" fmla="*/ 14284 w 3059562"/>
              <a:gd name="connsiteY1" fmla="*/ 498021 h 1436914"/>
              <a:gd name="connsiteX2" fmla="*/ 2128834 w 3059562"/>
              <a:gd name="connsiteY2" fmla="*/ 1436914 h 1436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59562" h="1436914">
                <a:moveTo>
                  <a:pt x="3059562" y="0"/>
                </a:moveTo>
                <a:cubicBezTo>
                  <a:pt x="1614483" y="129267"/>
                  <a:pt x="169405" y="258535"/>
                  <a:pt x="14284" y="498021"/>
                </a:cubicBezTo>
                <a:cubicBezTo>
                  <a:pt x="-140837" y="737507"/>
                  <a:pt x="993998" y="1087210"/>
                  <a:pt x="2128834" y="1436914"/>
                </a:cubicBezTo>
              </a:path>
            </a:pathLst>
          </a:custGeom>
          <a:noFill/>
          <a:ln w="38100"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D1E9BED4-B81A-E4A8-9E09-DC196B6DD07D}"/>
              </a:ext>
            </a:extLst>
          </p:cNvPr>
          <p:cNvSpPr/>
          <p:nvPr/>
        </p:nvSpPr>
        <p:spPr>
          <a:xfrm>
            <a:off x="1158895" y="2815472"/>
            <a:ext cx="2324059" cy="1454450"/>
          </a:xfrm>
          <a:prstGeom prst="wedgeRectCallout">
            <a:avLst>
              <a:gd name="adj1" fmla="val 80317"/>
              <a:gd name="adj2" fmla="val 15393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未ソート部の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最大値</a:t>
            </a:r>
            <a:r>
              <a:rPr kumimoji="1" lang="en-US" altLang="ja-JP" dirty="0"/>
              <a:t>(</a:t>
            </a:r>
            <a:r>
              <a:rPr kumimoji="1" lang="ja-JP" altLang="en-US" dirty="0"/>
              <a:t>配列の先頭</a:t>
            </a:r>
            <a:r>
              <a:rPr kumimoji="1" lang="en-US" altLang="ja-JP" dirty="0"/>
              <a:t>)</a:t>
            </a:r>
            <a:r>
              <a:rPr kumimoji="1" lang="ja-JP" altLang="en-US" dirty="0"/>
              <a:t>を末尾と</a:t>
            </a:r>
            <a:r>
              <a:rPr kumimoji="1" lang="ja-JP" altLang="en-US" b="1" dirty="0"/>
              <a:t>入れ替え</a:t>
            </a: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4CB33824-0A24-FE6C-0EE8-729F13A76B47}"/>
              </a:ext>
            </a:extLst>
          </p:cNvPr>
          <p:cNvSpPr/>
          <p:nvPr/>
        </p:nvSpPr>
        <p:spPr>
          <a:xfrm>
            <a:off x="8841714" y="4700211"/>
            <a:ext cx="2636571" cy="1438122"/>
          </a:xfrm>
          <a:prstGeom prst="wedgeRectCallout">
            <a:avLst>
              <a:gd name="adj1" fmla="val -127738"/>
              <a:gd name="adj2" fmla="val -66789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入れ替えた最大値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(</a:t>
            </a:r>
            <a:r>
              <a:rPr kumimoji="1" lang="ja-JP" altLang="en-US" dirty="0"/>
              <a:t>配列の末尾</a:t>
            </a:r>
            <a:r>
              <a:rPr kumimoji="1" lang="en-US" altLang="ja-JP" dirty="0"/>
              <a:t>)</a:t>
            </a:r>
            <a:r>
              <a:rPr kumimoji="1" lang="ja-JP" altLang="en-US" dirty="0"/>
              <a:t>を</a:t>
            </a:r>
            <a:endParaRPr kumimoji="1" lang="en-US" altLang="ja-JP" dirty="0"/>
          </a:p>
          <a:p>
            <a:pPr algn="ctr"/>
            <a:r>
              <a:rPr kumimoji="1" lang="ja-JP" altLang="en-US" b="1" dirty="0"/>
              <a:t>ソート済み</a:t>
            </a:r>
            <a:r>
              <a:rPr kumimoji="1" lang="ja-JP" altLang="en-US" dirty="0"/>
              <a:t>とする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4280522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62EBD-C2F2-DC05-8B11-AF3C75809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BFAD81F1-EB95-6200-B05C-8FE09F128A9C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7B7A446D-D606-7C22-784A-300FC9576DBF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3AF3AD3B-3DB8-FA2D-802E-5C648B558B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934304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BF0D77EA-11A8-B601-61E4-1C7C38A02C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1749537"/>
              </p:ext>
            </p:extLst>
          </p:nvPr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83FD030E-BA4B-6C8E-1A7C-C9EABB8DF674}"/>
              </a:ext>
            </a:extLst>
          </p:cNvPr>
          <p:cNvSpPr/>
          <p:nvPr/>
        </p:nvSpPr>
        <p:spPr>
          <a:xfrm>
            <a:off x="1158895" y="3297162"/>
            <a:ext cx="2612078" cy="914400"/>
          </a:xfrm>
          <a:prstGeom prst="wedgeRectCallout">
            <a:avLst>
              <a:gd name="adj1" fmla="val 136985"/>
              <a:gd name="adj2" fmla="val -114545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残ったひとつを</a:t>
            </a:r>
            <a:endParaRPr kumimoji="1" lang="en-US" altLang="ja-JP" dirty="0"/>
          </a:p>
          <a:p>
            <a:pPr algn="ctr"/>
            <a:r>
              <a:rPr kumimoji="1" lang="ja-JP" altLang="en-US" b="1" dirty="0"/>
              <a:t>ソート済み</a:t>
            </a:r>
            <a:r>
              <a:rPr kumimoji="1" lang="ja-JP" altLang="en-US" dirty="0"/>
              <a:t>とする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3618131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05A5F-7EB6-90F1-2C06-7AC3851F5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0562E462-17B7-5473-C826-05A56C7240DB}"/>
              </a:ext>
            </a:extLst>
          </p:cNvPr>
          <p:cNvSpPr/>
          <p:nvPr/>
        </p:nvSpPr>
        <p:spPr>
          <a:xfrm>
            <a:off x="611888" y="2196193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Heap</a:t>
            </a:r>
            <a:endParaRPr kumimoji="1" lang="ja-JP" altLang="en-US" dirty="0"/>
          </a:p>
        </p:txBody>
      </p:sp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78EE364B-29AB-1EE9-5438-3C8436750CFD}"/>
              </a:ext>
            </a:extLst>
          </p:cNvPr>
          <p:cNvSpPr/>
          <p:nvPr/>
        </p:nvSpPr>
        <p:spPr>
          <a:xfrm>
            <a:off x="611888" y="327780"/>
            <a:ext cx="1094014" cy="39188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Array</a:t>
            </a:r>
            <a:endParaRPr kumimoji="1" lang="ja-JP" altLang="en-US" dirty="0"/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30F94407-3184-9D19-A2A1-6AD1D3213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536521"/>
              </p:ext>
            </p:extLst>
          </p:nvPr>
        </p:nvGraphicFramePr>
        <p:xfrm>
          <a:off x="2032000" y="719666"/>
          <a:ext cx="58057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8372666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630410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558843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10411111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761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093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198446"/>
                  </a:ext>
                </a:extLst>
              </a:tr>
            </a:tbl>
          </a:graphicData>
        </a:graphic>
      </p:graphicFrame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EA1F190B-433E-4C49-A087-6F268AAD06ED}"/>
              </a:ext>
            </a:extLst>
          </p:cNvPr>
          <p:cNvGraphicFramePr/>
          <p:nvPr/>
        </p:nvGraphicFramePr>
        <p:xfrm>
          <a:off x="2636196" y="2091447"/>
          <a:ext cx="7523804" cy="40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吹き出し: 四角形 1">
            <a:extLst>
              <a:ext uri="{FF2B5EF4-FFF2-40B4-BE49-F238E27FC236}">
                <a16:creationId xmlns:a16="http://schemas.microsoft.com/office/drawing/2014/main" id="{CB478325-1050-57E4-B187-E4783D8E3E8E}"/>
              </a:ext>
            </a:extLst>
          </p:cNvPr>
          <p:cNvSpPr/>
          <p:nvPr/>
        </p:nvSpPr>
        <p:spPr>
          <a:xfrm>
            <a:off x="8632370" y="1625298"/>
            <a:ext cx="2947742" cy="1141790"/>
          </a:xfrm>
          <a:prstGeom prst="wedgeRectCallout">
            <a:avLst>
              <a:gd name="adj1" fmla="val -49190"/>
              <a:gd name="adj2" fmla="val -424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ソート完了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773475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897</Words>
  <Application>Microsoft Office PowerPoint</Application>
  <PresentationFormat>ワイド画面</PresentationFormat>
  <Paragraphs>595</Paragraphs>
  <Slides>32</Slides>
  <Notes>29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32</vt:i4>
      </vt:variant>
    </vt:vector>
  </HeadingPairs>
  <TitlesOfParts>
    <vt:vector size="36" baseType="lpstr">
      <vt:lpstr>游ゴシック</vt:lpstr>
      <vt:lpstr>游ゴシック Light</vt:lpstr>
      <vt:lpstr>Arial</vt:lpstr>
      <vt:lpstr>Office テーマ</vt:lpstr>
      <vt:lpstr>ヒープソート</vt:lpstr>
      <vt:lpstr>PowerPoint プレゼンテーション</vt:lpstr>
      <vt:lpstr>Stage 1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Stage 2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2026-07-06T13:33:35Z</dcterms:created>
  <dcterms:modified xsi:type="dcterms:W3CDTF">2026-07-06T16:16:24Z</dcterms:modified>
</cp:coreProperties>
</file>