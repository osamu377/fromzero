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AF90D9-8F35-4642-ACBA-AA8C779A0704}" v="127" dt="2026-07-14T01:33:15.1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2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越智 統" userId="2de33d77-a65a-42d1-92e2-b40da65bb07e" providerId="ADAL" clId="{4CAF90D9-8F35-4642-ACBA-AA8C779A0704}"/>
    <pc:docChg chg="undo custSel addSld delSld modSld">
      <pc:chgData name="越智 統" userId="2de33d77-a65a-42d1-92e2-b40da65bb07e" providerId="ADAL" clId="{4CAF90D9-8F35-4642-ACBA-AA8C779A0704}" dt="2026-07-14T01:35:29.282" v="355" actId="207"/>
      <pc:docMkLst>
        <pc:docMk/>
      </pc:docMkLst>
      <pc:sldChg chg="addSp delSp modSp mod">
        <pc:chgData name="越智 統" userId="2de33d77-a65a-42d1-92e2-b40da65bb07e" providerId="ADAL" clId="{4CAF90D9-8F35-4642-ACBA-AA8C779A0704}" dt="2026-07-14T01:32:41.788" v="315" actId="1076"/>
        <pc:sldMkLst>
          <pc:docMk/>
          <pc:sldMk cId="1388666346" sldId="257"/>
        </pc:sldMkLst>
        <pc:spChg chg="add del mod">
          <ac:chgData name="越智 統" userId="2de33d77-a65a-42d1-92e2-b40da65bb07e" providerId="ADAL" clId="{4CAF90D9-8F35-4642-ACBA-AA8C779A0704}" dt="2026-07-14T01:24:32.264" v="102"/>
          <ac:spMkLst>
            <pc:docMk/>
            <pc:sldMk cId="1388666346" sldId="257"/>
            <ac:spMk id="2" creationId="{1B696B54-B27C-CA05-7A99-F86027B5CBC5}"/>
          </ac:spMkLst>
        </pc:spChg>
        <pc:spChg chg="add del mod">
          <ac:chgData name="越智 統" userId="2de33d77-a65a-42d1-92e2-b40da65bb07e" providerId="ADAL" clId="{4CAF90D9-8F35-4642-ACBA-AA8C779A0704}" dt="2026-07-14T01:28:05.158" v="263" actId="20577"/>
          <ac:spMkLst>
            <pc:docMk/>
            <pc:sldMk cId="1388666346" sldId="257"/>
            <ac:spMk id="4" creationId="{20C59308-E7AD-F2AE-16DC-82D25282408E}"/>
          </ac:spMkLst>
        </pc:spChg>
        <pc:spChg chg="add">
          <ac:chgData name="越智 統" userId="2de33d77-a65a-42d1-92e2-b40da65bb07e" providerId="ADAL" clId="{4CAF90D9-8F35-4642-ACBA-AA8C779A0704}" dt="2026-07-14T01:24:41.714" v="104"/>
          <ac:spMkLst>
            <pc:docMk/>
            <pc:sldMk cId="1388666346" sldId="257"/>
            <ac:spMk id="5" creationId="{B840B7FA-A2A0-FBB6-AC3F-120B2FCCB267}"/>
          </ac:spMkLst>
        </pc:spChg>
        <pc:spChg chg="add mod">
          <ac:chgData name="越智 統" userId="2de33d77-a65a-42d1-92e2-b40da65bb07e" providerId="ADAL" clId="{4CAF90D9-8F35-4642-ACBA-AA8C779A0704}" dt="2026-07-14T01:24:50.602" v="109"/>
          <ac:spMkLst>
            <pc:docMk/>
            <pc:sldMk cId="1388666346" sldId="257"/>
            <ac:spMk id="6" creationId="{5E3E52FA-CA9A-B1A0-9576-4126CE53C951}"/>
          </ac:spMkLst>
        </pc:spChg>
        <pc:spChg chg="add mod">
          <ac:chgData name="越智 統" userId="2de33d77-a65a-42d1-92e2-b40da65bb07e" providerId="ADAL" clId="{4CAF90D9-8F35-4642-ACBA-AA8C779A0704}" dt="2026-07-14T01:32:41.788" v="315" actId="1076"/>
          <ac:spMkLst>
            <pc:docMk/>
            <pc:sldMk cId="1388666346" sldId="257"/>
            <ac:spMk id="7" creationId="{9BFD337A-9928-F7BF-44A2-70F783FD69A6}"/>
          </ac:spMkLst>
        </pc:spChg>
        <pc:graphicFrameChg chg="modGraphic">
          <ac:chgData name="越智 統" userId="2de33d77-a65a-42d1-92e2-b40da65bb07e" providerId="ADAL" clId="{4CAF90D9-8F35-4642-ACBA-AA8C779A0704}" dt="2026-07-14T01:17:09.916" v="15" actId="207"/>
          <ac:graphicFrameMkLst>
            <pc:docMk/>
            <pc:sldMk cId="1388666346" sldId="257"/>
            <ac:graphicFrameMk id="3" creationId="{276D5C87-79E8-FAEA-CE5B-45B6E9DA13FF}"/>
          </ac:graphicFrameMkLst>
        </pc:graphicFrameChg>
      </pc:sldChg>
      <pc:sldChg chg="addSp modSp mod">
        <pc:chgData name="越智 統" userId="2de33d77-a65a-42d1-92e2-b40da65bb07e" providerId="ADAL" clId="{4CAF90D9-8F35-4642-ACBA-AA8C779A0704}" dt="2026-07-14T01:21:23.397" v="85" actId="207"/>
        <pc:sldMkLst>
          <pc:docMk/>
          <pc:sldMk cId="370251982" sldId="258"/>
        </pc:sldMkLst>
        <pc:spChg chg="add mod">
          <ac:chgData name="越智 統" userId="2de33d77-a65a-42d1-92e2-b40da65bb07e" providerId="ADAL" clId="{4CAF90D9-8F35-4642-ACBA-AA8C779A0704}" dt="2026-07-14T01:19:16.108" v="79" actId="1076"/>
          <ac:spMkLst>
            <pc:docMk/>
            <pc:sldMk cId="370251982" sldId="258"/>
            <ac:spMk id="2" creationId="{89397E1C-FC08-2AC7-7E02-11E62B48C9C9}"/>
          </ac:spMkLst>
        </pc:spChg>
        <pc:graphicFrameChg chg="modGraphic">
          <ac:chgData name="越智 統" userId="2de33d77-a65a-42d1-92e2-b40da65bb07e" providerId="ADAL" clId="{4CAF90D9-8F35-4642-ACBA-AA8C779A0704}" dt="2026-07-14T01:21:23.397" v="85" actId="207"/>
          <ac:graphicFrameMkLst>
            <pc:docMk/>
            <pc:sldMk cId="370251982" sldId="258"/>
            <ac:graphicFrameMk id="3" creationId="{EAAD038F-5719-5CBE-BECA-86BB4DC92E31}"/>
          </ac:graphicFrameMkLst>
        </pc:graphicFrameChg>
      </pc:sldChg>
      <pc:sldChg chg="del">
        <pc:chgData name="越智 統" userId="2de33d77-a65a-42d1-92e2-b40da65bb07e" providerId="ADAL" clId="{4CAF90D9-8F35-4642-ACBA-AA8C779A0704}" dt="2026-07-14T01:18:01.982" v="19" actId="2696"/>
        <pc:sldMkLst>
          <pc:docMk/>
          <pc:sldMk cId="818824024" sldId="259"/>
        </pc:sldMkLst>
      </pc:sldChg>
      <pc:sldChg chg="addSp modSp mod">
        <pc:chgData name="越智 統" userId="2de33d77-a65a-42d1-92e2-b40da65bb07e" providerId="ADAL" clId="{4CAF90D9-8F35-4642-ACBA-AA8C779A0704}" dt="2026-07-14T01:22:02.083" v="90" actId="207"/>
        <pc:sldMkLst>
          <pc:docMk/>
          <pc:sldMk cId="363605438" sldId="260"/>
        </pc:sldMkLst>
        <pc:spChg chg="add mod">
          <ac:chgData name="越智 統" userId="2de33d77-a65a-42d1-92e2-b40da65bb07e" providerId="ADAL" clId="{4CAF90D9-8F35-4642-ACBA-AA8C779A0704}" dt="2026-07-14T01:21:35.915" v="88" actId="20577"/>
          <ac:spMkLst>
            <pc:docMk/>
            <pc:sldMk cId="363605438" sldId="260"/>
            <ac:spMk id="2" creationId="{18034698-A620-D940-337C-27E09BE503B0}"/>
          </ac:spMkLst>
        </pc:spChg>
        <pc:graphicFrameChg chg="modGraphic">
          <ac:chgData name="越智 統" userId="2de33d77-a65a-42d1-92e2-b40da65bb07e" providerId="ADAL" clId="{4CAF90D9-8F35-4642-ACBA-AA8C779A0704}" dt="2026-07-14T01:22:02.083" v="90" actId="207"/>
          <ac:graphicFrameMkLst>
            <pc:docMk/>
            <pc:sldMk cId="363605438" sldId="260"/>
            <ac:graphicFrameMk id="3" creationId="{89456FE6-DA3A-AE8D-D8A4-9D4C14137B8A}"/>
          </ac:graphicFrameMkLst>
        </pc:graphicFrameChg>
      </pc:sldChg>
      <pc:sldChg chg="del">
        <pc:chgData name="越智 統" userId="2de33d77-a65a-42d1-92e2-b40da65bb07e" providerId="ADAL" clId="{4CAF90D9-8F35-4642-ACBA-AA8C779A0704}" dt="2026-07-14T01:18:05.062" v="20" actId="2696"/>
        <pc:sldMkLst>
          <pc:docMk/>
          <pc:sldMk cId="898288423" sldId="261"/>
        </pc:sldMkLst>
      </pc:sldChg>
      <pc:sldChg chg="addSp modSp add mod">
        <pc:chgData name="越智 統" userId="2de33d77-a65a-42d1-92e2-b40da65bb07e" providerId="ADAL" clId="{4CAF90D9-8F35-4642-ACBA-AA8C779A0704}" dt="2026-07-14T01:23:14.434" v="99" actId="207"/>
        <pc:sldMkLst>
          <pc:docMk/>
          <pc:sldMk cId="1101494539" sldId="261"/>
        </pc:sldMkLst>
        <pc:spChg chg="add mod">
          <ac:chgData name="越智 統" userId="2de33d77-a65a-42d1-92e2-b40da65bb07e" providerId="ADAL" clId="{4CAF90D9-8F35-4642-ACBA-AA8C779A0704}" dt="2026-07-14T01:22:16.961" v="93" actId="20577"/>
          <ac:spMkLst>
            <pc:docMk/>
            <pc:sldMk cId="1101494539" sldId="261"/>
            <ac:spMk id="2" creationId="{E03E31B9-D558-5DD9-EEAF-8B4DB5F0C154}"/>
          </ac:spMkLst>
        </pc:spChg>
        <pc:graphicFrameChg chg="modGraphic">
          <ac:chgData name="越智 統" userId="2de33d77-a65a-42d1-92e2-b40da65bb07e" providerId="ADAL" clId="{4CAF90D9-8F35-4642-ACBA-AA8C779A0704}" dt="2026-07-14T01:23:14.434" v="99" actId="207"/>
          <ac:graphicFrameMkLst>
            <pc:docMk/>
            <pc:sldMk cId="1101494539" sldId="261"/>
            <ac:graphicFrameMk id="3" creationId="{68D785B1-A3C8-E4E1-F29D-A3E0ED50FB95}"/>
          </ac:graphicFrameMkLst>
        </pc:graphicFrameChg>
      </pc:sldChg>
      <pc:sldChg chg="modSp add del mod">
        <pc:chgData name="越智 統" userId="2de33d77-a65a-42d1-92e2-b40da65bb07e" providerId="ADAL" clId="{4CAF90D9-8F35-4642-ACBA-AA8C779A0704}" dt="2026-07-14T01:18:07.119" v="21" actId="2696"/>
        <pc:sldMkLst>
          <pc:docMk/>
          <pc:sldMk cId="300950187" sldId="262"/>
        </pc:sldMkLst>
        <pc:graphicFrameChg chg="modGraphic">
          <ac:chgData name="越智 統" userId="2de33d77-a65a-42d1-92e2-b40da65bb07e" providerId="ADAL" clId="{4CAF90D9-8F35-4642-ACBA-AA8C779A0704}" dt="2026-07-14T01:13:11.797" v="1" actId="947"/>
          <ac:graphicFrameMkLst>
            <pc:docMk/>
            <pc:sldMk cId="300950187" sldId="262"/>
            <ac:graphicFrameMk id="3" creationId="{9D895978-F42B-0BE9-7B5E-10B1FDA7DBDC}"/>
          </ac:graphicFrameMkLst>
        </pc:graphicFrameChg>
      </pc:sldChg>
      <pc:sldChg chg="modSp add mod">
        <pc:chgData name="越智 統" userId="2de33d77-a65a-42d1-92e2-b40da65bb07e" providerId="ADAL" clId="{4CAF90D9-8F35-4642-ACBA-AA8C779A0704}" dt="2026-07-14T01:35:29.282" v="355" actId="207"/>
        <pc:sldMkLst>
          <pc:docMk/>
          <pc:sldMk cId="1680128657" sldId="262"/>
        </pc:sldMkLst>
        <pc:spChg chg="mod">
          <ac:chgData name="越智 統" userId="2de33d77-a65a-42d1-92e2-b40da65bb07e" providerId="ADAL" clId="{4CAF90D9-8F35-4642-ACBA-AA8C779A0704}" dt="2026-07-14T01:33:45.262" v="349" actId="20577"/>
          <ac:spMkLst>
            <pc:docMk/>
            <pc:sldMk cId="1680128657" sldId="262"/>
            <ac:spMk id="2" creationId="{2F5EDB0B-0B1C-D669-F336-917173E070C7}"/>
          </ac:spMkLst>
        </pc:spChg>
        <pc:graphicFrameChg chg="modGraphic">
          <ac:chgData name="越智 統" userId="2de33d77-a65a-42d1-92e2-b40da65bb07e" providerId="ADAL" clId="{4CAF90D9-8F35-4642-ACBA-AA8C779A0704}" dt="2026-07-14T01:35:29.282" v="355" actId="207"/>
          <ac:graphicFrameMkLst>
            <pc:docMk/>
            <pc:sldMk cId="1680128657" sldId="262"/>
            <ac:graphicFrameMk id="3" creationId="{E7FA6363-B4CA-70F9-60CE-6D6E816AD4F0}"/>
          </ac:graphicFrameMkLst>
        </pc:graphicFrameChg>
      </pc:sldChg>
      <pc:sldChg chg="modSp add del mod">
        <pc:chgData name="越智 統" userId="2de33d77-a65a-42d1-92e2-b40da65bb07e" providerId="ADAL" clId="{4CAF90D9-8F35-4642-ACBA-AA8C779A0704}" dt="2026-07-14T01:18:09.278" v="22" actId="2696"/>
        <pc:sldMkLst>
          <pc:docMk/>
          <pc:sldMk cId="862735555" sldId="263"/>
        </pc:sldMkLst>
        <pc:graphicFrameChg chg="modGraphic">
          <ac:chgData name="越智 統" userId="2de33d77-a65a-42d1-92e2-b40da65bb07e" providerId="ADAL" clId="{4CAF90D9-8F35-4642-ACBA-AA8C779A0704}" dt="2026-07-14T01:14:26.450" v="8" actId="947"/>
          <ac:graphicFrameMkLst>
            <pc:docMk/>
            <pc:sldMk cId="862735555" sldId="263"/>
            <ac:graphicFrameMk id="3" creationId="{F070787E-5D7D-3EB9-ADE9-F8E29993A4A6}"/>
          </ac:graphicFrameMkLst>
        </pc:graphicFrameChg>
      </pc:sldChg>
      <pc:sldChg chg="modSp add del mod">
        <pc:chgData name="越智 統" userId="2de33d77-a65a-42d1-92e2-b40da65bb07e" providerId="ADAL" clId="{4CAF90D9-8F35-4642-ACBA-AA8C779A0704}" dt="2026-07-14T01:14:12.256" v="6" actId="2696"/>
        <pc:sldMkLst>
          <pc:docMk/>
          <pc:sldMk cId="1622188065" sldId="263"/>
        </pc:sldMkLst>
        <pc:graphicFrameChg chg="modGraphic">
          <ac:chgData name="越智 統" userId="2de33d77-a65a-42d1-92e2-b40da65bb07e" providerId="ADAL" clId="{4CAF90D9-8F35-4642-ACBA-AA8C779A0704}" dt="2026-07-14T01:13:52.532" v="3" actId="947"/>
          <ac:graphicFrameMkLst>
            <pc:docMk/>
            <pc:sldMk cId="1622188065" sldId="263"/>
            <ac:graphicFrameMk id="3" creationId="{939F42C3-1783-FC16-1988-E834B6971881}"/>
          </ac:graphicFrameMkLst>
        </pc:graphicFrameChg>
      </pc:sldChg>
      <pc:sldChg chg="modSp add del mod">
        <pc:chgData name="越智 統" userId="2de33d77-a65a-42d1-92e2-b40da65bb07e" providerId="ADAL" clId="{4CAF90D9-8F35-4642-ACBA-AA8C779A0704}" dt="2026-07-14T01:18:11.469" v="23" actId="2696"/>
        <pc:sldMkLst>
          <pc:docMk/>
          <pc:sldMk cId="2615277906" sldId="264"/>
        </pc:sldMkLst>
        <pc:graphicFrameChg chg="modGraphic">
          <ac:chgData name="越智 統" userId="2de33d77-a65a-42d1-92e2-b40da65bb07e" providerId="ADAL" clId="{4CAF90D9-8F35-4642-ACBA-AA8C779A0704}" dt="2026-07-14T01:14:37.885" v="10" actId="947"/>
          <ac:graphicFrameMkLst>
            <pc:docMk/>
            <pc:sldMk cId="2615277906" sldId="264"/>
            <ac:graphicFrameMk id="3" creationId="{64FA5316-5D6F-E240-6BD3-5CBC01595C30}"/>
          </ac:graphicFrameMkLst>
        </pc:graphicFrameChg>
      </pc:sldChg>
      <pc:sldChg chg="add del">
        <pc:chgData name="越智 統" userId="2de33d77-a65a-42d1-92e2-b40da65bb07e" providerId="ADAL" clId="{4CAF90D9-8F35-4642-ACBA-AA8C779A0704}" dt="2026-07-14T01:14:09.826" v="5" actId="2696"/>
        <pc:sldMkLst>
          <pc:docMk/>
          <pc:sldMk cId="3361674193" sldId="264"/>
        </pc:sldMkLst>
      </pc:sldChg>
      <pc:sldChg chg="modSp add del mod">
        <pc:chgData name="越智 統" userId="2de33d77-a65a-42d1-92e2-b40da65bb07e" providerId="ADAL" clId="{4CAF90D9-8F35-4642-ACBA-AA8C779A0704}" dt="2026-07-14T01:18:14.195" v="24" actId="2696"/>
        <pc:sldMkLst>
          <pc:docMk/>
          <pc:sldMk cId="1466577655" sldId="265"/>
        </pc:sldMkLst>
        <pc:graphicFrameChg chg="modGraphic">
          <ac:chgData name="越智 統" userId="2de33d77-a65a-42d1-92e2-b40da65bb07e" providerId="ADAL" clId="{4CAF90D9-8F35-4642-ACBA-AA8C779A0704}" dt="2026-07-14T01:14:55.180" v="12" actId="947"/>
          <ac:graphicFrameMkLst>
            <pc:docMk/>
            <pc:sldMk cId="1466577655" sldId="265"/>
            <ac:graphicFrameMk id="3" creationId="{CAA02B41-30E0-ADAD-472A-8E7182804A9F}"/>
          </ac:graphicFrameMkLst>
        </pc:graphicFrameChg>
      </pc:sldChg>
      <pc:sldChg chg="modSp add del mod">
        <pc:chgData name="越智 統" userId="2de33d77-a65a-42d1-92e2-b40da65bb07e" providerId="ADAL" clId="{4CAF90D9-8F35-4642-ACBA-AA8C779A0704}" dt="2026-07-14T01:18:16.717" v="25" actId="2696"/>
        <pc:sldMkLst>
          <pc:docMk/>
          <pc:sldMk cId="1120825802" sldId="266"/>
        </pc:sldMkLst>
        <pc:graphicFrameChg chg="modGraphic">
          <ac:chgData name="越智 統" userId="2de33d77-a65a-42d1-92e2-b40da65bb07e" providerId="ADAL" clId="{4CAF90D9-8F35-4642-ACBA-AA8C779A0704}" dt="2026-07-14T01:15:08.997" v="14" actId="947"/>
          <ac:graphicFrameMkLst>
            <pc:docMk/>
            <pc:sldMk cId="1120825802" sldId="266"/>
            <ac:graphicFrameMk id="3" creationId="{B2E14F31-FA32-68E7-BE21-220E89AB3371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BFAC95-FEAC-B2E5-7416-7A1725B671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65A268B-6839-F823-9463-26AEE53A7B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4993DF0-5A72-0907-DF14-6D260F38F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C5813F-F66D-3F25-7281-6AEE216DC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0F1E67-D890-F915-F1F9-54921D0B4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8635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BD88F8-BBD4-8CEB-136B-36D26E9F0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826CB-CE54-C2B1-1290-8F9CC1551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B3D866-E3FB-8F09-DC6E-D668917C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DB38C9-98C6-6326-1B2C-881281A35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65A69A-39B6-C931-9353-433EA46CB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3492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C8B55E-96FF-A0C8-4149-6750F0D90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8A9574-B5E3-7DFD-ACC8-B610D1514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9FDF59-3198-39A3-5BF6-209685B5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A7A61C-82F8-9F02-28B4-2430D7CD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C1CFCC-E4A0-5D04-E9E0-8788C6E5F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902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4261C7-1847-E838-E05E-11C0074CC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A0A0C5-E5A1-5084-54DB-0BD95E03EE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513AABE-975A-5681-93D3-FE9F4A1718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0464A21-594D-09C1-FDF4-FD27AE1E8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615E818-9E40-D4AD-3F77-B5EF3A792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34DA2ED-51DA-5D57-FC1D-73D171AB9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0711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44B40-2B65-BC67-0255-0F849D749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3DF094-2787-6E1E-353E-874C31A0A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625A433-3275-7907-5755-8DA8A4874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DD96C73-2CEF-B923-0CAA-E33CB41466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3476F5F-FB2F-B326-58F9-585939E249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9BEBADE-07AD-FCF4-75F6-17B4CF3D7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0DE66F9-1CD0-7EF7-40E6-D7F1C5C8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A326469-799E-02CC-E1A2-5C042B75D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3324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21E336-84D1-277C-E5CE-B8D9A0F86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7F578C1-9902-1841-8F33-705FA29B2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457FC06-829C-D4B1-DC18-8DAAD1DCB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367C47-4F73-1F97-1553-19C4624C6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7475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1C49A6F-D6E7-C94B-3F50-715AD7079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91B7536-5305-FF07-0DCC-014E7FEE8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FA94-871A-4F0C-20ED-83F050A19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6356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8D8A27-EED1-9F61-2792-58A7B9687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9048879-E8D3-6B7D-FC7C-E05E4D71F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C729E29-6F56-2CE8-A889-C00F038954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5A97AFF-C05B-C70E-C8A8-404DD90E4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C28552-85DD-1432-63F1-908B843D1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414B609-08B5-446A-E39F-0BFDE8A79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2188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CB29BB-A1C0-DAA8-9BDC-DD2C4428A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74ECC36-6C15-7A43-8420-629B663959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38A5F32-49F3-A57B-21CD-4F56859A0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9927AD-0AA3-B867-DB55-A1C787D6B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9F75A6-4640-183A-37A4-188A750A7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27D518D-F33A-8994-C6D2-B42E63FBA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2921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B02EF2-66EB-B18B-03BE-ABFB75E63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2B6450-23A5-33EE-779F-C8E519793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DEE523-66CA-F5E8-4826-433875FBE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6BFDEA-58AF-E0C6-4583-E84DA3382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B1C54E-B0C2-9E65-3D82-7CCC2C563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378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03C2CE9-E29E-5B29-F1E1-928C1C77E8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B79077A-5CAE-B5A8-6CEC-ED425821E1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5953D8A-AA22-EB4D-5EAA-47BC40004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51C56F-A0F0-D0EA-B215-79EF406FA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E7747F-A09D-19EF-878E-739529025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539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6D12D1A-126E-952F-722E-2B7520AAF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087541-E679-56FE-FFB8-A17D5FC0B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AA4349-8005-C1AE-7B7A-AE708BC533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B3B16B-1B5D-4AA5-830E-C2EA275E3E2E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A1C0374-CA86-99CC-CDC4-31549E4E11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A9A499-652E-81FD-B2D8-89E3424663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E997BE-3FC8-4339-99EF-2720E102C3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1338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978B60-219D-0ECF-D99C-9D947A9B78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5D87AFC-2139-2661-A4C8-DEC7235A81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6802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276D5C87-79E8-FAEA-CE5B-45B6E9DA13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8696410"/>
              </p:ext>
            </p:extLst>
          </p:nvPr>
        </p:nvGraphicFramePr>
        <p:xfrm>
          <a:off x="2031999" y="2501900"/>
          <a:ext cx="8128002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59888848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0495603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27320001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8448506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0322800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8180075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trike="sngStrike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1</a:t>
                      </a:r>
                      <a:endParaRPr kumimoji="1" lang="ja-JP" altLang="en-US" strike="sngStrike" dirty="0"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802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9739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18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4158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1110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3692061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20C59308-E7AD-F2AE-16DC-82D25282408E}"/>
                  </a:ext>
                </a:extLst>
              </p:cNvPr>
              <p:cNvSpPr txBox="1"/>
              <p:nvPr/>
            </p:nvSpPr>
            <p:spPr>
              <a:xfrm>
                <a:off x="2181138" y="1333850"/>
                <a:ext cx="6507807" cy="3954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30</m:t>
                        </m:r>
                      </m:e>
                    </m:ra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ja-JP"/>
                      <m:t>5.47722557505</m:t>
                    </m:r>
                  </m:oMath>
                </a14:m>
                <a:r>
                  <a:rPr lang="ja-JP" altLang="en-US" dirty="0"/>
                  <a:t> なので、</a:t>
                </a:r>
                <a:r>
                  <a:rPr lang="en-US" altLang="ja-JP" dirty="0"/>
                  <a:t>2</a:t>
                </a:r>
                <a:r>
                  <a:rPr lang="ja-JP" altLang="en-US" dirty="0"/>
                  <a:t>～</a:t>
                </a:r>
                <a:r>
                  <a:rPr lang="en-US" altLang="ja-JP" dirty="0"/>
                  <a:t>5</a:t>
                </a:r>
                <a:r>
                  <a:rPr lang="ja-JP" altLang="en-US" dirty="0"/>
                  <a:t>の倍数を消し込んでゆく</a:t>
                </a:r>
              </a:p>
            </p:txBody>
          </p:sp>
        </mc:Choice>
        <mc:Fallback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20C59308-E7AD-F2AE-16DC-82D252824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1138" y="1333850"/>
                <a:ext cx="6507807" cy="395429"/>
              </a:xfrm>
              <a:prstGeom prst="rect">
                <a:avLst/>
              </a:prstGeom>
              <a:blipFill>
                <a:blip r:embed="rId2"/>
                <a:stretch>
                  <a:fillRect t="-1538" r="-94" b="-246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BFD337A-9928-F7BF-44A2-70F783FD69A6}"/>
              </a:ext>
            </a:extLst>
          </p:cNvPr>
          <p:cNvSpPr txBox="1"/>
          <p:nvPr/>
        </p:nvSpPr>
        <p:spPr>
          <a:xfrm>
            <a:off x="2181138" y="762874"/>
            <a:ext cx="3801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</a:t>
            </a:r>
            <a:r>
              <a:rPr kumimoji="1" lang="ja-JP" altLang="en-US" dirty="0"/>
              <a:t>から</a:t>
            </a:r>
            <a:r>
              <a:rPr kumimoji="1" lang="en-US" altLang="ja-JP" dirty="0"/>
              <a:t>30</a:t>
            </a:r>
            <a:r>
              <a:rPr kumimoji="1" lang="ja-JP" altLang="en-US" dirty="0"/>
              <a:t>までの整数の表を用意する</a:t>
            </a:r>
          </a:p>
        </p:txBody>
      </p:sp>
    </p:spTree>
    <p:extLst>
      <p:ext uri="{BB962C8B-B14F-4D97-AF65-F5344CB8AC3E}">
        <p14:creationId xmlns:p14="http://schemas.microsoft.com/office/powerpoint/2010/main" val="1388666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A610F-0C81-7D6C-CA45-DE22D8BF4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EAAD038F-5719-5CBE-BECA-86BB4DC92E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726464"/>
              </p:ext>
            </p:extLst>
          </p:nvPr>
        </p:nvGraphicFramePr>
        <p:xfrm>
          <a:off x="2031999" y="2501900"/>
          <a:ext cx="8128002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59888848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0495603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27320001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8448506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0322800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8180075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trike="sngStrike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1</a:t>
                      </a:r>
                      <a:endParaRPr kumimoji="1" lang="ja-JP" altLang="en-US" strike="sngStrike" dirty="0"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noStrike" baseline="0" dirty="0"/>
                        <a:t>2</a:t>
                      </a:r>
                      <a:endParaRPr kumimoji="1" lang="ja-JP" altLang="en-US" strike="no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4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6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02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8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10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12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9739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14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16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18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4158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20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22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24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110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26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28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30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3692061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397E1C-FC08-2AC7-7E02-11E62B48C9C9}"/>
              </a:ext>
            </a:extLst>
          </p:cNvPr>
          <p:cNvSpPr txBox="1"/>
          <p:nvPr/>
        </p:nvSpPr>
        <p:spPr>
          <a:xfrm>
            <a:off x="2031999" y="1627464"/>
            <a:ext cx="2225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 </a:t>
            </a:r>
            <a:r>
              <a:rPr lang="ja-JP" altLang="en-US" dirty="0"/>
              <a:t>の倍数を消し込む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251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2DC01-E0BC-E067-AA0D-D9FDBF29A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89456FE6-DA3A-AE8D-D8A4-9D4C14137B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419023"/>
              </p:ext>
            </p:extLst>
          </p:nvPr>
        </p:nvGraphicFramePr>
        <p:xfrm>
          <a:off x="2031999" y="2501900"/>
          <a:ext cx="8128002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59888848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0495603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27320001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8448506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0322800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8180075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trike="sngStrike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1</a:t>
                      </a:r>
                      <a:endParaRPr kumimoji="1" lang="ja-JP" altLang="en-US" strike="sngStrike" dirty="0"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noStrike" baseline="0" dirty="0"/>
                        <a:t>2</a:t>
                      </a:r>
                      <a:endParaRPr kumimoji="1" lang="ja-JP" altLang="en-US" strike="no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noStrike" baseline="0" dirty="0"/>
                        <a:t>3</a:t>
                      </a:r>
                      <a:endParaRPr kumimoji="1" lang="ja-JP" altLang="en-US" strike="no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4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6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02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8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9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10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12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9739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14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15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16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18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4158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20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21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22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24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110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26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27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28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30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3692061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034698-A620-D940-337C-27E09BE503B0}"/>
              </a:ext>
            </a:extLst>
          </p:cNvPr>
          <p:cNvSpPr txBox="1"/>
          <p:nvPr/>
        </p:nvSpPr>
        <p:spPr>
          <a:xfrm>
            <a:off x="2031999" y="1627464"/>
            <a:ext cx="2225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3</a:t>
            </a:r>
            <a:r>
              <a:rPr kumimoji="1" lang="en-US" altLang="ja-JP" dirty="0"/>
              <a:t> </a:t>
            </a:r>
            <a:r>
              <a:rPr lang="ja-JP" altLang="en-US" dirty="0"/>
              <a:t>の倍数を消し込む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3605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159F5-2453-2D17-CF7C-35D0A1917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68D785B1-A3C8-E4E1-F29D-A3E0ED50FB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513242"/>
              </p:ext>
            </p:extLst>
          </p:nvPr>
        </p:nvGraphicFramePr>
        <p:xfrm>
          <a:off x="2031999" y="2501900"/>
          <a:ext cx="8128002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59888848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0495603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27320001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8448506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0322800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8180075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trike="sngStrike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1</a:t>
                      </a:r>
                      <a:endParaRPr kumimoji="1" lang="ja-JP" altLang="en-US" strike="sngStrike" dirty="0"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noStrike" baseline="0" dirty="0"/>
                        <a:t>2</a:t>
                      </a:r>
                      <a:endParaRPr kumimoji="1" lang="ja-JP" altLang="en-US" strike="no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noStrike" baseline="0" dirty="0"/>
                        <a:t>3</a:t>
                      </a:r>
                      <a:endParaRPr kumimoji="1" lang="ja-JP" altLang="en-US" strike="no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4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6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802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8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9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10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12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9739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14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15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16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18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4158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20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21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22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24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1110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25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26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27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28</a:t>
                      </a:r>
                      <a:endParaRPr kumimoji="1" lang="ja-JP" altLang="en-US" strike="dblStrike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30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3692061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03E31B9-D558-5DD9-EEAF-8B4DB5F0C154}"/>
              </a:ext>
            </a:extLst>
          </p:cNvPr>
          <p:cNvSpPr txBox="1"/>
          <p:nvPr/>
        </p:nvSpPr>
        <p:spPr>
          <a:xfrm>
            <a:off x="2031999" y="1627464"/>
            <a:ext cx="2225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 </a:t>
            </a:r>
            <a:r>
              <a:rPr lang="ja-JP" altLang="en-US" dirty="0"/>
              <a:t>の倍数を消し込む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01494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30067-4EE6-B281-0A6E-E82C3579E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E7FA6363-B4CA-70F9-60CE-6D6E816A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745567"/>
              </p:ext>
            </p:extLst>
          </p:nvPr>
        </p:nvGraphicFramePr>
        <p:xfrm>
          <a:off x="2031999" y="2501900"/>
          <a:ext cx="8128002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59888848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0495603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27320001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8448506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0322800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8180075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trike="sngStrike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1</a:t>
                      </a:r>
                      <a:endParaRPr kumimoji="1" lang="ja-JP" altLang="en-US" strike="sngStrike" dirty="0"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noStrike" baseline="0" dirty="0"/>
                        <a:t>2</a:t>
                      </a:r>
                      <a:endParaRPr kumimoji="1" lang="ja-JP" altLang="en-US" strike="noStrike" baseline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noStrike" baseline="0" dirty="0"/>
                        <a:t>3</a:t>
                      </a:r>
                      <a:endParaRPr kumimoji="1" lang="ja-JP" altLang="en-US" strike="noStrike" baseline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4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6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02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endParaRPr kumimoji="1" lang="ja-JP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8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9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10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11</a:t>
                      </a:r>
                      <a:endParaRPr kumimoji="1" lang="ja-JP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12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9739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13</a:t>
                      </a:r>
                      <a:endParaRPr kumimoji="1" lang="ja-JP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14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15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16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17</a:t>
                      </a:r>
                      <a:endParaRPr kumimoji="1" lang="ja-JP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18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4158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</a:t>
                      </a:r>
                      <a:endParaRPr kumimoji="1" lang="ja-JP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20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21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22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23</a:t>
                      </a:r>
                      <a:endParaRPr kumimoji="1" lang="ja-JP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24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110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25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26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27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28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29</a:t>
                      </a:r>
                      <a:endParaRPr kumimoji="1" lang="ja-JP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trike="dblStrike" baseline="0" dirty="0"/>
                        <a:t>30</a:t>
                      </a:r>
                      <a:endParaRPr kumimoji="1" lang="ja-JP" altLang="en-US" strike="dblStrike" baseline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3692061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F5EDB0B-0B1C-D669-F336-917173E070C7}"/>
              </a:ext>
            </a:extLst>
          </p:cNvPr>
          <p:cNvSpPr txBox="1"/>
          <p:nvPr/>
        </p:nvSpPr>
        <p:spPr>
          <a:xfrm>
            <a:off x="2031999" y="1627464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残った数はすべて素数</a:t>
            </a:r>
          </a:p>
        </p:txBody>
      </p:sp>
    </p:spTree>
    <p:extLst>
      <p:ext uri="{BB962C8B-B14F-4D97-AF65-F5344CB8AC3E}">
        <p14:creationId xmlns:p14="http://schemas.microsoft.com/office/powerpoint/2010/main" val="168012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195</Words>
  <Application>Microsoft Office PowerPoint</Application>
  <PresentationFormat>ワイド画面</PresentationFormat>
  <Paragraphs>156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SCMCC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越智 統</dc:creator>
  <cp:lastModifiedBy>越智 統</cp:lastModifiedBy>
  <cp:revision>1</cp:revision>
  <dcterms:created xsi:type="dcterms:W3CDTF">2026-07-13T23:50:29Z</dcterms:created>
  <dcterms:modified xsi:type="dcterms:W3CDTF">2026-07-14T01:35:39Z</dcterms:modified>
</cp:coreProperties>
</file>