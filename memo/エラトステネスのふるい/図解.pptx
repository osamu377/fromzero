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"/>
  </p:notesMasterIdLst>
  <p:sldIdLst>
    <p:sldId id="257" r:id="rId2"/>
    <p:sldId id="258" r:id="rId3"/>
    <p:sldId id="260" r:id="rId4"/>
    <p:sldId id="261" r:id="rId5"/>
    <p:sldId id="262" r:id="rId6"/>
  </p:sldIdLst>
  <p:sldSz cx="8999538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AF90D9-8F35-4642-ACBA-AA8C779A0704}" v="371" dt="2026-07-14T02:26:15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01" y="835"/>
      </p:cViewPr>
      <p:guideLst/>
    </p:cSldViewPr>
  </p:slideViewPr>
  <p:notesTextViewPr>
    <p:cViewPr>
      <p:scale>
        <a:sx n="1" d="1"/>
        <a:sy n="1" d="1"/>
      </p:scale>
      <p:origin x="0" y="-13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4CAF90D9-8F35-4642-ACBA-AA8C779A0704}"/>
    <pc:docChg chg="undo custSel addSld delSld modSld">
      <pc:chgData name="越智 統" userId="2de33d77-a65a-42d1-92e2-b40da65bb07e" providerId="ADAL" clId="{4CAF90D9-8F35-4642-ACBA-AA8C779A0704}" dt="2026-07-14T02:23:09.149" v="839" actId="478"/>
      <pc:docMkLst>
        <pc:docMk/>
      </pc:docMkLst>
      <pc:sldChg chg="del">
        <pc:chgData name="越智 統" userId="2de33d77-a65a-42d1-92e2-b40da65bb07e" providerId="ADAL" clId="{4CAF90D9-8F35-4642-ACBA-AA8C779A0704}" dt="2026-07-14T01:59:13.559" v="376" actId="2696"/>
        <pc:sldMkLst>
          <pc:docMk/>
          <pc:sldMk cId="2106802042" sldId="256"/>
        </pc:sldMkLst>
      </pc:sldChg>
      <pc:sldChg chg="addSp delSp modSp mod modNotesTx">
        <pc:chgData name="越智 統" userId="2de33d77-a65a-42d1-92e2-b40da65bb07e" providerId="ADAL" clId="{4CAF90D9-8F35-4642-ACBA-AA8C779A0704}" dt="2026-07-14T02:21:55.194" v="831" actId="478"/>
        <pc:sldMkLst>
          <pc:docMk/>
          <pc:sldMk cId="1388666346" sldId="257"/>
        </pc:sldMkLst>
        <pc:spChg chg="add del mod">
          <ac:chgData name="越智 統" userId="2de33d77-a65a-42d1-92e2-b40da65bb07e" providerId="ADAL" clId="{4CAF90D9-8F35-4642-ACBA-AA8C779A0704}" dt="2026-07-14T01:24:32.264" v="102"/>
          <ac:spMkLst>
            <pc:docMk/>
            <pc:sldMk cId="1388666346" sldId="257"/>
            <ac:spMk id="2" creationId="{1B696B54-B27C-CA05-7A99-F86027B5CBC5}"/>
          </ac:spMkLst>
        </pc:spChg>
        <pc:spChg chg="add del mod">
          <ac:chgData name="越智 統" userId="2de33d77-a65a-42d1-92e2-b40da65bb07e" providerId="ADAL" clId="{4CAF90D9-8F35-4642-ACBA-AA8C779A0704}" dt="2026-07-14T02:11:55.867" v="722" actId="478"/>
          <ac:spMkLst>
            <pc:docMk/>
            <pc:sldMk cId="1388666346" sldId="257"/>
            <ac:spMk id="4" creationId="{20C59308-E7AD-F2AE-16DC-82D25282408E}"/>
          </ac:spMkLst>
        </pc:spChg>
        <pc:spChg chg="add">
          <ac:chgData name="越智 統" userId="2de33d77-a65a-42d1-92e2-b40da65bb07e" providerId="ADAL" clId="{4CAF90D9-8F35-4642-ACBA-AA8C779A0704}" dt="2026-07-14T01:24:41.714" v="104"/>
          <ac:spMkLst>
            <pc:docMk/>
            <pc:sldMk cId="1388666346" sldId="257"/>
            <ac:spMk id="5" creationId="{B840B7FA-A2A0-FBB6-AC3F-120B2FCCB267}"/>
          </ac:spMkLst>
        </pc:spChg>
        <pc:spChg chg="add mod">
          <ac:chgData name="越智 統" userId="2de33d77-a65a-42d1-92e2-b40da65bb07e" providerId="ADAL" clId="{4CAF90D9-8F35-4642-ACBA-AA8C779A0704}" dt="2026-07-14T01:24:50.602" v="109"/>
          <ac:spMkLst>
            <pc:docMk/>
            <pc:sldMk cId="1388666346" sldId="257"/>
            <ac:spMk id="6" creationId="{5E3E52FA-CA9A-B1A0-9576-4126CE53C951}"/>
          </ac:spMkLst>
        </pc:spChg>
        <pc:spChg chg="add del mod">
          <ac:chgData name="越智 統" userId="2de33d77-a65a-42d1-92e2-b40da65bb07e" providerId="ADAL" clId="{4CAF90D9-8F35-4642-ACBA-AA8C779A0704}" dt="2026-07-14T02:21:55.194" v="831" actId="478"/>
          <ac:spMkLst>
            <pc:docMk/>
            <pc:sldMk cId="1388666346" sldId="257"/>
            <ac:spMk id="7" creationId="{9BFD337A-9928-F7BF-44A2-70F783FD69A6}"/>
          </ac:spMkLst>
        </pc:spChg>
        <pc:spChg chg="add del mod">
          <ac:chgData name="越智 統" userId="2de33d77-a65a-42d1-92e2-b40da65bb07e" providerId="ADAL" clId="{4CAF90D9-8F35-4642-ACBA-AA8C779A0704}" dt="2026-07-14T02:17:06.226" v="821" actId="478"/>
          <ac:spMkLst>
            <pc:docMk/>
            <pc:sldMk cId="1388666346" sldId="257"/>
            <ac:spMk id="8" creationId="{249EBFD3-1348-9CAD-9E1D-D65385B8425E}"/>
          </ac:spMkLst>
        </pc:spChg>
        <pc:graphicFrameChg chg="modGraphic">
          <ac:chgData name="越智 統" userId="2de33d77-a65a-42d1-92e2-b40da65bb07e" providerId="ADAL" clId="{4CAF90D9-8F35-4642-ACBA-AA8C779A0704}" dt="2026-07-14T01:17:09.916" v="15" actId="207"/>
          <ac:graphicFrameMkLst>
            <pc:docMk/>
            <pc:sldMk cId="1388666346" sldId="257"/>
            <ac:graphicFrameMk id="3" creationId="{276D5C87-79E8-FAEA-CE5B-45B6E9DA13FF}"/>
          </ac:graphicFrameMkLst>
        </pc:graphicFrameChg>
      </pc:sldChg>
      <pc:sldChg chg="addSp delSp modSp mod modNotesTx">
        <pc:chgData name="越智 統" userId="2de33d77-a65a-42d1-92e2-b40da65bb07e" providerId="ADAL" clId="{4CAF90D9-8F35-4642-ACBA-AA8C779A0704}" dt="2026-07-14T02:22:06.458" v="833" actId="478"/>
        <pc:sldMkLst>
          <pc:docMk/>
          <pc:sldMk cId="370251982" sldId="258"/>
        </pc:sldMkLst>
        <pc:spChg chg="add del mod">
          <ac:chgData name="越智 統" userId="2de33d77-a65a-42d1-92e2-b40da65bb07e" providerId="ADAL" clId="{4CAF90D9-8F35-4642-ACBA-AA8C779A0704}" dt="2026-07-14T02:22:06.458" v="833" actId="478"/>
          <ac:spMkLst>
            <pc:docMk/>
            <pc:sldMk cId="370251982" sldId="258"/>
            <ac:spMk id="2" creationId="{89397E1C-FC08-2AC7-7E02-11E62B48C9C9}"/>
          </ac:spMkLst>
        </pc:spChg>
        <pc:graphicFrameChg chg="modGraphic">
          <ac:chgData name="越智 統" userId="2de33d77-a65a-42d1-92e2-b40da65bb07e" providerId="ADAL" clId="{4CAF90D9-8F35-4642-ACBA-AA8C779A0704}" dt="2026-07-14T01:21:23.397" v="85" actId="207"/>
          <ac:graphicFrameMkLst>
            <pc:docMk/>
            <pc:sldMk cId="370251982" sldId="258"/>
            <ac:graphicFrameMk id="3" creationId="{EAAD038F-5719-5CBE-BECA-86BB4DC92E31}"/>
          </ac:graphicFrameMkLst>
        </pc:graphicFrameChg>
      </pc:sldChg>
      <pc:sldChg chg="del">
        <pc:chgData name="越智 統" userId="2de33d77-a65a-42d1-92e2-b40da65bb07e" providerId="ADAL" clId="{4CAF90D9-8F35-4642-ACBA-AA8C779A0704}" dt="2026-07-14T01:18:01.982" v="19" actId="2696"/>
        <pc:sldMkLst>
          <pc:docMk/>
          <pc:sldMk cId="818824024" sldId="259"/>
        </pc:sldMkLst>
      </pc:sldChg>
      <pc:sldChg chg="addSp delSp modSp mod modNotesTx">
        <pc:chgData name="越智 統" userId="2de33d77-a65a-42d1-92e2-b40da65bb07e" providerId="ADAL" clId="{4CAF90D9-8F35-4642-ACBA-AA8C779A0704}" dt="2026-07-14T02:22:27.731" v="835" actId="478"/>
        <pc:sldMkLst>
          <pc:docMk/>
          <pc:sldMk cId="363605438" sldId="260"/>
        </pc:sldMkLst>
        <pc:spChg chg="add del mod">
          <ac:chgData name="越智 統" userId="2de33d77-a65a-42d1-92e2-b40da65bb07e" providerId="ADAL" clId="{4CAF90D9-8F35-4642-ACBA-AA8C779A0704}" dt="2026-07-14T02:22:27.731" v="835" actId="478"/>
          <ac:spMkLst>
            <pc:docMk/>
            <pc:sldMk cId="363605438" sldId="260"/>
            <ac:spMk id="2" creationId="{18034698-A620-D940-337C-27E09BE503B0}"/>
          </ac:spMkLst>
        </pc:spChg>
        <pc:graphicFrameChg chg="modGraphic">
          <ac:chgData name="越智 統" userId="2de33d77-a65a-42d1-92e2-b40da65bb07e" providerId="ADAL" clId="{4CAF90D9-8F35-4642-ACBA-AA8C779A0704}" dt="2026-07-14T01:22:02.083" v="90" actId="207"/>
          <ac:graphicFrameMkLst>
            <pc:docMk/>
            <pc:sldMk cId="363605438" sldId="260"/>
            <ac:graphicFrameMk id="3" creationId="{89456FE6-DA3A-AE8D-D8A4-9D4C14137B8A}"/>
          </ac:graphicFrameMkLst>
        </pc:graphicFrameChg>
      </pc:sldChg>
      <pc:sldChg chg="del">
        <pc:chgData name="越智 統" userId="2de33d77-a65a-42d1-92e2-b40da65bb07e" providerId="ADAL" clId="{4CAF90D9-8F35-4642-ACBA-AA8C779A0704}" dt="2026-07-14T01:18:05.062" v="20" actId="2696"/>
        <pc:sldMkLst>
          <pc:docMk/>
          <pc:sldMk cId="898288423" sldId="261"/>
        </pc:sldMkLst>
      </pc:sldChg>
      <pc:sldChg chg="addSp delSp modSp add mod modNotesTx">
        <pc:chgData name="越智 統" userId="2de33d77-a65a-42d1-92e2-b40da65bb07e" providerId="ADAL" clId="{4CAF90D9-8F35-4642-ACBA-AA8C779A0704}" dt="2026-07-14T02:22:59.341" v="837" actId="478"/>
        <pc:sldMkLst>
          <pc:docMk/>
          <pc:sldMk cId="1101494539" sldId="261"/>
        </pc:sldMkLst>
        <pc:spChg chg="add del mod">
          <ac:chgData name="越智 統" userId="2de33d77-a65a-42d1-92e2-b40da65bb07e" providerId="ADAL" clId="{4CAF90D9-8F35-4642-ACBA-AA8C779A0704}" dt="2026-07-14T02:22:59.341" v="837" actId="478"/>
          <ac:spMkLst>
            <pc:docMk/>
            <pc:sldMk cId="1101494539" sldId="261"/>
            <ac:spMk id="2" creationId="{E03E31B9-D558-5DD9-EEAF-8B4DB5F0C154}"/>
          </ac:spMkLst>
        </pc:spChg>
        <pc:graphicFrameChg chg="modGraphic">
          <ac:chgData name="越智 統" userId="2de33d77-a65a-42d1-92e2-b40da65bb07e" providerId="ADAL" clId="{4CAF90D9-8F35-4642-ACBA-AA8C779A0704}" dt="2026-07-14T01:23:14.434" v="99" actId="207"/>
          <ac:graphicFrameMkLst>
            <pc:docMk/>
            <pc:sldMk cId="1101494539" sldId="261"/>
            <ac:graphicFrameMk id="3" creationId="{68D785B1-A3C8-E4E1-F29D-A3E0ED50FB95}"/>
          </ac:graphicFrameMkLst>
        </pc:graphicFrameChg>
      </pc:sldChg>
      <pc:sldChg chg="modSp add del mod">
        <pc:chgData name="越智 統" userId="2de33d77-a65a-42d1-92e2-b40da65bb07e" providerId="ADAL" clId="{4CAF90D9-8F35-4642-ACBA-AA8C779A0704}" dt="2026-07-14T01:18:07.119" v="21" actId="2696"/>
        <pc:sldMkLst>
          <pc:docMk/>
          <pc:sldMk cId="300950187" sldId="262"/>
        </pc:sldMkLst>
        <pc:graphicFrameChg chg="modGraphic">
          <ac:chgData name="越智 統" userId="2de33d77-a65a-42d1-92e2-b40da65bb07e" providerId="ADAL" clId="{4CAF90D9-8F35-4642-ACBA-AA8C779A0704}" dt="2026-07-14T01:13:11.797" v="1" actId="947"/>
          <ac:graphicFrameMkLst>
            <pc:docMk/>
            <pc:sldMk cId="300950187" sldId="262"/>
            <ac:graphicFrameMk id="3" creationId="{9D895978-F42B-0BE9-7B5E-10B1FDA7DBDC}"/>
          </ac:graphicFrameMkLst>
        </pc:graphicFrameChg>
      </pc:sldChg>
      <pc:sldChg chg="delSp modSp add mod modNotesTx">
        <pc:chgData name="越智 統" userId="2de33d77-a65a-42d1-92e2-b40da65bb07e" providerId="ADAL" clId="{4CAF90D9-8F35-4642-ACBA-AA8C779A0704}" dt="2026-07-14T02:23:09.149" v="839" actId="478"/>
        <pc:sldMkLst>
          <pc:docMk/>
          <pc:sldMk cId="1680128657" sldId="262"/>
        </pc:sldMkLst>
        <pc:spChg chg="del mod">
          <ac:chgData name="越智 統" userId="2de33d77-a65a-42d1-92e2-b40da65bb07e" providerId="ADAL" clId="{4CAF90D9-8F35-4642-ACBA-AA8C779A0704}" dt="2026-07-14T02:23:09.149" v="839" actId="478"/>
          <ac:spMkLst>
            <pc:docMk/>
            <pc:sldMk cId="1680128657" sldId="262"/>
            <ac:spMk id="2" creationId="{2F5EDB0B-0B1C-D669-F336-917173E070C7}"/>
          </ac:spMkLst>
        </pc:spChg>
        <pc:graphicFrameChg chg="modGraphic">
          <ac:chgData name="越智 統" userId="2de33d77-a65a-42d1-92e2-b40da65bb07e" providerId="ADAL" clId="{4CAF90D9-8F35-4642-ACBA-AA8C779A0704}" dt="2026-07-14T01:35:29.282" v="355" actId="207"/>
          <ac:graphicFrameMkLst>
            <pc:docMk/>
            <pc:sldMk cId="1680128657" sldId="262"/>
            <ac:graphicFrameMk id="3" creationId="{E7FA6363-B4CA-70F9-60CE-6D6E816AD4F0}"/>
          </ac:graphicFrameMkLst>
        </pc:graphicFrameChg>
      </pc:sldChg>
      <pc:sldChg chg="modSp add del mod">
        <pc:chgData name="越智 統" userId="2de33d77-a65a-42d1-92e2-b40da65bb07e" providerId="ADAL" clId="{4CAF90D9-8F35-4642-ACBA-AA8C779A0704}" dt="2026-07-14T01:18:09.278" v="22" actId="2696"/>
        <pc:sldMkLst>
          <pc:docMk/>
          <pc:sldMk cId="862735555" sldId="263"/>
        </pc:sldMkLst>
        <pc:graphicFrameChg chg="modGraphic">
          <ac:chgData name="越智 統" userId="2de33d77-a65a-42d1-92e2-b40da65bb07e" providerId="ADAL" clId="{4CAF90D9-8F35-4642-ACBA-AA8C779A0704}" dt="2026-07-14T01:14:26.450" v="8" actId="947"/>
          <ac:graphicFrameMkLst>
            <pc:docMk/>
            <pc:sldMk cId="862735555" sldId="263"/>
            <ac:graphicFrameMk id="3" creationId="{F070787E-5D7D-3EB9-ADE9-F8E29993A4A6}"/>
          </ac:graphicFrameMkLst>
        </pc:graphicFrameChg>
      </pc:sldChg>
      <pc:sldChg chg="modSp add del mod">
        <pc:chgData name="越智 統" userId="2de33d77-a65a-42d1-92e2-b40da65bb07e" providerId="ADAL" clId="{4CAF90D9-8F35-4642-ACBA-AA8C779A0704}" dt="2026-07-14T01:14:12.256" v="6" actId="2696"/>
        <pc:sldMkLst>
          <pc:docMk/>
          <pc:sldMk cId="1622188065" sldId="263"/>
        </pc:sldMkLst>
        <pc:graphicFrameChg chg="modGraphic">
          <ac:chgData name="越智 統" userId="2de33d77-a65a-42d1-92e2-b40da65bb07e" providerId="ADAL" clId="{4CAF90D9-8F35-4642-ACBA-AA8C779A0704}" dt="2026-07-14T01:13:52.532" v="3" actId="947"/>
          <ac:graphicFrameMkLst>
            <pc:docMk/>
            <pc:sldMk cId="1622188065" sldId="263"/>
            <ac:graphicFrameMk id="3" creationId="{939F42C3-1783-FC16-1988-E834B6971881}"/>
          </ac:graphicFrameMkLst>
        </pc:graphicFrameChg>
      </pc:sldChg>
      <pc:sldChg chg="modSp add del mod">
        <pc:chgData name="越智 統" userId="2de33d77-a65a-42d1-92e2-b40da65bb07e" providerId="ADAL" clId="{4CAF90D9-8F35-4642-ACBA-AA8C779A0704}" dt="2026-07-14T01:18:11.469" v="23" actId="2696"/>
        <pc:sldMkLst>
          <pc:docMk/>
          <pc:sldMk cId="2615277906" sldId="264"/>
        </pc:sldMkLst>
        <pc:graphicFrameChg chg="modGraphic">
          <ac:chgData name="越智 統" userId="2de33d77-a65a-42d1-92e2-b40da65bb07e" providerId="ADAL" clId="{4CAF90D9-8F35-4642-ACBA-AA8C779A0704}" dt="2026-07-14T01:14:37.885" v="10" actId="947"/>
          <ac:graphicFrameMkLst>
            <pc:docMk/>
            <pc:sldMk cId="2615277906" sldId="264"/>
            <ac:graphicFrameMk id="3" creationId="{64FA5316-5D6F-E240-6BD3-5CBC01595C30}"/>
          </ac:graphicFrameMkLst>
        </pc:graphicFrameChg>
      </pc:sldChg>
      <pc:sldChg chg="add del">
        <pc:chgData name="越智 統" userId="2de33d77-a65a-42d1-92e2-b40da65bb07e" providerId="ADAL" clId="{4CAF90D9-8F35-4642-ACBA-AA8C779A0704}" dt="2026-07-14T01:14:09.826" v="5" actId="2696"/>
        <pc:sldMkLst>
          <pc:docMk/>
          <pc:sldMk cId="3361674193" sldId="264"/>
        </pc:sldMkLst>
      </pc:sldChg>
      <pc:sldChg chg="modSp add del mod">
        <pc:chgData name="越智 統" userId="2de33d77-a65a-42d1-92e2-b40da65bb07e" providerId="ADAL" clId="{4CAF90D9-8F35-4642-ACBA-AA8C779A0704}" dt="2026-07-14T01:18:14.195" v="24" actId="2696"/>
        <pc:sldMkLst>
          <pc:docMk/>
          <pc:sldMk cId="1466577655" sldId="265"/>
        </pc:sldMkLst>
        <pc:graphicFrameChg chg="modGraphic">
          <ac:chgData name="越智 統" userId="2de33d77-a65a-42d1-92e2-b40da65bb07e" providerId="ADAL" clId="{4CAF90D9-8F35-4642-ACBA-AA8C779A0704}" dt="2026-07-14T01:14:55.180" v="12" actId="947"/>
          <ac:graphicFrameMkLst>
            <pc:docMk/>
            <pc:sldMk cId="1466577655" sldId="265"/>
            <ac:graphicFrameMk id="3" creationId="{CAA02B41-30E0-ADAD-472A-8E7182804A9F}"/>
          </ac:graphicFrameMkLst>
        </pc:graphicFrameChg>
      </pc:sldChg>
      <pc:sldChg chg="modSp add del mod">
        <pc:chgData name="越智 統" userId="2de33d77-a65a-42d1-92e2-b40da65bb07e" providerId="ADAL" clId="{4CAF90D9-8F35-4642-ACBA-AA8C779A0704}" dt="2026-07-14T01:18:16.717" v="25" actId="2696"/>
        <pc:sldMkLst>
          <pc:docMk/>
          <pc:sldMk cId="1120825802" sldId="266"/>
        </pc:sldMkLst>
        <pc:graphicFrameChg chg="modGraphic">
          <ac:chgData name="越智 統" userId="2de33d77-a65a-42d1-92e2-b40da65bb07e" providerId="ADAL" clId="{4CAF90D9-8F35-4642-ACBA-AA8C779A0704}" dt="2026-07-14T01:15:08.997" v="14" actId="947"/>
          <ac:graphicFrameMkLst>
            <pc:docMk/>
            <pc:sldMk cId="1120825802" sldId="266"/>
            <ac:graphicFrameMk id="3" creationId="{B2E14F31-FA32-68E7-BE21-220E89AB337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3C6FA4-4AFE-4E84-AE8F-7368C6EF97B2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1392238" y="1143000"/>
            <a:ext cx="96424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2AD87-DAE7-4D1F-9646-D4D583B28F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64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54289" rtl="0" eaLnBrk="1" latinLnBrk="0" hangingPunct="1">
      <a:defRPr kumimoji="1" sz="990" kern="1200">
        <a:solidFill>
          <a:schemeClr val="tx1"/>
        </a:solidFill>
        <a:latin typeface="+mn-lt"/>
        <a:ea typeface="+mn-ea"/>
        <a:cs typeface="+mn-cs"/>
      </a:defRPr>
    </a:lvl1pPr>
    <a:lvl2pPr marL="377144" algn="l" defTabSz="754289" rtl="0" eaLnBrk="1" latinLnBrk="0" hangingPunct="1">
      <a:defRPr kumimoji="1" sz="990" kern="1200">
        <a:solidFill>
          <a:schemeClr val="tx1"/>
        </a:solidFill>
        <a:latin typeface="+mn-lt"/>
        <a:ea typeface="+mn-ea"/>
        <a:cs typeface="+mn-cs"/>
      </a:defRPr>
    </a:lvl2pPr>
    <a:lvl3pPr marL="754289" algn="l" defTabSz="754289" rtl="0" eaLnBrk="1" latinLnBrk="0" hangingPunct="1">
      <a:defRPr kumimoji="1" sz="990" kern="1200">
        <a:solidFill>
          <a:schemeClr val="tx1"/>
        </a:solidFill>
        <a:latin typeface="+mn-lt"/>
        <a:ea typeface="+mn-ea"/>
        <a:cs typeface="+mn-cs"/>
      </a:defRPr>
    </a:lvl3pPr>
    <a:lvl4pPr marL="1131433" algn="l" defTabSz="754289" rtl="0" eaLnBrk="1" latinLnBrk="0" hangingPunct="1">
      <a:defRPr kumimoji="1" sz="990" kern="1200">
        <a:solidFill>
          <a:schemeClr val="tx1"/>
        </a:solidFill>
        <a:latin typeface="+mn-lt"/>
        <a:ea typeface="+mn-ea"/>
        <a:cs typeface="+mn-cs"/>
      </a:defRPr>
    </a:lvl4pPr>
    <a:lvl5pPr marL="1508577" algn="l" defTabSz="754289" rtl="0" eaLnBrk="1" latinLnBrk="0" hangingPunct="1">
      <a:defRPr kumimoji="1" sz="990" kern="1200">
        <a:solidFill>
          <a:schemeClr val="tx1"/>
        </a:solidFill>
        <a:latin typeface="+mn-lt"/>
        <a:ea typeface="+mn-ea"/>
        <a:cs typeface="+mn-cs"/>
      </a:defRPr>
    </a:lvl5pPr>
    <a:lvl6pPr marL="1885721" algn="l" defTabSz="754289" rtl="0" eaLnBrk="1" latinLnBrk="0" hangingPunct="1">
      <a:defRPr kumimoji="1" sz="990" kern="1200">
        <a:solidFill>
          <a:schemeClr val="tx1"/>
        </a:solidFill>
        <a:latin typeface="+mn-lt"/>
        <a:ea typeface="+mn-ea"/>
        <a:cs typeface="+mn-cs"/>
      </a:defRPr>
    </a:lvl6pPr>
    <a:lvl7pPr marL="2262866" algn="l" defTabSz="754289" rtl="0" eaLnBrk="1" latinLnBrk="0" hangingPunct="1">
      <a:defRPr kumimoji="1" sz="990" kern="1200">
        <a:solidFill>
          <a:schemeClr val="tx1"/>
        </a:solidFill>
        <a:latin typeface="+mn-lt"/>
        <a:ea typeface="+mn-ea"/>
        <a:cs typeface="+mn-cs"/>
      </a:defRPr>
    </a:lvl7pPr>
    <a:lvl8pPr marL="2640010" algn="l" defTabSz="754289" rtl="0" eaLnBrk="1" latinLnBrk="0" hangingPunct="1">
      <a:defRPr kumimoji="1" sz="990" kern="1200">
        <a:solidFill>
          <a:schemeClr val="tx1"/>
        </a:solidFill>
        <a:latin typeface="+mn-lt"/>
        <a:ea typeface="+mn-ea"/>
        <a:cs typeface="+mn-cs"/>
      </a:defRPr>
    </a:lvl8pPr>
    <a:lvl9pPr marL="3017154" algn="l" defTabSz="754289" rtl="0" eaLnBrk="1" latinLnBrk="0" hangingPunct="1">
      <a:defRPr kumimoji="1" sz="99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392238" y="1143000"/>
            <a:ext cx="9642476" cy="3086100"/>
          </a:xfr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ノート プレースホルダー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/>
                </a:pP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から</a:t>
                </a:r>
                <a:r>
                  <a:rPr kumimoji="1" lang="en-US" altLang="ja-JP" dirty="0"/>
                  <a:t>30</a:t>
                </a:r>
                <a:r>
                  <a:rPr kumimoji="1" lang="ja-JP" altLang="en-US" dirty="0"/>
                  <a:t>までの整数の表を用意する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ra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ja-JP"/>
                      <m:t>5.47722557505</m:t>
                    </m:r>
                  </m:oMath>
                </a14:m>
                <a:r>
                  <a:rPr lang="ja-JP" altLang="en-US" dirty="0"/>
                  <a:t> なので、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～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の倍数を消し込んでゆく</a:t>
                </a:r>
                <a:endParaRPr kumimoji="1" lang="en-US" altLang="ja-JP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ja-JP" altLang="en-US" dirty="0"/>
              </a:p>
              <a:p>
                <a:endParaRPr kumimoji="1" lang="ja-JP" altLang="en-US" dirty="0"/>
              </a:p>
            </p:txBody>
          </p:sp>
        </mc:Choice>
        <mc:Fallback>
          <p:sp>
            <p:nvSpPr>
              <p:cNvPr id="3" name="ノート プレースホルダー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/>
                </a:pP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から</a:t>
                </a:r>
                <a:r>
                  <a:rPr kumimoji="1" lang="en-US" altLang="ja-JP" dirty="0"/>
                  <a:t>30</a:t>
                </a:r>
                <a:r>
                  <a:rPr kumimoji="1" lang="ja-JP" altLang="en-US" dirty="0"/>
                  <a:t>までの整数の表を用意する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ja-JP" dirty="0"/>
                  <a:t> </a:t>
                </a:r>
                <a:r>
                  <a:rPr kumimoji="1" lang="en-US" altLang="ja-JP" b="0" i="0">
                    <a:latin typeface="Cambria Math" panose="02040503050406030204" pitchFamily="18" charset="0"/>
                  </a:rPr>
                  <a:t>√30="</a:t>
                </a:r>
                <a:r>
                  <a:rPr lang="en-US" altLang="ja-JP" i="0">
                    <a:latin typeface="Cambria Math" panose="02040503050406030204" pitchFamily="18" charset="0"/>
                  </a:rPr>
                  <a:t>5.47722557505</a:t>
                </a:r>
                <a:r>
                  <a:rPr lang="ja-JP" altLang="en-US" i="0"/>
                  <a:t>"</a:t>
                </a:r>
                <a:r>
                  <a:rPr lang="ja-JP" altLang="en-US" dirty="0"/>
                  <a:t> なので、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～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の倍数を消し込んでゆく</a:t>
                </a:r>
                <a:endParaRPr kumimoji="1" lang="en-US" altLang="ja-JP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ja-JP" altLang="en-US" dirty="0"/>
              </a:p>
              <a:p>
                <a:endParaRPr kumimoji="1" lang="ja-JP" altLang="en-US" dirty="0"/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2AD87-DAE7-4D1F-9646-D4D583B28FE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1704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392238" y="1143000"/>
            <a:ext cx="9642476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b="1" dirty="0"/>
              <a:t>2</a:t>
            </a:r>
            <a:r>
              <a:rPr kumimoji="1" lang="en-US" altLang="ja-JP" dirty="0"/>
              <a:t> </a:t>
            </a:r>
            <a:r>
              <a:rPr lang="ja-JP" altLang="en-US" dirty="0"/>
              <a:t>の倍数を消し込む</a:t>
            </a:r>
            <a:r>
              <a:rPr lang="en-US" altLang="ja-JP" dirty="0"/>
              <a:t>(2</a:t>
            </a:r>
            <a:r>
              <a:rPr lang="ja-JP" altLang="en-US" dirty="0"/>
              <a:t>は残す</a:t>
            </a:r>
            <a:r>
              <a:rPr lang="en-US" altLang="ja-JP" dirty="0"/>
              <a:t>)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2AD87-DAE7-4D1F-9646-D4D583B28FE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187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392238" y="1143000"/>
            <a:ext cx="9642476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残っている数の中で最小の</a:t>
            </a:r>
            <a:r>
              <a:rPr lang="en-US" altLang="ja-JP" b="1" dirty="0"/>
              <a:t>3</a:t>
            </a:r>
            <a:r>
              <a:rPr kumimoji="1" lang="en-US" altLang="ja-JP" dirty="0"/>
              <a:t> </a:t>
            </a:r>
            <a:r>
              <a:rPr lang="ja-JP" altLang="en-US" dirty="0"/>
              <a:t>の倍数を消し込む</a:t>
            </a:r>
            <a:r>
              <a:rPr lang="en-US" altLang="ja-JP" dirty="0"/>
              <a:t>(3</a:t>
            </a:r>
            <a:r>
              <a:rPr lang="ja-JP" altLang="en-US" dirty="0"/>
              <a:t>は残す</a:t>
            </a:r>
            <a:r>
              <a:rPr lang="en-US" altLang="ja-JP" dirty="0"/>
              <a:t>)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2AD87-DAE7-4D1F-9646-D4D583B28FE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738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392238" y="1143000"/>
            <a:ext cx="9642476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残っている数の中で最小の</a:t>
            </a:r>
            <a:r>
              <a:rPr kumimoji="1" lang="en-US" altLang="ja-JP" b="1" dirty="0"/>
              <a:t>5</a:t>
            </a:r>
            <a:r>
              <a:rPr kumimoji="1" lang="en-US" altLang="ja-JP" dirty="0"/>
              <a:t> </a:t>
            </a:r>
            <a:r>
              <a:rPr lang="ja-JP" altLang="en-US" dirty="0"/>
              <a:t>の倍数を消し込む</a:t>
            </a:r>
            <a:r>
              <a:rPr lang="en-US" altLang="ja-JP" dirty="0"/>
              <a:t>(5</a:t>
            </a:r>
            <a:r>
              <a:rPr lang="ja-JP" altLang="en-US" dirty="0"/>
              <a:t>は残す</a:t>
            </a:r>
            <a:r>
              <a:rPr lang="en-US" altLang="ja-JP" dirty="0"/>
              <a:t>)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2AD87-DAE7-4D1F-9646-D4D583B28FE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860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392238" y="1143000"/>
            <a:ext cx="9642476" cy="3086100"/>
          </a:xfr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ノート プレースホルダー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 startAt="5"/>
                </a:pP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rad>
                  </m:oMath>
                </a14:m>
                <a:r>
                  <a:rPr kumimoji="1" lang="ja-JP" altLang="en-US" dirty="0"/>
                  <a:t>以下の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を除く整数</a:t>
                </a:r>
                <a:r>
                  <a:rPr kumimoji="1" lang="en-US" altLang="ja-JP" dirty="0"/>
                  <a:t>(2</a:t>
                </a:r>
                <a:r>
                  <a:rPr kumimoji="1" lang="ja-JP" altLang="en-US" dirty="0"/>
                  <a:t>～</a:t>
                </a:r>
                <a:r>
                  <a:rPr kumimoji="1" lang="en-US" altLang="ja-JP" dirty="0"/>
                  <a:t>5)</a:t>
                </a:r>
                <a:r>
                  <a:rPr kumimoji="1" lang="ja-JP" altLang="en-US" dirty="0"/>
                  <a:t>の倍数をすべて消し終えた</a:t>
                </a:r>
                <a:endParaRPr kumimoji="1" lang="en-US" altLang="ja-JP" dirty="0"/>
              </a:p>
              <a:p>
                <a:pPr marL="342900" indent="-342900">
                  <a:buFont typeface="+mj-lt"/>
                  <a:buAutoNum type="arabicPeriod" startAt="5"/>
                </a:pPr>
                <a:r>
                  <a:rPr kumimoji="1" lang="ja-JP" altLang="en-US" dirty="0"/>
                  <a:t> </a:t>
                </a:r>
                <a:r>
                  <a:rPr kumimoji="1" lang="ja-JP" altLang="en-US" b="1" dirty="0"/>
                  <a:t>残った数は素数</a:t>
                </a:r>
              </a:p>
              <a:p>
                <a:endParaRPr kumimoji="1" lang="ja-JP" altLang="en-US" dirty="0"/>
              </a:p>
            </p:txBody>
          </p:sp>
        </mc:Choice>
        <mc:Fallback>
          <p:sp>
            <p:nvSpPr>
              <p:cNvPr id="3" name="ノート プレースホルダー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 startAt="5"/>
                </a:pPr>
                <a:r>
                  <a:rPr lang="ja-JP" altLang="en-US" dirty="0"/>
                  <a:t> </a:t>
                </a:r>
                <a:r>
                  <a:rPr lang="en-US" altLang="ja-JP" i="0">
                    <a:latin typeface="Cambria Math" panose="02040503050406030204" pitchFamily="18" charset="0"/>
                  </a:rPr>
                  <a:t>√30</a:t>
                </a:r>
                <a:r>
                  <a:rPr kumimoji="1" lang="ja-JP" altLang="en-US" dirty="0"/>
                  <a:t>以下の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を除く整数</a:t>
                </a:r>
                <a:r>
                  <a:rPr kumimoji="1" lang="en-US" altLang="ja-JP" dirty="0"/>
                  <a:t>(2</a:t>
                </a:r>
                <a:r>
                  <a:rPr kumimoji="1" lang="ja-JP" altLang="en-US" dirty="0"/>
                  <a:t>～</a:t>
                </a:r>
                <a:r>
                  <a:rPr kumimoji="1" lang="en-US" altLang="ja-JP" dirty="0"/>
                  <a:t>5)</a:t>
                </a:r>
                <a:r>
                  <a:rPr kumimoji="1" lang="ja-JP" altLang="en-US" dirty="0"/>
                  <a:t>の倍数をすべて消し終えた</a:t>
                </a:r>
                <a:endParaRPr kumimoji="1" lang="en-US" altLang="ja-JP" dirty="0"/>
              </a:p>
              <a:p>
                <a:pPr marL="342900" indent="-342900">
                  <a:buFont typeface="+mj-lt"/>
                  <a:buAutoNum type="arabicPeriod" startAt="5"/>
                </a:pPr>
                <a:r>
                  <a:rPr kumimoji="1" lang="ja-JP" altLang="en-US" dirty="0"/>
                  <a:t> </a:t>
                </a:r>
                <a:r>
                  <a:rPr kumimoji="1" lang="ja-JP" altLang="en-US" b="1" dirty="0"/>
                  <a:t>残った数は素数</a:t>
                </a:r>
              </a:p>
              <a:p>
                <a:endParaRPr kumimoji="1" lang="ja-JP" altLang="en-US" dirty="0"/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2AD87-DAE7-4D1F-9646-D4D583B28FEC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0389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471289"/>
            <a:ext cx="6749654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1512522"/>
            <a:ext cx="6749654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B16B-1B5D-4AA5-830E-C2EA275E3E2E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97BE-3FC8-4339-99EF-2720E102C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7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B16B-1B5D-4AA5-830E-C2EA275E3E2E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97BE-3FC8-4339-99EF-2720E102C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712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717932"/>
            <a:ext cx="7762102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1927150"/>
            <a:ext cx="7762102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B16B-1B5D-4AA5-830E-C2EA275E3E2E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97BE-3FC8-4339-99EF-2720E102C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810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766593"/>
            <a:ext cx="3824804" cy="18271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766593"/>
            <a:ext cx="3824804" cy="18271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B16B-1B5D-4AA5-830E-C2EA275E3E2E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97BE-3FC8-4339-99EF-2720E102C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38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153319"/>
            <a:ext cx="7762102" cy="55661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705933"/>
            <a:ext cx="380722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051899"/>
            <a:ext cx="3807226" cy="154718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705933"/>
            <a:ext cx="382597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051899"/>
            <a:ext cx="3825976" cy="154718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B16B-1B5D-4AA5-830E-C2EA275E3E2E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97BE-3FC8-4339-99EF-2720E102C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923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B16B-1B5D-4AA5-830E-C2EA275E3E2E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97BE-3FC8-4339-99EF-2720E102C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764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B16B-1B5D-4AA5-830E-C2EA275E3E2E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97BE-3FC8-4339-99EF-2720E102C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005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191982"/>
            <a:ext cx="2902585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414627"/>
            <a:ext cx="4556016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863918"/>
            <a:ext cx="2902585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B16B-1B5D-4AA5-830E-C2EA275E3E2E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97BE-3FC8-4339-99EF-2720E102C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867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191982"/>
            <a:ext cx="2902585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414627"/>
            <a:ext cx="4556016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863918"/>
            <a:ext cx="2902585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B16B-1B5D-4AA5-830E-C2EA275E3E2E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97BE-3FC8-4339-99EF-2720E102C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0360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B16B-1B5D-4AA5-830E-C2EA275E3E2E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97BE-3FC8-4339-99EF-2720E102C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0703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153319"/>
            <a:ext cx="1940525" cy="244043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153319"/>
            <a:ext cx="5709082" cy="24404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B16B-1B5D-4AA5-830E-C2EA275E3E2E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97BE-3FC8-4339-99EF-2720E102C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72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153319"/>
            <a:ext cx="7762102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766593"/>
            <a:ext cx="7762102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2669079"/>
            <a:ext cx="2024896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3B16B-1B5D-4AA5-830E-C2EA275E3E2E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2669079"/>
            <a:ext cx="3037344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2669079"/>
            <a:ext cx="2024896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997BE-3FC8-4339-99EF-2720E102C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431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kumimoji="1"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kumimoji="1"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kumimoji="1"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kumimoji="1"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kumimoji="1"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276D5C87-79E8-FAEA-CE5B-45B6E9DA1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696410"/>
              </p:ext>
            </p:extLst>
          </p:nvPr>
        </p:nvGraphicFramePr>
        <p:xfrm>
          <a:off x="233512" y="466625"/>
          <a:ext cx="8532521" cy="19464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087">
                  <a:extLst>
                    <a:ext uri="{9D8B030D-6E8A-4147-A177-3AD203B41FA5}">
                      <a16:colId xmlns:a16="http://schemas.microsoft.com/office/drawing/2014/main" val="3598888482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04956037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1273200011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84485069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03228001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2818007555"/>
                    </a:ext>
                  </a:extLst>
                </a:gridCol>
              </a:tblGrid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</a:t>
                      </a:r>
                      <a:endParaRPr kumimoji="1" lang="ja-JP" altLang="en-US" sz="200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3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4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5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6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extLst>
                  <a:ext uri="{0D108BD9-81ED-4DB2-BD59-A6C34878D82A}">
                    <a16:rowId xmlns:a16="http://schemas.microsoft.com/office/drawing/2014/main" val="81802586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7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8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9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10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11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12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extLst>
                  <a:ext uri="{0D108BD9-81ED-4DB2-BD59-A6C34878D82A}">
                    <a16:rowId xmlns:a16="http://schemas.microsoft.com/office/drawing/2014/main" val="3509739884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13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14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15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16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17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18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extLst>
                  <a:ext uri="{0D108BD9-81ED-4DB2-BD59-A6C34878D82A}">
                    <a16:rowId xmlns:a16="http://schemas.microsoft.com/office/drawing/2014/main" val="2372415853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19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20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21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22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23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24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extLst>
                  <a:ext uri="{0D108BD9-81ED-4DB2-BD59-A6C34878D82A}">
                    <a16:rowId xmlns:a16="http://schemas.microsoft.com/office/drawing/2014/main" val="1261110442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25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26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27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28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29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30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extLst>
                  <a:ext uri="{0D108BD9-81ED-4DB2-BD59-A6C34878D82A}">
                    <a16:rowId xmlns:a16="http://schemas.microsoft.com/office/drawing/2014/main" val="318369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866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A610F-0C81-7D6C-CA45-DE22D8BF4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EAAD038F-5719-5CBE-BECA-86BB4DC92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726464"/>
              </p:ext>
            </p:extLst>
          </p:nvPr>
        </p:nvGraphicFramePr>
        <p:xfrm>
          <a:off x="233512" y="466625"/>
          <a:ext cx="8532521" cy="19464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087">
                  <a:extLst>
                    <a:ext uri="{9D8B030D-6E8A-4147-A177-3AD203B41FA5}">
                      <a16:colId xmlns:a16="http://schemas.microsoft.com/office/drawing/2014/main" val="3598888482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04956037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1273200011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84485069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03228001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2818007555"/>
                    </a:ext>
                  </a:extLst>
                </a:gridCol>
              </a:tblGrid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</a:t>
                      </a:r>
                      <a:endParaRPr kumimoji="1" lang="ja-JP" altLang="en-US" sz="200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noStrike" baseline="0" dirty="0"/>
                        <a:t>2</a:t>
                      </a:r>
                      <a:endParaRPr kumimoji="1" lang="ja-JP" altLang="en-US" sz="2000" strike="no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3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4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5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6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2586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7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8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9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10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11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12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739884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13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14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15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16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17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18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415853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19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20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21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22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23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24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10442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25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26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27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28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29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30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69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5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2DC01-E0BC-E067-AA0D-D9FDBF29A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89456FE6-DA3A-AE8D-D8A4-9D4C14137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419023"/>
              </p:ext>
            </p:extLst>
          </p:nvPr>
        </p:nvGraphicFramePr>
        <p:xfrm>
          <a:off x="233512" y="466625"/>
          <a:ext cx="8532521" cy="19464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087">
                  <a:extLst>
                    <a:ext uri="{9D8B030D-6E8A-4147-A177-3AD203B41FA5}">
                      <a16:colId xmlns:a16="http://schemas.microsoft.com/office/drawing/2014/main" val="3598888482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04956037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1273200011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84485069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03228001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2818007555"/>
                    </a:ext>
                  </a:extLst>
                </a:gridCol>
              </a:tblGrid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</a:t>
                      </a:r>
                      <a:endParaRPr kumimoji="1" lang="ja-JP" altLang="en-US" sz="200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noStrike" baseline="0" dirty="0"/>
                        <a:t>2</a:t>
                      </a:r>
                      <a:endParaRPr kumimoji="1" lang="ja-JP" altLang="en-US" sz="2000" strike="no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noStrike" baseline="0" dirty="0"/>
                        <a:t>3</a:t>
                      </a:r>
                      <a:endParaRPr kumimoji="1" lang="ja-JP" altLang="en-US" sz="2000" strike="no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4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5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6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2586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7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8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9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10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11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12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739884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13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14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15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16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17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18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415853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19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20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21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22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23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24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10442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25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26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27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28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29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30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69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0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159F5-2453-2D17-CF7C-35D0A191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68D785B1-A3C8-E4E1-F29D-A3E0ED50F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513242"/>
              </p:ext>
            </p:extLst>
          </p:nvPr>
        </p:nvGraphicFramePr>
        <p:xfrm>
          <a:off x="233512" y="466625"/>
          <a:ext cx="8532521" cy="19464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087">
                  <a:extLst>
                    <a:ext uri="{9D8B030D-6E8A-4147-A177-3AD203B41FA5}">
                      <a16:colId xmlns:a16="http://schemas.microsoft.com/office/drawing/2014/main" val="3598888482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04956037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1273200011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84485069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03228001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2818007555"/>
                    </a:ext>
                  </a:extLst>
                </a:gridCol>
              </a:tblGrid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</a:t>
                      </a:r>
                      <a:endParaRPr kumimoji="1" lang="ja-JP" altLang="en-US" sz="200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noStrike" baseline="0" dirty="0"/>
                        <a:t>2</a:t>
                      </a:r>
                      <a:endParaRPr kumimoji="1" lang="ja-JP" altLang="en-US" sz="2000" strike="no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noStrike" baseline="0" dirty="0"/>
                        <a:t>3</a:t>
                      </a:r>
                      <a:endParaRPr kumimoji="1" lang="ja-JP" altLang="en-US" sz="2000" strike="no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4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5</a:t>
                      </a:r>
                      <a:endParaRPr kumimoji="1" lang="ja-JP" altLang="en-US" sz="200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6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extLst>
                  <a:ext uri="{0D108BD9-81ED-4DB2-BD59-A6C34878D82A}">
                    <a16:rowId xmlns:a16="http://schemas.microsoft.com/office/drawing/2014/main" val="81802586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7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8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9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10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11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12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extLst>
                  <a:ext uri="{0D108BD9-81ED-4DB2-BD59-A6C34878D82A}">
                    <a16:rowId xmlns:a16="http://schemas.microsoft.com/office/drawing/2014/main" val="3509739884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13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14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15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16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17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18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extLst>
                  <a:ext uri="{0D108BD9-81ED-4DB2-BD59-A6C34878D82A}">
                    <a16:rowId xmlns:a16="http://schemas.microsoft.com/office/drawing/2014/main" val="2372415853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19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20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21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22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23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24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extLst>
                  <a:ext uri="{0D108BD9-81ED-4DB2-BD59-A6C34878D82A}">
                    <a16:rowId xmlns:a16="http://schemas.microsoft.com/office/drawing/2014/main" val="1261110442"/>
                  </a:ext>
                </a:extLst>
              </a:tr>
              <a:tr h="398362"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25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26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27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28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/>
                        <a:t>29</a:t>
                      </a:r>
                      <a:endParaRPr kumimoji="1" lang="ja-JP" altLang="en-US" sz="2000" dirty="0"/>
                    </a:p>
                  </a:txBody>
                  <a:tcPr marL="95991" marR="95991" marT="47995" marB="47995"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strike="dblStrike" baseline="0" dirty="0"/>
                        <a:t>30</a:t>
                      </a:r>
                      <a:endParaRPr kumimoji="1" lang="ja-JP" altLang="en-US" sz="2000" strike="dblStrike" baseline="0" dirty="0"/>
                    </a:p>
                  </a:txBody>
                  <a:tcPr marL="95991" marR="95991" marT="47995" marB="4799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69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149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30067-4EE6-B281-0A6E-E82C3579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E7FA6363-B4CA-70F9-60CE-6D6E816AD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745567"/>
              </p:ext>
            </p:extLst>
          </p:nvPr>
        </p:nvGraphicFramePr>
        <p:xfrm>
          <a:off x="233509" y="466622"/>
          <a:ext cx="8532522" cy="1946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087">
                  <a:extLst>
                    <a:ext uri="{9D8B030D-6E8A-4147-A177-3AD203B41FA5}">
                      <a16:colId xmlns:a16="http://schemas.microsoft.com/office/drawing/2014/main" val="3598888482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04956037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1273200011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84485069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4203228001"/>
                    </a:ext>
                  </a:extLst>
                </a:gridCol>
                <a:gridCol w="1422087">
                  <a:extLst>
                    <a:ext uri="{9D8B030D-6E8A-4147-A177-3AD203B41FA5}">
                      <a16:colId xmlns:a16="http://schemas.microsoft.com/office/drawing/2014/main" val="2818007555"/>
                    </a:ext>
                  </a:extLst>
                </a:gridCol>
              </a:tblGrid>
              <a:tr h="389296">
                <a:tc>
                  <a:txBody>
                    <a:bodyPr/>
                    <a:lstStyle/>
                    <a:p>
                      <a:r>
                        <a:rPr kumimoji="1" lang="en-US" altLang="ja-JP" sz="1900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</a:t>
                      </a:r>
                      <a:endParaRPr kumimoji="1" lang="ja-JP" altLang="en-US" sz="190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95991" marR="95991" marT="47995" marB="4799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noStrike" baseline="0" dirty="0"/>
                        <a:t>2</a:t>
                      </a:r>
                      <a:endParaRPr kumimoji="1" lang="ja-JP" altLang="en-US" sz="1900" strike="noStrike" baseline="0" dirty="0"/>
                    </a:p>
                  </a:txBody>
                  <a:tcPr marL="95991" marR="95991" marT="47995" marB="4799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noStrike" baseline="0" dirty="0"/>
                        <a:t>3</a:t>
                      </a:r>
                      <a:endParaRPr kumimoji="1" lang="ja-JP" altLang="en-US" sz="1900" strike="noStrike" baseline="0" dirty="0"/>
                    </a:p>
                  </a:txBody>
                  <a:tcPr marL="95991" marR="95991" marT="47995" marB="4799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4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dirty="0"/>
                        <a:t>5</a:t>
                      </a:r>
                      <a:endParaRPr kumimoji="1" lang="ja-JP" altLang="en-US" sz="1900" dirty="0"/>
                    </a:p>
                  </a:txBody>
                  <a:tcPr marL="95991" marR="95991" marT="47995" marB="4799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6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2586"/>
                  </a:ext>
                </a:extLst>
              </a:tr>
              <a:tr h="389296">
                <a:tc>
                  <a:txBody>
                    <a:bodyPr/>
                    <a:lstStyle/>
                    <a:p>
                      <a:r>
                        <a:rPr kumimoji="1" lang="en-US" altLang="ja-JP" sz="1900" dirty="0"/>
                        <a:t>7</a:t>
                      </a:r>
                      <a:endParaRPr kumimoji="1" lang="ja-JP" altLang="en-US" sz="1900" dirty="0"/>
                    </a:p>
                  </a:txBody>
                  <a:tcPr marL="95991" marR="95991" marT="47995" marB="4799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8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9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10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dirty="0"/>
                        <a:t>11</a:t>
                      </a:r>
                      <a:endParaRPr kumimoji="1" lang="ja-JP" altLang="en-US" sz="1900" dirty="0"/>
                    </a:p>
                  </a:txBody>
                  <a:tcPr marL="95991" marR="95991" marT="47995" marB="4799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12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739884"/>
                  </a:ext>
                </a:extLst>
              </a:tr>
              <a:tr h="389296">
                <a:tc>
                  <a:txBody>
                    <a:bodyPr/>
                    <a:lstStyle/>
                    <a:p>
                      <a:r>
                        <a:rPr kumimoji="1" lang="en-US" altLang="ja-JP" sz="1900" dirty="0"/>
                        <a:t>13</a:t>
                      </a:r>
                      <a:endParaRPr kumimoji="1" lang="ja-JP" altLang="en-US" sz="1900" dirty="0"/>
                    </a:p>
                  </a:txBody>
                  <a:tcPr marL="95991" marR="95991" marT="47995" marB="4799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14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15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16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dirty="0"/>
                        <a:t>17</a:t>
                      </a:r>
                      <a:endParaRPr kumimoji="1" lang="ja-JP" altLang="en-US" sz="1900" dirty="0"/>
                    </a:p>
                  </a:txBody>
                  <a:tcPr marL="95991" marR="95991" marT="47995" marB="4799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18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415853"/>
                  </a:ext>
                </a:extLst>
              </a:tr>
              <a:tr h="389296">
                <a:tc>
                  <a:txBody>
                    <a:bodyPr/>
                    <a:lstStyle/>
                    <a:p>
                      <a:r>
                        <a:rPr kumimoji="1" lang="en-US" altLang="ja-JP" sz="1900" dirty="0"/>
                        <a:t>19</a:t>
                      </a:r>
                      <a:endParaRPr kumimoji="1" lang="ja-JP" altLang="en-US" sz="1900" dirty="0"/>
                    </a:p>
                  </a:txBody>
                  <a:tcPr marL="95991" marR="95991" marT="47995" marB="4799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20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21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22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dirty="0"/>
                        <a:t>23</a:t>
                      </a:r>
                      <a:endParaRPr kumimoji="1" lang="ja-JP" altLang="en-US" sz="1900" dirty="0"/>
                    </a:p>
                  </a:txBody>
                  <a:tcPr marL="95991" marR="95991" marT="47995" marB="4799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24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10442"/>
                  </a:ext>
                </a:extLst>
              </a:tr>
              <a:tr h="389296"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25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26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27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28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dirty="0"/>
                        <a:t>29</a:t>
                      </a:r>
                      <a:endParaRPr kumimoji="1" lang="ja-JP" altLang="en-US" sz="1900" dirty="0"/>
                    </a:p>
                  </a:txBody>
                  <a:tcPr marL="95991" marR="95991" marT="47995" marB="4799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900" strike="dblStrike" baseline="0" dirty="0"/>
                        <a:t>30</a:t>
                      </a:r>
                      <a:endParaRPr kumimoji="1" lang="ja-JP" altLang="en-US" sz="1900" strike="dblStrike" baseline="0" dirty="0"/>
                    </a:p>
                  </a:txBody>
                  <a:tcPr marL="95991" marR="95991" marT="47995" marB="4799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69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12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250</Words>
  <Application>Microsoft Office PowerPoint</Application>
  <PresentationFormat>ユーザー設定</PresentationFormat>
  <Paragraphs>162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Aptos</vt:lpstr>
      <vt:lpstr>Aptos Display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2026-07-13T23:50:29Z</dcterms:created>
  <dcterms:modified xsi:type="dcterms:W3CDTF">2026-07-14T02:26:25Z</dcterms:modified>
</cp:coreProperties>
</file>