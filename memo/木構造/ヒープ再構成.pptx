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7" r:id="rId3"/>
    <p:sldId id="280" r:id="rId4"/>
    <p:sldId id="260" r:id="rId5"/>
    <p:sldId id="281" r:id="rId6"/>
    <p:sldId id="261" r:id="rId7"/>
    <p:sldId id="27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91523-C536-4D58-8D06-CD942DB2F419}" v="22" dt="2026-06-08T12:25:19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5D891523-C536-4D58-8D06-CD942DB2F419}"/>
    <pc:docChg chg="undo custSel addSld delSld modSld">
      <pc:chgData name="越智 統" userId="2de33d77-a65a-42d1-92e2-b40da65bb07e" providerId="ADAL" clId="{5D891523-C536-4D58-8D06-CD942DB2F419}" dt="2026-06-08T12:25:19.381" v="69" actId="20577"/>
      <pc:docMkLst>
        <pc:docMk/>
      </pc:docMkLst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1941517135" sldId="257"/>
        </pc:sldMkLst>
      </pc:sldChg>
      <pc:sldChg chg="addSp delSp modSp mod">
        <pc:chgData name="越智 統" userId="2de33d77-a65a-42d1-92e2-b40da65bb07e" providerId="ADAL" clId="{5D891523-C536-4D58-8D06-CD942DB2F419}" dt="2026-06-08T12:24:17.470" v="54"/>
        <pc:sldMkLst>
          <pc:docMk/>
          <pc:sldMk cId="3961366415" sldId="260"/>
        </pc:sldMkLst>
        <pc:spChg chg="del">
          <ac:chgData name="越智 統" userId="2de33d77-a65a-42d1-92e2-b40da65bb07e" providerId="ADAL" clId="{5D891523-C536-4D58-8D06-CD942DB2F419}" dt="2026-06-08T12:23:13.803" v="36" actId="478"/>
          <ac:spMkLst>
            <pc:docMk/>
            <pc:sldMk cId="3961366415" sldId="260"/>
            <ac:spMk id="2" creationId="{BEDF2D61-B41D-4AA8-428E-E4666F5862E4}"/>
          </ac:spMkLst>
        </pc:spChg>
        <pc:spChg chg="add mod">
          <ac:chgData name="越智 統" userId="2de33d77-a65a-42d1-92e2-b40da65bb07e" providerId="ADAL" clId="{5D891523-C536-4D58-8D06-CD942DB2F419}" dt="2026-06-08T12:24:17.470" v="54"/>
          <ac:spMkLst>
            <pc:docMk/>
            <pc:sldMk cId="3961366415" sldId="260"/>
            <ac:spMk id="3" creationId="{FB239117-5E90-9720-069B-E0E47C597D20}"/>
          </ac:spMkLst>
        </pc:spChg>
        <pc:spChg chg="mod">
          <ac:chgData name="越智 統" userId="2de33d77-a65a-42d1-92e2-b40da65bb07e" providerId="ADAL" clId="{5D891523-C536-4D58-8D06-CD942DB2F419}" dt="2026-06-08T12:23:50.924" v="51" actId="20577"/>
          <ac:spMkLst>
            <pc:docMk/>
            <pc:sldMk cId="3961366415" sldId="260"/>
            <ac:spMk id="7" creationId="{22E915A0-F55F-B82C-8ACE-898C35C7A6CC}"/>
          </ac:spMkLst>
        </pc:spChg>
        <pc:graphicFrameChg chg="mod modGraphic">
          <ac:chgData name="越智 統" userId="2de33d77-a65a-42d1-92e2-b40da65bb07e" providerId="ADAL" clId="{5D891523-C536-4D58-8D06-CD942DB2F419}" dt="2026-06-08T12:23:45.621" v="48" actId="113"/>
          <ac:graphicFrameMkLst>
            <pc:docMk/>
            <pc:sldMk cId="3961366415" sldId="260"/>
            <ac:graphicFrameMk id="4" creationId="{C5E2C602-71E1-C2E9-D147-CECB501DB35E}"/>
          </ac:graphicFrameMkLst>
        </pc:graphicFrameChg>
      </pc:sldChg>
      <pc:sldChg chg="modSp mod">
        <pc:chgData name="越智 統" userId="2de33d77-a65a-42d1-92e2-b40da65bb07e" providerId="ADAL" clId="{5D891523-C536-4D58-8D06-CD942DB2F419}" dt="2026-06-08T12:25:09.643" v="67" actId="20577"/>
        <pc:sldMkLst>
          <pc:docMk/>
          <pc:sldMk cId="1411607089" sldId="261"/>
        </pc:sldMkLst>
        <pc:spChg chg="mod">
          <ac:chgData name="越智 統" userId="2de33d77-a65a-42d1-92e2-b40da65bb07e" providerId="ADAL" clId="{5D891523-C536-4D58-8D06-CD942DB2F419}" dt="2026-06-08T12:24:46.935" v="64" actId="20577"/>
          <ac:spMkLst>
            <pc:docMk/>
            <pc:sldMk cId="1411607089" sldId="261"/>
            <ac:spMk id="7" creationId="{DB6A0528-F6D4-B310-AB4B-34333884F01B}"/>
          </ac:spMkLst>
        </pc:spChg>
        <pc:graphicFrameChg chg="mod">
          <ac:chgData name="越智 統" userId="2de33d77-a65a-42d1-92e2-b40da65bb07e" providerId="ADAL" clId="{5D891523-C536-4D58-8D06-CD942DB2F419}" dt="2026-06-08T12:25:09.643" v="67" actId="20577"/>
          <ac:graphicFrameMkLst>
            <pc:docMk/>
            <pc:sldMk cId="1411607089" sldId="261"/>
            <ac:graphicFrameMk id="4" creationId="{D46BC4A0-2C54-069F-3A07-731D8C2C090D}"/>
          </ac:graphicFrameMkLst>
        </pc:graphicFrameChg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247523141" sldId="262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2846186589" sldId="263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1070144587" sldId="264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3735919820" sldId="265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3371907637" sldId="267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655927047" sldId="270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158704237" sldId="271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2569992122" sldId="272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803130419" sldId="273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1718458322" sldId="274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113171208" sldId="275"/>
        </pc:sldMkLst>
      </pc:sldChg>
      <pc:sldChg chg="del">
        <pc:chgData name="越智 統" userId="2de33d77-a65a-42d1-92e2-b40da65bb07e" providerId="ADAL" clId="{5D891523-C536-4D58-8D06-CD942DB2F419}" dt="2026-06-08T12:10:32.855" v="0" actId="47"/>
        <pc:sldMkLst>
          <pc:docMk/>
          <pc:sldMk cId="4075458137" sldId="276"/>
        </pc:sldMkLst>
      </pc:sldChg>
      <pc:sldChg chg="modSp">
        <pc:chgData name="越智 統" userId="2de33d77-a65a-42d1-92e2-b40da65bb07e" providerId="ADAL" clId="{5D891523-C536-4D58-8D06-CD942DB2F419}" dt="2026-06-08T12:25:19.381" v="69" actId="20577"/>
        <pc:sldMkLst>
          <pc:docMk/>
          <pc:sldMk cId="2902483182" sldId="279"/>
        </pc:sldMkLst>
        <pc:graphicFrameChg chg="mod">
          <ac:chgData name="越智 統" userId="2de33d77-a65a-42d1-92e2-b40da65bb07e" providerId="ADAL" clId="{5D891523-C536-4D58-8D06-CD942DB2F419}" dt="2026-06-08T12:25:19.381" v="69" actId="20577"/>
          <ac:graphicFrameMkLst>
            <pc:docMk/>
            <pc:sldMk cId="2902483182" sldId="279"/>
            <ac:graphicFrameMk id="4" creationId="{D4B3D414-8CE5-A9AE-4EA6-572590EB4CC4}"/>
          </ac:graphicFrameMkLst>
        </pc:graphicFrameChg>
      </pc:sldChg>
      <pc:sldChg chg="modSp mod">
        <pc:chgData name="越智 統" userId="2de33d77-a65a-42d1-92e2-b40da65bb07e" providerId="ADAL" clId="{5D891523-C536-4D58-8D06-CD942DB2F419}" dt="2026-06-08T12:19:27.579" v="34" actId="14100"/>
        <pc:sldMkLst>
          <pc:docMk/>
          <pc:sldMk cId="659678219" sldId="280"/>
        </pc:sldMkLst>
        <pc:spChg chg="mod">
          <ac:chgData name="越智 統" userId="2de33d77-a65a-42d1-92e2-b40da65bb07e" providerId="ADAL" clId="{5D891523-C536-4D58-8D06-CD942DB2F419}" dt="2026-06-08T12:19:27.579" v="34" actId="14100"/>
          <ac:spMkLst>
            <pc:docMk/>
            <pc:sldMk cId="659678219" sldId="280"/>
            <ac:spMk id="7" creationId="{DE37869A-A69C-1B96-597A-09D6A60C897F}"/>
          </ac:spMkLst>
        </pc:spChg>
      </pc:sldChg>
      <pc:sldChg chg="modSp add mod">
        <pc:chgData name="越智 統" userId="2de33d77-a65a-42d1-92e2-b40da65bb07e" providerId="ADAL" clId="{5D891523-C536-4D58-8D06-CD942DB2F419}" dt="2026-06-08T12:24:34.703" v="60" actId="20577"/>
        <pc:sldMkLst>
          <pc:docMk/>
          <pc:sldMk cId="2332235245" sldId="281"/>
        </pc:sldMkLst>
        <pc:spChg chg="mod">
          <ac:chgData name="越智 統" userId="2de33d77-a65a-42d1-92e2-b40da65bb07e" providerId="ADAL" clId="{5D891523-C536-4D58-8D06-CD942DB2F419}" dt="2026-06-08T12:24:34.703" v="60" actId="20577"/>
          <ac:spMkLst>
            <pc:docMk/>
            <pc:sldMk cId="2332235245" sldId="281"/>
            <ac:spMk id="7" creationId="{91518586-B0A8-5281-45F9-291355960BC4}"/>
          </ac:spMkLst>
        </pc:spChg>
        <pc:graphicFrameChg chg="mod">
          <ac:chgData name="越智 統" userId="2de33d77-a65a-42d1-92e2-b40da65bb07e" providerId="ADAL" clId="{5D891523-C536-4D58-8D06-CD942DB2F419}" dt="2026-06-08T12:24:28.499" v="58" actId="20577"/>
          <ac:graphicFrameMkLst>
            <pc:docMk/>
            <pc:sldMk cId="2332235245" sldId="281"/>
            <ac:graphicFrameMk id="4" creationId="{A6B7E397-BEFA-3D3D-BC32-582CACAC331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13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ja-JP" altLang="en-US" b="1" dirty="0">
              <a:solidFill>
                <a:srgbClr val="FF0000"/>
              </a:solidFill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6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>
        <a:ln>
          <a:prstDash val="sysDash"/>
        </a:ln>
      </dgm:spPr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6200000" scaled="1"/>
          <a:tileRect/>
        </a:gradFill>
        <a:ln>
          <a:prstDash val="sysDash"/>
        </a:ln>
      </dgm:spPr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7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10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6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10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7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8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9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7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 custLinFactNeighborX="-1591" custLinFactNeighborY="-4906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9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8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6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b="0" kern="1200" dirty="0">
              <a:solidFill>
                <a:schemeClr val="tx1"/>
              </a:solidFill>
            </a:rPr>
            <a:t>13</a:t>
          </a:r>
          <a:endParaRPr kumimoji="1" lang="ja-JP" altLang="en-US" sz="2900" b="0" kern="1200" dirty="0">
            <a:solidFill>
              <a:schemeClr val="tx1"/>
            </a:solidFill>
          </a:endParaRP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900" b="1" kern="1200" dirty="0">
              <a:solidFill>
                <a:srgbClr val="FF0000"/>
              </a:solidFill>
            </a:rPr>
            <a:t>削除</a:t>
          </a: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b="1" kern="1200" dirty="0">
              <a:solidFill>
                <a:srgbClr val="FF0000"/>
              </a:solidFill>
            </a:rPr>
            <a:t>6</a:t>
          </a:r>
          <a:endParaRPr kumimoji="1" lang="ja-JP" altLang="en-US" sz="2900" b="1" kern="1200" dirty="0">
            <a:solidFill>
              <a:srgbClr val="FF0000"/>
            </a:solidFill>
          </a:endParaRP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6200000" scaled="1"/>
          <a:tileRect/>
        </a:gra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7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0" kern="1200" dirty="0">
              <a:solidFill>
                <a:schemeClr val="tx1"/>
              </a:solidFill>
            </a:rPr>
            <a:t>10</a:t>
          </a:r>
          <a:endParaRPr kumimoji="1" lang="ja-JP" altLang="en-US" sz="3300" b="0" kern="1200" dirty="0">
            <a:solidFill>
              <a:schemeClr val="tx1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9</a:t>
          </a:r>
          <a:endParaRPr kumimoji="1" lang="ja-JP" altLang="en-US" sz="3300" kern="1200" dirty="0"/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8</a:t>
          </a:r>
          <a:endParaRPr kumimoji="1" lang="ja-JP" altLang="en-US" sz="3300" kern="1200" dirty="0"/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6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10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7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9</a:t>
          </a:r>
          <a:endParaRPr kumimoji="1" lang="ja-JP" altLang="en-US" sz="3300" kern="1200" dirty="0"/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8</a:t>
          </a:r>
          <a:endParaRPr kumimoji="1" lang="ja-JP" altLang="en-US" sz="3300" kern="1200" dirty="0"/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6</a:t>
          </a:r>
          <a:endParaRPr kumimoji="1" lang="ja-JP" altLang="en-US" sz="3300" kern="1200" dirty="0"/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356257"/>
          <a:ext cx="161968" cy="507724"/>
        </a:xfrm>
        <a:custGeom>
          <a:avLst/>
          <a:gdLst/>
          <a:ahLst/>
          <a:cxnLst/>
          <a:rect l="0" t="0" r="0" b="0"/>
          <a:pathLst>
            <a:path>
              <a:moveTo>
                <a:pt x="161968" y="0"/>
              </a:moveTo>
              <a:lnTo>
                <a:pt x="161968" y="365109"/>
              </a:lnTo>
              <a:lnTo>
                <a:pt x="0" y="365109"/>
              </a:lnTo>
              <a:lnTo>
                <a:pt x="0" y="5077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21893" cy="399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156"/>
              </a:lnTo>
              <a:lnTo>
                <a:pt x="1621893" y="257156"/>
              </a:lnTo>
              <a:lnTo>
                <a:pt x="1621893" y="3997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10</a:t>
          </a:r>
          <a:endParaRPr kumimoji="1" lang="ja-JP" altLang="en-US" sz="3300" kern="1200" dirty="0"/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8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0" kern="1200" dirty="0">
              <a:solidFill>
                <a:schemeClr val="tx1"/>
              </a:solidFill>
            </a:rPr>
            <a:t>9</a:t>
          </a:r>
          <a:endParaRPr kumimoji="1" lang="ja-JP" altLang="en-US" sz="3300" b="0" kern="1200" dirty="0">
            <a:solidFill>
              <a:schemeClr val="tx1"/>
            </a:solidFill>
          </a:endParaRPr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7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06617" y="137868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77670" y="154118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6</a:t>
          </a:r>
          <a:endParaRPr kumimoji="1" lang="ja-JP" altLang="en-US" sz="3300" kern="1200" dirty="0"/>
        </a:p>
      </dsp:txBody>
      <dsp:txXfrm>
        <a:off x="6206302" y="156982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10</a:t>
          </a:r>
          <a:endParaRPr kumimoji="1" lang="ja-JP" altLang="en-US" sz="3300" kern="1200" dirty="0"/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9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8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0" kern="1200" dirty="0">
              <a:solidFill>
                <a:schemeClr val="tx1"/>
              </a:solidFill>
            </a:rPr>
            <a:t>6</a:t>
          </a:r>
          <a:endParaRPr kumimoji="1" lang="ja-JP" altLang="en-US" sz="3300" b="0" kern="1200" dirty="0">
            <a:solidFill>
              <a:schemeClr val="tx1"/>
            </a:solidFill>
          </a:endParaRPr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6</a:t>
          </a:r>
          <a:endParaRPr kumimoji="1" lang="ja-JP" altLang="en-US" sz="3300" kern="1200" dirty="0"/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9A7CF-76F0-1BAD-99BB-C714AB9FE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F353A4-7ED6-5229-1A97-E09CEA331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3D1B9-CD2F-EDED-DC6A-E5B04674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AE3549-AAE9-BC2B-C7FA-B5058702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5A1B07-B6DF-0A75-4223-5E9072C8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346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234F4D-B396-DB62-93D3-8E70A3F0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FBB776-0927-7141-1D2C-13D0CE051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F14C7B-FE0F-ECBF-E9CF-E07AC81E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34D854-2CB5-26E7-679B-47B272DC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9302E8-76A8-6876-6EE3-62A7D823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85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01DBB-898D-7AF6-605F-39992793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E2A61-D2F7-1EC9-1116-4DFE28D51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DB657D-7FA4-8D0D-0FB5-A4C28478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307964-1385-370A-76D7-3B99EE75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463F02-75AA-7CAA-1303-9856F9E0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19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25283-EED4-DB4C-D38B-44693E9A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CFFA82-4CBE-7C30-9CB3-4A85C0D8B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0D743E-A0B4-3BF0-A9F5-1DF6BC54F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613621-FB62-5673-10DE-5615608F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9C046F-9580-BE34-FFFC-49B86367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4E6C56-8EE2-3F97-6C22-A2DABBA1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62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B2AC6-17F6-9F11-4FCB-E2545DBF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81C03-D814-5AFB-07B2-42B4D9106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DC6944-1BFE-BF06-91EA-C653C8E8D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361BAF-BDEF-21FC-F519-D536294E2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1FBCD9-CB55-CE30-4DE1-074297937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7D9342-A3F3-9751-AB97-8394FB50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262D75-54D7-14D2-7272-AD61E15D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559AA6-0470-307E-F38E-650697B1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76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A6AD5-8D6F-0477-B16C-4BC624DA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2E3AD4-F1D1-D719-F81F-54F9CFE2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E67E0A-DC6A-2F5D-B65A-45A5E2AF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F3C858-1B3A-103F-3F84-A8B976D6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75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2210F8-B644-89E9-5580-C77E0CF3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8AF32D-2B40-B03C-CA56-A3EC51F4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E35D5-A4AD-FB8C-A0B6-AE3A6F3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02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31369C-8180-0FDE-A873-2CC082B3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6BFD1-C6CC-BDD6-B44A-AE5758337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AEB3B0-587F-A29A-B065-CB750CD58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A75349-8304-082D-0172-6AC4B7FB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BB0B03-3D2A-369C-DBF6-89F0CFA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B56641-AE14-34C1-8248-D5194A29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B6A022-2EF9-0B9E-5E8D-470BB4B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B297D7-E379-19AA-1EBF-9DEB4989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021587-6EA1-E5C6-D236-0977F1C9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B451BB-250C-35EC-4D68-B88CEC33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EB8595-8FEA-D3DC-70A2-54F847B9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6611DB-48F0-2EA4-628D-EAB929F3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05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4B6DE-D959-4F4F-1082-75D87368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0A2F24-A24E-E416-005B-F680A242F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C5AC91-464E-4B68-34D8-573884B9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412DD0-553E-E060-B6CD-6DCD9D99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9664D-66E4-5F1B-C419-C84083D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5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74C206-0A52-52D8-95CF-B2216903A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7426BF-050D-2B9A-1AB5-0E1A230AF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7A57E-6025-1CBD-7562-8ED4EB3E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A2FB7F-368F-464B-F780-501B202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7B1FBD-4B81-DDB7-1998-1B9A3D32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51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2520A13-5BF9-64BD-0FEE-EDE81807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2C7BE8-9572-E383-155A-2FC8D21A5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E6BE01-673F-E755-CBC8-79CCEE1E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D026BD-E239-00B9-45BC-94D9915B9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CC83F-E333-9B37-3E99-35082BCB7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06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05FF-2068-0239-4D69-090ECB96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F322A906-6429-279D-9CCC-1FBA12215B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228817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9653D9-9A03-A0FB-244E-05095C77A8EB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元の形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137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4221-DFBE-D09E-05AE-B0E0E4F3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9150329E-DB0F-F5A8-5D8D-455CF3A6D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04869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9AA27B-E9EA-5A91-93A5-0B97D79C5BD6}"/>
              </a:ext>
            </a:extLst>
          </p:cNvPr>
          <p:cNvSpPr txBox="1"/>
          <p:nvPr/>
        </p:nvSpPr>
        <p:spPr>
          <a:xfrm>
            <a:off x="1257300" y="89807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ルートノードを削除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79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BC5F-F932-AACC-D592-46360608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F6397579-7AE8-7AAF-C371-717D11B97F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1244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37869A-A69C-1B96-597A-09D6A60C897F}"/>
              </a:ext>
            </a:extLst>
          </p:cNvPr>
          <p:cNvSpPr txBox="1"/>
          <p:nvPr/>
        </p:nvSpPr>
        <p:spPr>
          <a:xfrm>
            <a:off x="1257300" y="898071"/>
            <a:ext cx="3464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削除したところに、一番末尾（右下）の要素を持ってくる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AD942854-53BD-5EC7-DA58-2A3FADFAF0E2}"/>
              </a:ext>
            </a:extLst>
          </p:cNvPr>
          <p:cNvSpPr/>
          <p:nvPr/>
        </p:nvSpPr>
        <p:spPr>
          <a:xfrm>
            <a:off x="7470321" y="1583871"/>
            <a:ext cx="3639434" cy="2498272"/>
          </a:xfrm>
          <a:custGeom>
            <a:avLst/>
            <a:gdLst>
              <a:gd name="connsiteX0" fmla="*/ 0 w 3639434"/>
              <a:gd name="connsiteY0" fmla="*/ 0 h 2498272"/>
              <a:gd name="connsiteX1" fmla="*/ 3486150 w 3639434"/>
              <a:gd name="connsiteY1" fmla="*/ 840922 h 2498272"/>
              <a:gd name="connsiteX2" fmla="*/ 2694215 w 3639434"/>
              <a:gd name="connsiteY2" fmla="*/ 2498272 h 249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9434" h="2498272">
                <a:moveTo>
                  <a:pt x="0" y="0"/>
                </a:moveTo>
                <a:cubicBezTo>
                  <a:pt x="1518557" y="212271"/>
                  <a:pt x="3037114" y="424543"/>
                  <a:pt x="3486150" y="840922"/>
                </a:cubicBezTo>
                <a:cubicBezTo>
                  <a:pt x="3935186" y="1257301"/>
                  <a:pt x="3314700" y="1877786"/>
                  <a:pt x="2694215" y="2498272"/>
                </a:cubicBezTo>
              </a:path>
            </a:pathLst>
          </a:custGeom>
          <a:noFill/>
          <a:ln w="38100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9678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D88E-FD27-7A29-C5EF-84D7FFF9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5E2C602-71E1-C2E9-D147-CECB501DB3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673494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E915A0-F55F-B82C-8ACE-898C35C7A6CC}"/>
              </a:ext>
            </a:extLst>
          </p:cNvPr>
          <p:cNvSpPr txBox="1"/>
          <p:nvPr/>
        </p:nvSpPr>
        <p:spPr>
          <a:xfrm>
            <a:off x="1257300" y="89807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</a:t>
            </a:r>
            <a:r>
              <a:rPr kumimoji="1" lang="en-US" altLang="ja-JP" dirty="0"/>
              <a:t> &gt; 6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FB239117-5E90-9720-069B-E0E47C597D20}"/>
              </a:ext>
            </a:extLst>
          </p:cNvPr>
          <p:cNvSpPr/>
          <p:nvPr/>
        </p:nvSpPr>
        <p:spPr>
          <a:xfrm>
            <a:off x="8131629" y="1330779"/>
            <a:ext cx="2483819" cy="1445078"/>
          </a:xfrm>
          <a:custGeom>
            <a:avLst/>
            <a:gdLst>
              <a:gd name="connsiteX0" fmla="*/ 0 w 2483819"/>
              <a:gd name="connsiteY0" fmla="*/ 0 h 1445078"/>
              <a:gd name="connsiteX1" fmla="*/ 2408464 w 2483819"/>
              <a:gd name="connsiteY1" fmla="*/ 587828 h 1445078"/>
              <a:gd name="connsiteX2" fmla="*/ 1641021 w 2483819"/>
              <a:gd name="connsiteY2" fmla="*/ 1445078 h 1445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3819" h="1445078">
                <a:moveTo>
                  <a:pt x="0" y="0"/>
                </a:moveTo>
                <a:cubicBezTo>
                  <a:pt x="1067480" y="173491"/>
                  <a:pt x="2134961" y="346982"/>
                  <a:pt x="2408464" y="587828"/>
                </a:cubicBezTo>
                <a:cubicBezTo>
                  <a:pt x="2681967" y="828674"/>
                  <a:pt x="2161494" y="1136876"/>
                  <a:pt x="1641021" y="1445078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136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CDA9-652C-30B0-427A-52D62C2A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A6B7E397-BEFA-3D3D-BC32-582CACAC33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786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518586-B0A8-5281-45F9-291355960BC4}"/>
              </a:ext>
            </a:extLst>
          </p:cNvPr>
          <p:cNvSpPr txBox="1"/>
          <p:nvPr/>
        </p:nvSpPr>
        <p:spPr>
          <a:xfrm>
            <a:off x="1257300" y="898071"/>
            <a:ext cx="254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 &gt; 7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C6098328-DA0F-BE9A-A40E-F6200FD2DC1F}"/>
              </a:ext>
            </a:extLst>
          </p:cNvPr>
          <p:cNvSpPr/>
          <p:nvPr/>
        </p:nvSpPr>
        <p:spPr>
          <a:xfrm>
            <a:off x="3958107" y="1191986"/>
            <a:ext cx="2450857" cy="1420585"/>
          </a:xfrm>
          <a:custGeom>
            <a:avLst/>
            <a:gdLst>
              <a:gd name="connsiteX0" fmla="*/ 2450857 w 2450857"/>
              <a:gd name="connsiteY0" fmla="*/ 0 h 1420585"/>
              <a:gd name="connsiteX1" fmla="*/ 75050 w 2450857"/>
              <a:gd name="connsiteY1" fmla="*/ 408214 h 1420585"/>
              <a:gd name="connsiteX2" fmla="*/ 826164 w 2450857"/>
              <a:gd name="connsiteY2" fmla="*/ 1420585 h 142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0857" h="1420585">
                <a:moveTo>
                  <a:pt x="2450857" y="0"/>
                </a:moveTo>
                <a:cubicBezTo>
                  <a:pt x="1398344" y="85725"/>
                  <a:pt x="345832" y="171450"/>
                  <a:pt x="75050" y="408214"/>
                </a:cubicBezTo>
                <a:cubicBezTo>
                  <a:pt x="-195732" y="644978"/>
                  <a:pt x="315216" y="1032781"/>
                  <a:pt x="826164" y="1420585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23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24DE-BD55-0388-B05A-5C0EBD9D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46BC4A0-2C54-069F-3A07-731D8C2C09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34070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6A0528-F6D4-B310-AB4B-34333884F01B}"/>
              </a:ext>
            </a:extLst>
          </p:cNvPr>
          <p:cNvSpPr txBox="1"/>
          <p:nvPr/>
        </p:nvSpPr>
        <p:spPr>
          <a:xfrm>
            <a:off x="1257300" y="89807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 &gt; 7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68BF8C19-358C-02EF-BD75-0BDD2698B2A3}"/>
              </a:ext>
            </a:extLst>
          </p:cNvPr>
          <p:cNvSpPr/>
          <p:nvPr/>
        </p:nvSpPr>
        <p:spPr>
          <a:xfrm>
            <a:off x="6482443" y="2749638"/>
            <a:ext cx="872271" cy="842648"/>
          </a:xfrm>
          <a:custGeom>
            <a:avLst/>
            <a:gdLst>
              <a:gd name="connsiteX0" fmla="*/ 0 w 872271"/>
              <a:gd name="connsiteY0" fmla="*/ 1726 h 842648"/>
              <a:gd name="connsiteX1" fmla="*/ 832757 w 872271"/>
              <a:gd name="connsiteY1" fmla="*/ 132355 h 842648"/>
              <a:gd name="connsiteX2" fmla="*/ 661307 w 872271"/>
              <a:gd name="connsiteY2" fmla="*/ 842648 h 84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2271" h="842648">
                <a:moveTo>
                  <a:pt x="0" y="1726"/>
                </a:moveTo>
                <a:cubicBezTo>
                  <a:pt x="361269" y="-3037"/>
                  <a:pt x="722539" y="-7799"/>
                  <a:pt x="832757" y="132355"/>
                </a:cubicBezTo>
                <a:cubicBezTo>
                  <a:pt x="942975" y="272509"/>
                  <a:pt x="802141" y="557578"/>
                  <a:pt x="661307" y="842648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60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4CF0B-0B42-39B3-6798-23A7DD63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4B3D414-8CE5-A9AE-4EA6-572590EB4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152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CDA019-3CBB-930F-2714-B5E69009CFC6}"/>
              </a:ext>
            </a:extLst>
          </p:cNvPr>
          <p:cNvSpPr txBox="1"/>
          <p:nvPr/>
        </p:nvSpPr>
        <p:spPr>
          <a:xfrm>
            <a:off x="1257300" y="89807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 &gt; 8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5B810A-BB27-EA6C-0D08-4DA6362F35AD}"/>
              </a:ext>
            </a:extLst>
          </p:cNvPr>
          <p:cNvSpPr txBox="1"/>
          <p:nvPr/>
        </p:nvSpPr>
        <p:spPr>
          <a:xfrm>
            <a:off x="1798314" y="16301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これで安定</a:t>
            </a:r>
            <a:endParaRPr kumimoji="1" lang="ja-JP" altLang="en-US" dirty="0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AAD17D79-9EF3-A019-5052-21613AC17CC8}"/>
              </a:ext>
            </a:extLst>
          </p:cNvPr>
          <p:cNvSpPr/>
          <p:nvPr/>
        </p:nvSpPr>
        <p:spPr>
          <a:xfrm>
            <a:off x="2286000" y="1283731"/>
            <a:ext cx="351064" cy="2511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420FB702-51B9-7B28-A35A-0D71813D33C6}"/>
              </a:ext>
            </a:extLst>
          </p:cNvPr>
          <p:cNvSpPr/>
          <p:nvPr/>
        </p:nvSpPr>
        <p:spPr>
          <a:xfrm>
            <a:off x="2323928" y="2637064"/>
            <a:ext cx="2444015" cy="1420586"/>
          </a:xfrm>
          <a:custGeom>
            <a:avLst/>
            <a:gdLst>
              <a:gd name="connsiteX0" fmla="*/ 2444015 w 2444015"/>
              <a:gd name="connsiteY0" fmla="*/ 0 h 1420586"/>
              <a:gd name="connsiteX1" fmla="*/ 51879 w 2444015"/>
              <a:gd name="connsiteY1" fmla="*/ 432707 h 1420586"/>
              <a:gd name="connsiteX2" fmla="*/ 1031593 w 2444015"/>
              <a:gd name="connsiteY2" fmla="*/ 1420586 h 142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4015" h="1420586">
                <a:moveTo>
                  <a:pt x="2444015" y="0"/>
                </a:moveTo>
                <a:cubicBezTo>
                  <a:pt x="1365649" y="97971"/>
                  <a:pt x="287283" y="195943"/>
                  <a:pt x="51879" y="432707"/>
                </a:cubicBezTo>
                <a:cubicBezTo>
                  <a:pt x="-183525" y="669471"/>
                  <a:pt x="424034" y="1045028"/>
                  <a:pt x="1031593" y="1420586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8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118</Words>
  <Application>Microsoft Office PowerPoint</Application>
  <PresentationFormat>ワイド画面</PresentationFormat>
  <Paragraphs>74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2</cp:revision>
  <dcterms:created xsi:type="dcterms:W3CDTF">2026-06-08T08:30:27Z</dcterms:created>
  <dcterms:modified xsi:type="dcterms:W3CDTF">2026-06-08T12:25:29Z</dcterms:modified>
</cp:coreProperties>
</file>