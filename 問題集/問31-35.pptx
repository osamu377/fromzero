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越智 統" userId="2de33d77-a65a-42d1-92e2-b40da65bb07e" providerId="ADAL" clId="{16BC248C-F92D-4AA3-8C01-CF793CF708AA}"/>
    <pc:docChg chg="custSel modSld">
      <pc:chgData name="越智 統" userId="2de33d77-a65a-42d1-92e2-b40da65bb07e" providerId="ADAL" clId="{16BC248C-F92D-4AA3-8C01-CF793CF708AA}" dt="2026-10-08T02:11:33.286" v="1169" actId="20577"/>
      <pc:docMkLst>
        <pc:docMk/>
      </pc:docMkLst>
      <pc:sldChg chg="modSp mod">
        <pc:chgData name="越智 統" userId="2de33d77-a65a-42d1-92e2-b40da65bb07e" providerId="ADAL" clId="{16BC248C-F92D-4AA3-8C01-CF793CF708AA}" dt="2026-10-07T13:17:51.659" v="4" actId="20577"/>
        <pc:sldMkLst>
          <pc:docMk/>
          <pc:sldMk cId="3513596690" sldId="256"/>
        </pc:sldMkLst>
        <pc:spChg chg="mod">
          <ac:chgData name="越智 統" userId="2de33d77-a65a-42d1-92e2-b40da65bb07e" providerId="ADAL" clId="{16BC248C-F92D-4AA3-8C01-CF793CF708AA}" dt="2026-10-07T13:17:51.659" v="4" actId="20577"/>
          <ac:spMkLst>
            <pc:docMk/>
            <pc:sldMk cId="3513596690" sldId="256"/>
            <ac:spMk id="2" creationId="{F6D2C97A-A110-381B-D08E-976961A29F52}"/>
          </ac:spMkLst>
        </pc:spChg>
      </pc:sldChg>
      <pc:sldChg chg="modSp mod">
        <pc:chgData name="越智 統" userId="2de33d77-a65a-42d1-92e2-b40da65bb07e" providerId="ADAL" clId="{16BC248C-F92D-4AA3-8C01-CF793CF708AA}" dt="2026-10-08T01:59:55.571" v="1000" actId="20577"/>
        <pc:sldMkLst>
          <pc:docMk/>
          <pc:sldMk cId="1381180910" sldId="257"/>
        </pc:sldMkLst>
        <pc:spChg chg="mod">
          <ac:chgData name="越智 統" userId="2de33d77-a65a-42d1-92e2-b40da65bb07e" providerId="ADAL" clId="{16BC248C-F92D-4AA3-8C01-CF793CF708AA}" dt="2026-10-08T01:59:55.571" v="1000" actId="20577"/>
          <ac:spMkLst>
            <pc:docMk/>
            <pc:sldMk cId="1381180910" sldId="257"/>
            <ac:spMk id="2" creationId="{B968937A-3176-383E-0947-05E92015501B}"/>
          </ac:spMkLst>
        </pc:spChg>
      </pc:sldChg>
      <pc:sldChg chg="modSp mod">
        <pc:chgData name="越智 統" userId="2de33d77-a65a-42d1-92e2-b40da65bb07e" providerId="ADAL" clId="{16BC248C-F92D-4AA3-8C01-CF793CF708AA}" dt="2026-10-08T02:10:43.001" v="1148" actId="20577"/>
        <pc:sldMkLst>
          <pc:docMk/>
          <pc:sldMk cId="3730514362" sldId="258"/>
        </pc:sldMkLst>
        <pc:spChg chg="mod">
          <ac:chgData name="越智 統" userId="2de33d77-a65a-42d1-92e2-b40da65bb07e" providerId="ADAL" clId="{16BC248C-F92D-4AA3-8C01-CF793CF708AA}" dt="2026-10-08T02:10:43.001" v="1148" actId="20577"/>
          <ac:spMkLst>
            <pc:docMk/>
            <pc:sldMk cId="3730514362" sldId="258"/>
            <ac:spMk id="2" creationId="{3A4A6B85-B0C3-A99D-B6CB-37AC85481722}"/>
          </ac:spMkLst>
        </pc:spChg>
      </pc:sldChg>
      <pc:sldChg chg="modSp mod">
        <pc:chgData name="越智 統" userId="2de33d77-a65a-42d1-92e2-b40da65bb07e" providerId="ADAL" clId="{16BC248C-F92D-4AA3-8C01-CF793CF708AA}" dt="2026-10-08T02:07:43.176" v="1113" actId="20577"/>
        <pc:sldMkLst>
          <pc:docMk/>
          <pc:sldMk cId="86528708" sldId="259"/>
        </pc:sldMkLst>
        <pc:spChg chg="mod">
          <ac:chgData name="越智 統" userId="2de33d77-a65a-42d1-92e2-b40da65bb07e" providerId="ADAL" clId="{16BC248C-F92D-4AA3-8C01-CF793CF708AA}" dt="2026-10-08T02:07:43.176" v="1113" actId="20577"/>
          <ac:spMkLst>
            <pc:docMk/>
            <pc:sldMk cId="86528708" sldId="259"/>
            <ac:spMk id="2" creationId="{A253AE22-07EE-E5F0-0B22-60785449B1A0}"/>
          </ac:spMkLst>
        </pc:spChg>
      </pc:sldChg>
      <pc:sldChg chg="modSp mod">
        <pc:chgData name="越智 統" userId="2de33d77-a65a-42d1-92e2-b40da65bb07e" providerId="ADAL" clId="{16BC248C-F92D-4AA3-8C01-CF793CF708AA}" dt="2026-10-08T02:10:29.719" v="1131" actId="20577"/>
        <pc:sldMkLst>
          <pc:docMk/>
          <pc:sldMk cId="1885541743" sldId="260"/>
        </pc:sldMkLst>
        <pc:spChg chg="mod">
          <ac:chgData name="越智 統" userId="2de33d77-a65a-42d1-92e2-b40da65bb07e" providerId="ADAL" clId="{16BC248C-F92D-4AA3-8C01-CF793CF708AA}" dt="2026-10-08T02:10:29.719" v="1131" actId="20577"/>
          <ac:spMkLst>
            <pc:docMk/>
            <pc:sldMk cId="1885541743" sldId="260"/>
            <ac:spMk id="2" creationId="{551294B3-0C8E-3FBB-C340-40D75A713F27}"/>
          </ac:spMkLst>
        </pc:spChg>
        <pc:spChg chg="mod">
          <ac:chgData name="越智 統" userId="2de33d77-a65a-42d1-92e2-b40da65bb07e" providerId="ADAL" clId="{16BC248C-F92D-4AA3-8C01-CF793CF708AA}" dt="2026-10-07T13:46:07.566" v="585" actId="12"/>
          <ac:spMkLst>
            <pc:docMk/>
            <pc:sldMk cId="1885541743" sldId="260"/>
            <ac:spMk id="3" creationId="{2EDB5DE3-C30B-4526-9FB1-3AE97BA418DD}"/>
          </ac:spMkLst>
        </pc:spChg>
      </pc:sldChg>
      <pc:sldChg chg="modSp mod">
        <pc:chgData name="越智 統" userId="2de33d77-a65a-42d1-92e2-b40da65bb07e" providerId="ADAL" clId="{16BC248C-F92D-4AA3-8C01-CF793CF708AA}" dt="2026-10-08T02:11:33.286" v="1169" actId="20577"/>
        <pc:sldMkLst>
          <pc:docMk/>
          <pc:sldMk cId="4204333872" sldId="261"/>
        </pc:sldMkLst>
        <pc:spChg chg="mod">
          <ac:chgData name="越智 統" userId="2de33d77-a65a-42d1-92e2-b40da65bb07e" providerId="ADAL" clId="{16BC248C-F92D-4AA3-8C01-CF793CF708AA}" dt="2026-10-08T02:01:14.318" v="1066" actId="20577"/>
          <ac:spMkLst>
            <pc:docMk/>
            <pc:sldMk cId="4204333872" sldId="261"/>
            <ac:spMk id="2" creationId="{BA78393C-4136-4143-B248-25581EA672B8}"/>
          </ac:spMkLst>
        </pc:spChg>
        <pc:spChg chg="mod">
          <ac:chgData name="越智 統" userId="2de33d77-a65a-42d1-92e2-b40da65bb07e" providerId="ADAL" clId="{16BC248C-F92D-4AA3-8C01-CF793CF708AA}" dt="2026-10-08T02:11:33.286" v="1169" actId="20577"/>
          <ac:spMkLst>
            <pc:docMk/>
            <pc:sldMk cId="4204333872" sldId="261"/>
            <ac:spMk id="3" creationId="{2D19E177-E713-A82D-BD21-120D00D5010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B4E613-72FA-475D-8DCE-10FBECDF9B69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D4B81A-B757-4799-B1BD-17BCA092BC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5619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4B81A-B757-4799-B1BD-17BCA092BC6E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3478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4C103B-1367-2605-7345-32266CF6FE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D56D323-79BC-5A0A-AC1F-7780D3E4BA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CC4764A-1312-7D45-CA99-E1907975F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31D7B-C02E-4349-9D91-6792F4C78C0C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121FECB-5C43-F036-A4C1-76D65709E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75C6B45-9B04-2C40-DC6E-8EB48CBEE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69FA9-A40E-480F-82AF-87BE316C35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0713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F572C6-9FB4-F65E-B71B-138F8EB8B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8BBBF13-6123-AA2B-D5C5-853014F88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320969E-9406-8451-4F89-F0C80DB5C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31D7B-C02E-4349-9D91-6792F4C78C0C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AD71691-D195-2934-4F47-BBE1A37D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74D8CA4-4789-8112-1FA3-DCA1660FD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69FA9-A40E-480F-82AF-87BE316C35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7173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E07BDC-D24D-0C29-4DDD-F6F7FED09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D998703-5C47-125D-563E-9576E0ED8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B72947-3BC8-1710-7A8B-9E9CB2EAA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31D7B-C02E-4349-9D91-6792F4C78C0C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574BFB-1820-AA9A-E5EF-80ADCD90A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C5B663D-A943-D3F3-FE48-D85F23D5D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69FA9-A40E-480F-82AF-87BE316C35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7511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EBA10C-0CA8-9A00-D1EE-7EA851E8A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DCDCBC1-9CDF-17E6-86F7-9B97F8682D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7B7F8DB-C5F5-F17C-9B9C-F6A6AEC0CB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54B143C-EC0B-9835-65B8-F2D798292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31D7B-C02E-4349-9D91-6792F4C78C0C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8E1BC3E-4E56-F00D-F341-561CDBF6C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E636944-ED6E-517D-ED18-84C4969A2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69FA9-A40E-480F-82AF-87BE316C35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5790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EE7F4D-F012-9AE7-6586-8C8725822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07AA403-F79D-04EF-ED46-E57766855E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8777F5C-C26D-AF37-42D3-FB023998E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D533B10-1299-F3D9-7492-2C93E2A15F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58BAF8A-9A04-7896-DA7D-37AFEB96F4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F6624CF-B4A7-9E35-F301-61B184D76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31D7B-C02E-4349-9D91-6792F4C78C0C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DCF729D-64D4-9C26-586D-C773031CA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694459B-4EAA-AF2C-2B01-B3F7C8C3A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69FA9-A40E-480F-82AF-87BE316C35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1129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684BE1-8962-58D8-662A-4A9C8E5C4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6415D39-11B1-7BCC-EFDD-F551A4F8D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31D7B-C02E-4349-9D91-6792F4C78C0C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3539D33-A570-954E-DD07-02EA06ECC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01DFF47-E68C-3D22-49DB-F32770240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69FA9-A40E-480F-82AF-87BE316C35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8690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CDAF413-6AC8-BE09-450F-5F3D62B4F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31D7B-C02E-4349-9D91-6792F4C78C0C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5FE1943-31CC-24B0-8C5E-389DAB8C7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ADD194D-76C9-7FBD-1C21-228152369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69FA9-A40E-480F-82AF-87BE316C35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6398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04A37A-B662-87B1-E13E-32B901096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FA3396D-621A-32B6-07DC-7AD85400D0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DA88BB0-4E01-AC1D-039F-59F16DF4B8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0316203-624A-029B-698C-DDA539787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31D7B-C02E-4349-9D91-6792F4C78C0C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1D07C89-1324-4202-A4E8-00811F538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E08408D-1B1F-13C5-3DC0-3D6D47A1A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69FA9-A40E-480F-82AF-87BE316C35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1768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4D7ACE-01CF-55E8-BCEE-0ED6E12AE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5AFEF55-A504-BB5F-C21D-E3327A5671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A1A4E4F-5617-8D57-6131-283D9AE644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A7BBAF3-104A-D7FB-0BC7-B10CBB858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31D7B-C02E-4349-9D91-6792F4C78C0C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D642BE3-2812-343F-2EAC-EB688066B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1261E38-B62C-5297-BE72-530A016CA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69FA9-A40E-480F-82AF-87BE316C35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4733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6875DC-EF11-84D5-8D1F-86B50D4FF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656DF25-0EE5-CDC5-E6BC-8238E74D7B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67859C8-1BAD-61E8-ABEA-92D769E82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31D7B-C02E-4349-9D91-6792F4C78C0C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5A04F3F-A153-290B-5E6A-3B7A12564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1B00BAE-56DC-CFD5-2B6C-8D518D4A1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69FA9-A40E-480F-82AF-87BE316C35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8899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CCE3DE0-6CFE-ADF2-B8C1-D5975C7F0D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3306FC4-9A1D-7BD2-BD2E-A567727E3E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B6A2B53-855C-6E29-F914-9D27AB74D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31D7B-C02E-4349-9D91-6792F4C78C0C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BCBD717-3B43-82C3-E87D-B1632B948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4CCD619-BD85-C102-AE45-FF75FCC97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69FA9-A40E-480F-82AF-87BE316C35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541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ED12C7B-3B3C-1F4A-5BFF-DC0E823AF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631581C-D520-9EC2-1DFA-6AFA4F1018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64BC3EB-6412-2A31-365E-C01D6B969B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231D7B-C02E-4349-9D91-6792F4C78C0C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3217197-6356-C6D9-2658-42B8CEA0D5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35645C4-59B1-0080-EEDE-6C921F0E3C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D69FA9-A40E-480F-82AF-87BE316C35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3319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D2C97A-A110-381B-D08E-976961A29F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31-35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2E4365A-E607-5C8F-FFB2-365D048C6A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3596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68937A-3176-383E-0947-05E920155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問</a:t>
            </a:r>
            <a:r>
              <a:rPr lang="en-US" altLang="ja-JP" dirty="0"/>
              <a:t>31: </a:t>
            </a:r>
            <a:r>
              <a:rPr lang="ja-JP" altLang="en-US" dirty="0"/>
              <a:t>再帰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8D3B1A5-5E5E-CBED-89C4-D967D0BF7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目的</a:t>
            </a:r>
            <a:r>
              <a:rPr kumimoji="1" lang="en-US" altLang="ja-JP" dirty="0"/>
              <a:t>: </a:t>
            </a:r>
            <a:r>
              <a:rPr lang="ja-JP" altLang="en-US" dirty="0"/>
              <a:t>階乗の計算</a:t>
            </a:r>
            <a:endParaRPr kumimoji="1" lang="en-US" altLang="ja-JP" dirty="0"/>
          </a:p>
          <a:p>
            <a:r>
              <a:rPr lang="ja-JP" altLang="en-US" dirty="0"/>
              <a:t>変数</a:t>
            </a:r>
            <a:endParaRPr lang="en-US" altLang="ja-JP" dirty="0"/>
          </a:p>
          <a:p>
            <a:pPr lvl="1"/>
            <a:r>
              <a:rPr lang="en-US" altLang="ja-JP" dirty="0"/>
              <a:t>m: </a:t>
            </a:r>
            <a:r>
              <a:rPr lang="ja-JP" altLang="en-US" dirty="0"/>
              <a:t>引数</a:t>
            </a:r>
            <a:endParaRPr lang="en-US" altLang="ja-JP" dirty="0"/>
          </a:p>
          <a:p>
            <a:r>
              <a:rPr lang="ja-JP" altLang="en-US" dirty="0"/>
              <a:t>ポイント</a:t>
            </a:r>
            <a:endParaRPr lang="en-US" altLang="ja-JP" dirty="0"/>
          </a:p>
          <a:p>
            <a:pPr lvl="1"/>
            <a:r>
              <a:rPr lang="ja-JP" altLang="en-US" dirty="0"/>
              <a:t>再帰アルゴリズムは</a:t>
            </a:r>
            <a:r>
              <a:rPr lang="en-US" altLang="ja-JP" dirty="0"/>
              <a:t>1. </a:t>
            </a:r>
            <a:r>
              <a:rPr lang="ja-JP" altLang="en-US" dirty="0"/>
              <a:t>「再帰しない」と</a:t>
            </a:r>
            <a:r>
              <a:rPr lang="en-US" altLang="ja-JP" dirty="0"/>
              <a:t>2. </a:t>
            </a:r>
            <a:r>
              <a:rPr lang="ja-JP" altLang="en-US" dirty="0"/>
              <a:t>「自分を呼び出し」の二つのパートからなる</a:t>
            </a:r>
            <a:endParaRPr lang="en-US" altLang="ja-JP" dirty="0"/>
          </a:p>
          <a:p>
            <a:pPr lvl="1"/>
            <a:r>
              <a:rPr lang="ja-JP" altLang="en-US" dirty="0"/>
              <a:t>一つずつ小さくなる数を掛け算するのが階乗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381180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05588-46A5-E983-72CD-95B1DE59C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4A6B85-B0C3-A99D-B6CB-37AC85481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問</a:t>
            </a:r>
            <a:r>
              <a:rPr lang="en-US" altLang="ja-JP" dirty="0"/>
              <a:t>32: </a:t>
            </a:r>
            <a:r>
              <a:rPr lang="ja-JP" altLang="en-US" dirty="0"/>
              <a:t>線形探索＋番兵法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8703FC3-9A6B-B7F7-28BC-F9A3B0270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目的</a:t>
            </a:r>
            <a:r>
              <a:rPr kumimoji="1" lang="en-US" altLang="ja-JP" dirty="0"/>
              <a:t>: </a:t>
            </a:r>
            <a:r>
              <a:rPr lang="ja-JP" altLang="en-US" dirty="0"/>
              <a:t>整数の</a:t>
            </a:r>
            <a:r>
              <a:rPr kumimoji="1" lang="ja-JP" altLang="en-US" dirty="0"/>
              <a:t>配列を検索して、一致するもののインデックスを返す</a:t>
            </a:r>
            <a:endParaRPr kumimoji="1" lang="en-US" altLang="ja-JP" dirty="0"/>
          </a:p>
          <a:p>
            <a:r>
              <a:rPr lang="ja-JP" altLang="en-US" dirty="0"/>
              <a:t>変数</a:t>
            </a:r>
            <a:endParaRPr lang="en-US" altLang="ja-JP" dirty="0"/>
          </a:p>
          <a:p>
            <a:pPr lvl="1"/>
            <a:r>
              <a:rPr lang="en-US" altLang="ja-JP" dirty="0"/>
              <a:t>i: </a:t>
            </a:r>
            <a:r>
              <a:rPr lang="ja-JP" altLang="en-US" dirty="0"/>
              <a:t>インデックス</a:t>
            </a:r>
            <a:r>
              <a:rPr lang="en-US" altLang="ja-JP" dirty="0"/>
              <a:t>(</a:t>
            </a:r>
            <a:r>
              <a:rPr lang="ja-JP" altLang="en-US" dirty="0"/>
              <a:t>カウンタ兼</a:t>
            </a:r>
            <a:r>
              <a:rPr lang="en-US" altLang="ja-JP" dirty="0"/>
              <a:t>)</a:t>
            </a:r>
          </a:p>
          <a:p>
            <a:r>
              <a:rPr lang="ja-JP" altLang="en-US" dirty="0"/>
              <a:t>ポイント</a:t>
            </a:r>
            <a:endParaRPr lang="en-US" altLang="ja-JP" dirty="0"/>
          </a:p>
          <a:p>
            <a:pPr lvl="1"/>
            <a:r>
              <a:rPr lang="ja-JP" altLang="en-US" dirty="0"/>
              <a:t>番兵法</a:t>
            </a:r>
            <a:r>
              <a:rPr lang="en-US" altLang="ja-JP" dirty="0"/>
              <a:t>(sentinel method): </a:t>
            </a:r>
            <a:r>
              <a:rPr lang="ja-JP" altLang="en-US" dirty="0"/>
              <a:t>配列の最後（終端）に、探したいデータと同じ値（番兵）をあらかじめ追加しておく手法</a:t>
            </a:r>
            <a:endParaRPr lang="en-US" altLang="ja-JP" dirty="0"/>
          </a:p>
          <a:p>
            <a:pPr lvl="1"/>
            <a:r>
              <a:rPr lang="ja-JP" altLang="en-US" dirty="0"/>
              <a:t>ループ処理の中で「配列の最後まで探したか」という範囲チェック（境界チェック）が不要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730514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4D850-8DEA-A933-0E7C-8970E0B9C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53AE22-07EE-E5F0-0B22-60785449B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問</a:t>
            </a:r>
            <a:r>
              <a:rPr lang="en-US" altLang="ja-JP" dirty="0"/>
              <a:t>33: </a:t>
            </a:r>
            <a:r>
              <a:rPr lang="ja-JP" altLang="en-US" dirty="0"/>
              <a:t>線形探索＋</a:t>
            </a:r>
            <a:r>
              <a:rPr lang="en-US" altLang="ja-JP" dirty="0"/>
              <a:t>α 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61D0009-14A7-5A17-7C7E-18A0025D22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目的</a:t>
            </a:r>
            <a:r>
              <a:rPr kumimoji="1" lang="en-US" altLang="ja-JP" dirty="0"/>
              <a:t>: </a:t>
            </a:r>
            <a:r>
              <a:rPr kumimoji="1" lang="ja-JP" altLang="en-US" dirty="0"/>
              <a:t>配列の検索（見つからない場合一番近い数）</a:t>
            </a:r>
            <a:endParaRPr kumimoji="1" lang="en-US" altLang="ja-JP" dirty="0"/>
          </a:p>
          <a:p>
            <a:r>
              <a:rPr lang="ja-JP" altLang="en-US" dirty="0"/>
              <a:t>変数</a:t>
            </a:r>
            <a:endParaRPr lang="en-US" altLang="ja-JP" dirty="0"/>
          </a:p>
          <a:p>
            <a:pPr lvl="1"/>
            <a:r>
              <a:rPr lang="en-US" altLang="ja-JP" dirty="0" err="1"/>
              <a:t>i</a:t>
            </a:r>
            <a:r>
              <a:rPr lang="en-US" altLang="ja-JP" dirty="0"/>
              <a:t>, j: </a:t>
            </a:r>
            <a:r>
              <a:rPr lang="ja-JP" altLang="en-US" dirty="0"/>
              <a:t>テンポラリのインデックス最も近い数が二つ（検索値より大きいものと小さいもの）ある場合を考慮して２つ使う</a:t>
            </a:r>
            <a:endParaRPr lang="en-US" altLang="ja-JP" dirty="0"/>
          </a:p>
          <a:p>
            <a:pPr lvl="1"/>
            <a:r>
              <a:rPr lang="en-US" altLang="ja-JP" dirty="0"/>
              <a:t>k: </a:t>
            </a:r>
            <a:r>
              <a:rPr lang="ja-JP" altLang="en-US" dirty="0"/>
              <a:t>インデックス兼カウンタ</a:t>
            </a:r>
            <a:endParaRPr lang="en-US" altLang="ja-JP" dirty="0"/>
          </a:p>
          <a:p>
            <a:r>
              <a:rPr lang="ja-JP" altLang="en-US" dirty="0"/>
              <a:t>ポイント</a:t>
            </a:r>
            <a:endParaRPr lang="en-US" altLang="ja-JP" dirty="0"/>
          </a:p>
          <a:p>
            <a:pPr lvl="1"/>
            <a:r>
              <a:rPr lang="ja-JP" altLang="en-US" dirty="0"/>
              <a:t>「以下」という言葉で、</a:t>
            </a:r>
            <a:r>
              <a:rPr lang="en-US" altLang="ja-JP" dirty="0"/>
              <a:t>(x-array[</a:t>
            </a:r>
            <a:r>
              <a:rPr lang="en-US" altLang="ja-JP" dirty="0" err="1"/>
              <a:t>i</a:t>
            </a:r>
            <a:r>
              <a:rPr lang="en-US" altLang="ja-JP" dirty="0"/>
              <a:t>])</a:t>
            </a:r>
            <a:r>
              <a:rPr lang="ja-JP" altLang="en-US" dirty="0"/>
              <a:t>と</a:t>
            </a:r>
            <a:r>
              <a:rPr lang="en-US" altLang="ja-JP" dirty="0"/>
              <a:t>(array[j])</a:t>
            </a:r>
            <a:r>
              <a:rPr lang="ja-JP" altLang="en-US" dirty="0"/>
              <a:t>が等しいときも、</a:t>
            </a:r>
            <a:r>
              <a:rPr lang="en-US" altLang="ja-JP" dirty="0" err="1"/>
              <a:t>i</a:t>
            </a:r>
            <a:r>
              <a:rPr lang="ja-JP" altLang="en-US" dirty="0"/>
              <a:t>を返すようにしている</a:t>
            </a:r>
            <a:endParaRPr lang="en-US" altLang="ja-JP" dirty="0"/>
          </a:p>
          <a:p>
            <a:pPr lvl="1"/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86528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5EB48-39C4-B354-B75F-FBB4F2A96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1294B3-0C8E-3FBB-C340-40D75A713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問</a:t>
            </a:r>
            <a:r>
              <a:rPr lang="en-US" altLang="ja-JP" dirty="0"/>
              <a:t>34: </a:t>
            </a:r>
            <a:r>
              <a:rPr lang="ja-JP" altLang="en-US" dirty="0"/>
              <a:t>線形探索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EDB5DE3-C30B-4526-9FB1-3AE97BA418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ja-JP" altLang="en-US" dirty="0"/>
              <a:t>目的</a:t>
            </a:r>
            <a:r>
              <a:rPr kumimoji="1" lang="en-US" altLang="ja-JP" dirty="0"/>
              <a:t>: </a:t>
            </a:r>
            <a:r>
              <a:rPr kumimoji="1" lang="ja-JP" altLang="en-US" dirty="0"/>
              <a:t>弁当リストを弁当コード</a:t>
            </a:r>
            <a:r>
              <a:rPr lang="ja-JP" altLang="en-US" dirty="0"/>
              <a:t>で検索して、価格を返す</a:t>
            </a:r>
            <a:endParaRPr kumimoji="1" lang="en-US" altLang="ja-JP" dirty="0"/>
          </a:p>
          <a:p>
            <a:r>
              <a:rPr lang="ja-JP" altLang="en-US" dirty="0"/>
              <a:t>変数</a:t>
            </a:r>
            <a:endParaRPr lang="en-US" altLang="ja-JP" dirty="0"/>
          </a:p>
          <a:p>
            <a:pPr lvl="1"/>
            <a:r>
              <a:rPr lang="en-US" altLang="ja-JP" dirty="0" err="1"/>
              <a:t>idx</a:t>
            </a:r>
            <a:r>
              <a:rPr lang="en-US" altLang="ja-JP" dirty="0"/>
              <a:t>: </a:t>
            </a:r>
            <a:r>
              <a:rPr lang="ja-JP" altLang="en-US" dirty="0"/>
              <a:t>インデックス</a:t>
            </a:r>
            <a:endParaRPr lang="en-US" altLang="ja-JP" dirty="0"/>
          </a:p>
          <a:p>
            <a:pPr lvl="1"/>
            <a:r>
              <a:rPr lang="en-US" altLang="ja-JP" dirty="0"/>
              <a:t>num: </a:t>
            </a:r>
            <a:r>
              <a:rPr lang="ja-JP" altLang="en-US" dirty="0"/>
              <a:t>リストの要素数</a:t>
            </a:r>
            <a:endParaRPr lang="en-US" altLang="ja-JP" dirty="0"/>
          </a:p>
          <a:p>
            <a:r>
              <a:rPr lang="ja-JP" altLang="en-US" dirty="0"/>
              <a:t>ポイント</a:t>
            </a:r>
            <a:endParaRPr lang="en-US" altLang="ja-JP" dirty="0"/>
          </a:p>
          <a:p>
            <a:pPr lvl="1"/>
            <a:r>
              <a:rPr lang="ja-JP" altLang="en-US" dirty="0"/>
              <a:t>ループを抜けるのは、</a:t>
            </a:r>
            <a:endParaRPr lang="en-US" altLang="ja-JP" dirty="0"/>
          </a:p>
          <a:p>
            <a:pPr marL="1371600" lvl="2" indent="-457200">
              <a:buFont typeface="+mj-lt"/>
              <a:buAutoNum type="arabicPeriod"/>
            </a:pPr>
            <a:r>
              <a:rPr lang="ja-JP" altLang="en-US" dirty="0"/>
              <a:t>検索にヒットしたとき </a:t>
            </a:r>
            <a:endParaRPr lang="en-US" altLang="ja-JP" dirty="0"/>
          </a:p>
          <a:p>
            <a:pPr marL="1371600" lvl="2" indent="-457200">
              <a:buFont typeface="+mj-lt"/>
              <a:buAutoNum type="arabicPeriod"/>
            </a:pPr>
            <a:r>
              <a:rPr lang="ja-JP" altLang="en-US" dirty="0"/>
              <a:t>リストの最後に至ってもヒットしないとき</a:t>
            </a:r>
            <a:endParaRPr lang="en-US" altLang="ja-JP" dirty="0"/>
          </a:p>
          <a:p>
            <a:pPr lvl="1"/>
            <a:r>
              <a:rPr lang="ja-JP" altLang="en-US" dirty="0"/>
              <a:t>リストのインデックスが</a:t>
            </a:r>
            <a:r>
              <a:rPr lang="en-US" altLang="ja-JP" dirty="0"/>
              <a:t>1</a:t>
            </a:r>
            <a:r>
              <a:rPr lang="ja-JP" altLang="en-US" dirty="0"/>
              <a:t>から始まるので、</a:t>
            </a:r>
            <a:r>
              <a:rPr lang="en-US" altLang="ja-JP" dirty="0" err="1"/>
              <a:t>lunch_list</a:t>
            </a:r>
            <a:r>
              <a:rPr lang="en-US" altLang="ja-JP" dirty="0"/>
              <a:t>[num]</a:t>
            </a:r>
            <a:r>
              <a:rPr lang="ja-JP" altLang="en-US" dirty="0"/>
              <a:t>はリストの最後→したがって、ヒットしない場合、</a:t>
            </a:r>
            <a:r>
              <a:rPr lang="en-US" altLang="ja-JP" dirty="0" err="1"/>
              <a:t>idx</a:t>
            </a:r>
            <a:r>
              <a:rPr lang="ja-JP" altLang="en-US" dirty="0"/>
              <a:t>は</a:t>
            </a:r>
            <a:r>
              <a:rPr lang="en-US" altLang="ja-JP" dirty="0"/>
              <a:t>num</a:t>
            </a:r>
            <a:r>
              <a:rPr lang="ja-JP" altLang="en-US" dirty="0"/>
              <a:t>より大きい数になっているはず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885541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E826F-F9EB-0B0B-50EA-3756072FE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78393C-4136-4143-B248-25581EA67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問</a:t>
            </a:r>
            <a:r>
              <a:rPr lang="en-US" altLang="ja-JP" dirty="0"/>
              <a:t>35: </a:t>
            </a:r>
            <a:r>
              <a:rPr lang="ja-JP" altLang="en-US" dirty="0"/>
              <a:t>二分探索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D19E177-E713-A82D-BD21-120D00D501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目的</a:t>
            </a:r>
            <a:r>
              <a:rPr kumimoji="1" lang="en-US" altLang="ja-JP" dirty="0"/>
              <a:t>: </a:t>
            </a:r>
            <a:r>
              <a:rPr kumimoji="1" lang="ja-JP" altLang="en-US" dirty="0"/>
              <a:t>受験者得点配列から任意の受験番号の合否を判定する</a:t>
            </a:r>
            <a:endParaRPr kumimoji="1" lang="en-US" altLang="ja-JP" dirty="0"/>
          </a:p>
          <a:p>
            <a:r>
              <a:rPr lang="ja-JP" altLang="en-US" dirty="0"/>
              <a:t>変数</a:t>
            </a:r>
            <a:endParaRPr lang="en-US" altLang="ja-JP" dirty="0"/>
          </a:p>
          <a:p>
            <a:pPr lvl="1"/>
            <a:r>
              <a:rPr lang="en-US" altLang="ja-JP" dirty="0"/>
              <a:t>L: </a:t>
            </a:r>
            <a:r>
              <a:rPr lang="ja-JP" altLang="en-US" dirty="0"/>
              <a:t>下限</a:t>
            </a:r>
            <a:endParaRPr lang="en-US" altLang="ja-JP" dirty="0"/>
          </a:p>
          <a:p>
            <a:pPr lvl="1"/>
            <a:r>
              <a:rPr lang="en-US" altLang="ja-JP" dirty="0"/>
              <a:t>H: </a:t>
            </a:r>
            <a:r>
              <a:rPr lang="ja-JP" altLang="en-US" dirty="0"/>
              <a:t>上限</a:t>
            </a:r>
            <a:endParaRPr lang="en-US" altLang="ja-JP" dirty="0"/>
          </a:p>
          <a:p>
            <a:pPr lvl="1"/>
            <a:r>
              <a:rPr lang="en-US" altLang="ja-JP" dirty="0"/>
              <a:t>M: </a:t>
            </a:r>
            <a:r>
              <a:rPr lang="ja-JP" altLang="en-US" dirty="0"/>
              <a:t>中央</a:t>
            </a:r>
            <a:endParaRPr lang="en-US" altLang="ja-JP" dirty="0"/>
          </a:p>
          <a:p>
            <a:r>
              <a:rPr lang="ja-JP" altLang="en-US" dirty="0"/>
              <a:t>ポイント</a:t>
            </a:r>
            <a:endParaRPr lang="en-US" altLang="ja-JP" dirty="0"/>
          </a:p>
          <a:p>
            <a:pPr lvl="1"/>
            <a:r>
              <a:rPr lang="ja-JP" altLang="en-US"/>
              <a:t>二分探索（</a:t>
            </a:r>
            <a:r>
              <a:rPr lang="ja-JP" altLang="en-US" dirty="0"/>
              <a:t>昇順に並んだ受験番号の検索）</a:t>
            </a:r>
            <a:endParaRPr lang="en-US" altLang="ja-JP" dirty="0"/>
          </a:p>
          <a:p>
            <a:pPr lvl="1"/>
            <a:r>
              <a:rPr lang="ja-JP" altLang="en-US" dirty="0"/>
              <a:t>午前午後とも６０点以上合格なので、</a:t>
            </a:r>
            <a:r>
              <a:rPr lang="en-US" altLang="ja-JP" dirty="0"/>
              <a:t>and</a:t>
            </a:r>
            <a:r>
              <a:rPr lang="ja-JP" altLang="en-US" dirty="0"/>
              <a:t>条件</a:t>
            </a:r>
            <a:endParaRPr lang="en-US" altLang="ja-JP" dirty="0"/>
          </a:p>
          <a:p>
            <a:pPr lvl="1"/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204333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354</Words>
  <Application>Microsoft Office PowerPoint</Application>
  <PresentationFormat>ワイド画面</PresentationFormat>
  <Paragraphs>42</Paragraphs>
  <Slides>6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31-35</vt:lpstr>
      <vt:lpstr>問31: 再帰</vt:lpstr>
      <vt:lpstr>問32: 線形探索＋番兵法</vt:lpstr>
      <vt:lpstr>問33: 線形探索＋α </vt:lpstr>
      <vt:lpstr>問34: 線形探索</vt:lpstr>
      <vt:lpstr>問35: 二分探索</vt:lpstr>
    </vt:vector>
  </TitlesOfParts>
  <Company>SCMCC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越智 統</dc:creator>
  <cp:lastModifiedBy>越智 統</cp:lastModifiedBy>
  <cp:revision>1</cp:revision>
  <dcterms:created xsi:type="dcterms:W3CDTF">2026-10-01T02:02:55Z</dcterms:created>
  <dcterms:modified xsi:type="dcterms:W3CDTF">2026-10-08T02:11:34Z</dcterms:modified>
</cp:coreProperties>
</file>