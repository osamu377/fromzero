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越智 統" userId="2de33d77-a65a-42d1-92e2-b40da65bb07e" providerId="ADAL" clId="{95693629-560E-446D-BA1C-C8ACF68AD747}"/>
    <pc:docChg chg="modSld">
      <pc:chgData name="越智 統" userId="2de33d77-a65a-42d1-92e2-b40da65bb07e" providerId="ADAL" clId="{95693629-560E-446D-BA1C-C8ACF68AD747}" dt="2026-10-15T02:23:04.531" v="363" actId="20577"/>
      <pc:docMkLst>
        <pc:docMk/>
      </pc:docMkLst>
      <pc:sldChg chg="modSp mod">
        <pc:chgData name="越智 統" userId="2de33d77-a65a-42d1-92e2-b40da65bb07e" providerId="ADAL" clId="{95693629-560E-446D-BA1C-C8ACF68AD747}" dt="2026-10-15T02:14:45.869" v="4" actId="20577"/>
        <pc:sldMkLst>
          <pc:docMk/>
          <pc:sldMk cId="2389009565" sldId="256"/>
        </pc:sldMkLst>
        <pc:spChg chg="mod">
          <ac:chgData name="越智 統" userId="2de33d77-a65a-42d1-92e2-b40da65bb07e" providerId="ADAL" clId="{95693629-560E-446D-BA1C-C8ACF68AD747}" dt="2026-10-15T02:14:45.869" v="4" actId="20577"/>
          <ac:spMkLst>
            <pc:docMk/>
            <pc:sldMk cId="2389009565" sldId="256"/>
            <ac:spMk id="2" creationId="{85DB12E6-B9AD-6632-F0AC-68DB3B92E365}"/>
          </ac:spMkLst>
        </pc:spChg>
      </pc:sldChg>
      <pc:sldChg chg="modSp mod">
        <pc:chgData name="越智 統" userId="2de33d77-a65a-42d1-92e2-b40da65bb07e" providerId="ADAL" clId="{95693629-560E-446D-BA1C-C8ACF68AD747}" dt="2026-10-15T02:17:30.940" v="80" actId="20577"/>
        <pc:sldMkLst>
          <pc:docMk/>
          <pc:sldMk cId="2822825209" sldId="257"/>
        </pc:sldMkLst>
        <pc:spChg chg="mod">
          <ac:chgData name="越智 統" userId="2de33d77-a65a-42d1-92e2-b40da65bb07e" providerId="ADAL" clId="{95693629-560E-446D-BA1C-C8ACF68AD747}" dt="2026-10-15T02:17:30.940" v="80" actId="20577"/>
          <ac:spMkLst>
            <pc:docMk/>
            <pc:sldMk cId="2822825209" sldId="257"/>
            <ac:spMk id="2" creationId="{FF9F9DA1-6EBB-42A0-C441-F3A739B87F6C}"/>
          </ac:spMkLst>
        </pc:spChg>
      </pc:sldChg>
      <pc:sldChg chg="modSp mod">
        <pc:chgData name="越智 統" userId="2de33d77-a65a-42d1-92e2-b40da65bb07e" providerId="ADAL" clId="{95693629-560E-446D-BA1C-C8ACF68AD747}" dt="2026-10-15T02:17:57.037" v="103" actId="20577"/>
        <pc:sldMkLst>
          <pc:docMk/>
          <pc:sldMk cId="2656132272" sldId="258"/>
        </pc:sldMkLst>
        <pc:spChg chg="mod">
          <ac:chgData name="越智 統" userId="2de33d77-a65a-42d1-92e2-b40da65bb07e" providerId="ADAL" clId="{95693629-560E-446D-BA1C-C8ACF68AD747}" dt="2026-10-15T02:17:57.037" v="103" actId="20577"/>
          <ac:spMkLst>
            <pc:docMk/>
            <pc:sldMk cId="2656132272" sldId="258"/>
            <ac:spMk id="2" creationId="{58D0F7C8-F1E0-2B1E-7EAE-A44B5388CB0A}"/>
          </ac:spMkLst>
        </pc:spChg>
      </pc:sldChg>
      <pc:sldChg chg="modSp mod">
        <pc:chgData name="越智 統" userId="2de33d77-a65a-42d1-92e2-b40da65bb07e" providerId="ADAL" clId="{95693629-560E-446D-BA1C-C8ACF68AD747}" dt="2026-10-15T02:19:13.438" v="149" actId="20577"/>
        <pc:sldMkLst>
          <pc:docMk/>
          <pc:sldMk cId="1735466616" sldId="259"/>
        </pc:sldMkLst>
        <pc:spChg chg="mod">
          <ac:chgData name="越智 統" userId="2de33d77-a65a-42d1-92e2-b40da65bb07e" providerId="ADAL" clId="{95693629-560E-446D-BA1C-C8ACF68AD747}" dt="2026-10-15T02:19:13.438" v="149" actId="20577"/>
          <ac:spMkLst>
            <pc:docMk/>
            <pc:sldMk cId="1735466616" sldId="259"/>
            <ac:spMk id="2" creationId="{A82BBB57-4F70-7BD2-5273-4CE5C45E6BC6}"/>
          </ac:spMkLst>
        </pc:spChg>
      </pc:sldChg>
      <pc:sldChg chg="modSp mod">
        <pc:chgData name="越智 統" userId="2de33d77-a65a-42d1-92e2-b40da65bb07e" providerId="ADAL" clId="{95693629-560E-446D-BA1C-C8ACF68AD747}" dt="2026-10-15T02:22:32.133" v="336" actId="20577"/>
        <pc:sldMkLst>
          <pc:docMk/>
          <pc:sldMk cId="3813827065" sldId="260"/>
        </pc:sldMkLst>
        <pc:spChg chg="mod">
          <ac:chgData name="越智 統" userId="2de33d77-a65a-42d1-92e2-b40da65bb07e" providerId="ADAL" clId="{95693629-560E-446D-BA1C-C8ACF68AD747}" dt="2026-10-15T02:22:32.133" v="336" actId="20577"/>
          <ac:spMkLst>
            <pc:docMk/>
            <pc:sldMk cId="3813827065" sldId="260"/>
            <ac:spMk id="2" creationId="{D4EF1652-2796-9CF3-E084-63B6015FEB89}"/>
          </ac:spMkLst>
        </pc:spChg>
      </pc:sldChg>
      <pc:sldChg chg="modSp mod">
        <pc:chgData name="越智 統" userId="2de33d77-a65a-42d1-92e2-b40da65bb07e" providerId="ADAL" clId="{95693629-560E-446D-BA1C-C8ACF68AD747}" dt="2026-10-15T02:23:04.531" v="363" actId="20577"/>
        <pc:sldMkLst>
          <pc:docMk/>
          <pc:sldMk cId="2186556264" sldId="261"/>
        </pc:sldMkLst>
        <pc:spChg chg="mod">
          <ac:chgData name="越智 統" userId="2de33d77-a65a-42d1-92e2-b40da65bb07e" providerId="ADAL" clId="{95693629-560E-446D-BA1C-C8ACF68AD747}" dt="2026-10-15T02:22:59.690" v="361" actId="20577"/>
          <ac:spMkLst>
            <pc:docMk/>
            <pc:sldMk cId="2186556264" sldId="261"/>
            <ac:spMk id="2" creationId="{C4D86C47-EC53-353C-B65F-3EABD6FDEA30}"/>
          </ac:spMkLst>
        </pc:spChg>
        <pc:spChg chg="mod">
          <ac:chgData name="越智 統" userId="2de33d77-a65a-42d1-92e2-b40da65bb07e" providerId="ADAL" clId="{95693629-560E-446D-BA1C-C8ACF68AD747}" dt="2026-10-15T02:23:04.531" v="363" actId="20577"/>
          <ac:spMkLst>
            <pc:docMk/>
            <pc:sldMk cId="2186556264" sldId="261"/>
            <ac:spMk id="3" creationId="{8267DD35-CE7E-B061-8724-95F37CFD71B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6F4327-3471-3102-5D83-95DB91DF1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FBC1664-E9CD-17BC-6A98-001DA277D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282C19-8EEC-A06A-DCAF-028B040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1073-9128-4436-8470-4747F5ACBCBC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2A5670-8CEE-AF84-3443-312B8E426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D14BD6-3310-EEBB-BF57-2E4C02601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622E-40A8-4E8E-BB7D-DBFFCEECDB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6946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EAF0A1-7DC9-BED7-59DD-C7A7D1041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869BE4-3952-FC0D-D8EB-FD6BD8A26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079266-70D1-167D-E56A-34BFC19A5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1073-9128-4436-8470-4747F5ACBCBC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3F705B-7580-F297-4B94-C4EA0875A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7C8CFB-1CCA-167A-F7B5-479B9E768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622E-40A8-4E8E-BB7D-DBFFCEECDB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6591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961671-E18B-907D-AAD9-291E65F7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9EA231A-D084-654E-D1F8-85CB0AEC4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DB3BB8-DCE0-C2F5-5381-D1FDCB647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1073-9128-4436-8470-4747F5ACBCBC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E5D71F-8A64-8FEF-105A-FF9F525D8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CE7C19-0889-34C8-17FC-50E4EA636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622E-40A8-4E8E-BB7D-DBFFCEECDB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5494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19DD44-6B68-22E9-AD74-E329100D7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9DDAF4-A625-FF9A-9720-0FC65957A9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0058FB7-3628-D12C-401B-A1ABD62984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DA47192-D9F6-C95C-4CAD-B29A267D9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1073-9128-4436-8470-4747F5ACBCBC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9811924-47BB-0793-8D79-7B26BF136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EC09FEB-17BC-05F6-C68C-E02540B77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622E-40A8-4E8E-BB7D-DBFFCEECDB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8866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06B3B3-41DB-E759-C0AF-7BFEC96E2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B9F8A6B-4D32-74AC-35CE-258ECE586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E7328BB-B5A4-1639-37B0-83E5C198C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65AEC7F-9411-EA71-F566-D49213B90A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4FC7092-CBA7-1075-BC5D-34CE6BE61B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A0806A0-3285-B8B1-CEBD-4280009C7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1073-9128-4436-8470-4747F5ACBCBC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A34347D-1EA7-DEAA-59F3-F86ADF700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838E1C1-34FC-F385-7C9E-CDBCB1D28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622E-40A8-4E8E-BB7D-DBFFCEECDB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873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5C7236-BA8A-F086-3EF9-8C792286A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32ED030-54C0-147C-5B56-3E3247DEC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1073-9128-4436-8470-4747F5ACBCBC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EF8329C-A4B7-70F0-7682-8A245BE91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99CBA53-AC02-B11E-F216-9A8919D6F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622E-40A8-4E8E-BB7D-DBFFCEECDB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120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E3E7454-DFE9-D010-90E7-66AD89871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1073-9128-4436-8470-4747F5ACBCBC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4ACFF68-52DA-4E92-0953-61A5719F3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F89BD2C-F433-B6AC-12D1-36DE1A547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622E-40A8-4E8E-BB7D-DBFFCEECDB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4137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173E8E-92E8-7F6E-14CE-A8974C767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810639-8A04-7FBD-23A7-96513FB5B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18B697F-4AA9-26B8-ACE0-B91C8DFC46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A101A1-5ED9-DFFD-D975-AE37F54AC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1073-9128-4436-8470-4747F5ACBCBC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4134230-3AFC-6704-07EF-93415C34C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8DABA2A-62EB-A3B9-D79D-F7A1FE5D8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622E-40A8-4E8E-BB7D-DBFFCEECDB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4079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75BA4F-8517-CC0A-61D5-3B06BFA96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3AF0475-6CF9-A46A-3198-5E3ABAAE5D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0A7C7C2-FC72-A5AF-FBF1-C3BA918D6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4A6359-68B7-F045-6BB2-ACDAFE38B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1073-9128-4436-8470-4747F5ACBCBC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68ABEC6-D695-C481-F3BA-D42C43C09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1F2CD0-C10C-C24D-0677-E241DE2EA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622E-40A8-4E8E-BB7D-DBFFCEECDB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7133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855B0F-8859-6347-031D-3F18820D9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106CF5D-393B-8978-244D-2E59A9CFDB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203BF4-983F-3FA5-740B-5D75A0021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1073-9128-4436-8470-4747F5ACBCBC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3FBAD0-A06B-151D-79C9-1F320AAE2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12EDA2-E02B-B7BB-8DBD-48891ABF5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622E-40A8-4E8E-BB7D-DBFFCEECDB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650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A7499B8-4A7B-5346-B661-929D436798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9FBFE28-28BB-0501-229F-FA2E9A293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56A445-923E-9399-2528-E3B1249EC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1073-9128-4436-8470-4747F5ACBCBC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1293BF-D0A6-795C-67AD-74A4210D5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D45E56-E1ED-931B-81CE-A2A90EE01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622E-40A8-4E8E-BB7D-DBFFCEECDB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2317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F1CEA07-A36D-CA26-0862-9394F9D73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252E91-9090-61D1-ACDE-36167178E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14FA40-EBFA-EF69-0442-2035A8011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41073-9128-4436-8470-4747F5ACBCBC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3DBE10-14C3-5530-F655-24F61853A4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605AE7-13E4-662E-6A94-FE471F3FE6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2F622E-40A8-4E8E-BB7D-DBFFCEECDB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085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DB12E6-B9AD-6632-F0AC-68DB3B92E3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/>
              <a:t>1</a:t>
            </a:r>
            <a:r>
              <a:rPr kumimoji="1" lang="en-US" altLang="ja-JP" dirty="0"/>
              <a:t>1-15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C37673C-42A0-177C-9871-A97BFCCFA9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89009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9F9DA1-6EBB-42A0-C441-F3A739B87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kumimoji="1" lang="en-US" altLang="ja-JP" dirty="0"/>
              <a:t>1</a:t>
            </a:r>
            <a:r>
              <a:rPr lang="en-US" altLang="ja-JP" dirty="0"/>
              <a:t>1: </a:t>
            </a:r>
            <a:r>
              <a:rPr lang="ja-JP" altLang="en-US" dirty="0"/>
              <a:t>数値を配列で表現する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2D6048B-D045-6094-FC54-9275A6067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目的：指定の桁で四捨五入する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lang="en-US" altLang="ja-JP" dirty="0"/>
              <a:t>dec[]: </a:t>
            </a:r>
            <a:r>
              <a:rPr lang="ja-JP" altLang="en-US" dirty="0"/>
              <a:t>入力する数</a:t>
            </a:r>
            <a:endParaRPr lang="en-US" altLang="ja-JP" dirty="0"/>
          </a:p>
          <a:p>
            <a:pPr lvl="1"/>
            <a:r>
              <a:rPr lang="en-US" altLang="ja-JP" dirty="0"/>
              <a:t>num: </a:t>
            </a:r>
            <a:r>
              <a:rPr lang="ja-JP" altLang="en-US" dirty="0"/>
              <a:t>四捨五入する桁</a:t>
            </a:r>
            <a:endParaRPr lang="en-US" altLang="ja-JP" dirty="0"/>
          </a:p>
          <a:p>
            <a:pPr lvl="1"/>
            <a:r>
              <a:rPr kumimoji="1" lang="en-US" altLang="ja-JP" dirty="0"/>
              <a:t>i: </a:t>
            </a:r>
            <a:r>
              <a:rPr kumimoji="1" lang="ja-JP" altLang="en-US" dirty="0"/>
              <a:t>カウンタ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base: </a:t>
            </a:r>
            <a:r>
              <a:rPr kumimoji="1" lang="ja-JP" altLang="en-US" dirty="0"/>
              <a:t>基数</a:t>
            </a:r>
            <a:r>
              <a:rPr kumimoji="1" lang="en-US" altLang="ja-JP" dirty="0"/>
              <a:t>(10</a:t>
            </a:r>
            <a:r>
              <a:rPr kumimoji="1" lang="ja-JP" altLang="en-US" dirty="0"/>
              <a:t>進数</a:t>
            </a:r>
            <a:r>
              <a:rPr kumimoji="1" lang="en-US" altLang="ja-JP" dirty="0"/>
              <a:t>)</a:t>
            </a:r>
          </a:p>
          <a:p>
            <a:pPr lvl="1"/>
            <a:r>
              <a:rPr lang="en-US" altLang="ja-JP" dirty="0"/>
              <a:t>ret: </a:t>
            </a:r>
            <a:r>
              <a:rPr lang="ja-JP" altLang="en-US" dirty="0"/>
              <a:t>返り値</a:t>
            </a:r>
            <a:endParaRPr lang="en-US" altLang="ja-JP" dirty="0"/>
          </a:p>
          <a:p>
            <a:r>
              <a:rPr kumimoji="1" lang="ja-JP" altLang="en-US" dirty="0"/>
              <a:t>ポイント</a:t>
            </a:r>
            <a:endParaRPr kumimoji="1" lang="en-US" altLang="ja-JP" dirty="0"/>
          </a:p>
          <a:p>
            <a:pPr lvl="1"/>
            <a:r>
              <a:rPr lang="en-US" altLang="ja-JP" dirty="0"/>
              <a:t>`ret </a:t>
            </a:r>
            <a:r>
              <a:rPr lang="ja-JP" altLang="en-US" dirty="0"/>
              <a:t>← </a:t>
            </a:r>
            <a:r>
              <a:rPr lang="en-US" altLang="ja-JP" dirty="0"/>
              <a:t>ret + 1.0` </a:t>
            </a:r>
            <a:r>
              <a:rPr lang="ja-JP" altLang="en-US" dirty="0"/>
              <a:t>は切り上げ処理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22825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D0F7C8-F1E0-2B1E-7EAE-A44B5388C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kumimoji="1" lang="en-US" altLang="ja-JP" dirty="0"/>
              <a:t>12: bit</a:t>
            </a:r>
            <a:r>
              <a:rPr kumimoji="1" lang="ja-JP" altLang="en-US" dirty="0"/>
              <a:t>演算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987886-465A-E893-04D4-E8583FC36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bit</a:t>
            </a:r>
            <a:r>
              <a:rPr kumimoji="1" lang="ja-JP" altLang="en-US" dirty="0"/>
              <a:t>の並びを逆にする</a:t>
            </a:r>
            <a:endParaRPr kumimoji="1" lang="en-US" altLang="ja-JP" dirty="0"/>
          </a:p>
          <a:p>
            <a:r>
              <a:rPr kumimoji="1" lang="ja-JP" altLang="en-US" dirty="0"/>
              <a:t>変数</a:t>
            </a:r>
            <a:endParaRPr kumimoji="1" lang="en-US" altLang="ja-JP" dirty="0"/>
          </a:p>
          <a:p>
            <a:pPr lvl="1"/>
            <a:r>
              <a:rPr lang="en-US" altLang="ja-JP" dirty="0" err="1"/>
              <a:t>rbyte</a:t>
            </a:r>
            <a:r>
              <a:rPr lang="en-US" altLang="ja-JP" dirty="0"/>
              <a:t>: </a:t>
            </a:r>
            <a:r>
              <a:rPr lang="ja-JP" altLang="en-US" dirty="0"/>
              <a:t>シフトするための</a:t>
            </a:r>
            <a:r>
              <a:rPr lang="en-US" altLang="ja-JP" dirty="0"/>
              <a:t>work</a:t>
            </a:r>
          </a:p>
          <a:p>
            <a:pPr lvl="1"/>
            <a:r>
              <a:rPr kumimoji="1" lang="en-US" altLang="ja-JP" dirty="0"/>
              <a:t>i: </a:t>
            </a:r>
            <a:r>
              <a:rPr kumimoji="1" lang="ja-JP" altLang="en-US" dirty="0"/>
              <a:t>カウンタ</a:t>
            </a:r>
            <a:endParaRPr kumimoji="1" lang="en-US" altLang="ja-JP" dirty="0"/>
          </a:p>
          <a:p>
            <a:pPr lvl="1"/>
            <a:r>
              <a:rPr lang="en-US" altLang="ja-JP" dirty="0"/>
              <a:t>r: </a:t>
            </a:r>
            <a:r>
              <a:rPr lang="ja-JP" altLang="en-US" dirty="0"/>
              <a:t>返り値</a:t>
            </a:r>
            <a:endParaRPr lang="en-US" altLang="ja-JP" dirty="0"/>
          </a:p>
          <a:p>
            <a:r>
              <a:rPr kumimoji="1" lang="ja-JP" altLang="en-US" dirty="0"/>
              <a:t>ポイント</a:t>
            </a:r>
            <a:endParaRPr kumimoji="1" lang="en-US" altLang="ja-JP" dirty="0"/>
          </a:p>
          <a:p>
            <a:pPr lvl="1"/>
            <a:r>
              <a:rPr lang="ja-JP" altLang="en-US" dirty="0"/>
              <a:t>論理積は特定の</a:t>
            </a:r>
            <a:r>
              <a:rPr lang="en-US" altLang="ja-JP" dirty="0"/>
              <a:t>bit</a:t>
            </a:r>
            <a:r>
              <a:rPr lang="ja-JP" altLang="en-US" dirty="0"/>
              <a:t>を取り出すために使う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56132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2BBB57-4F70-7BD2-5273-4CE5C45E6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kumimoji="1" lang="en-US" altLang="ja-JP" dirty="0"/>
              <a:t>13: 2</a:t>
            </a:r>
            <a:r>
              <a:rPr kumimoji="1" lang="ja-JP" altLang="en-US" dirty="0"/>
              <a:t>進数と</a:t>
            </a:r>
            <a:r>
              <a:rPr kumimoji="1" lang="en-US" altLang="ja-JP" dirty="0"/>
              <a:t>10</a:t>
            </a:r>
            <a:r>
              <a:rPr kumimoji="1" lang="ja-JP" altLang="en-US" dirty="0"/>
              <a:t>進数の変換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B116EB-EE8A-D3A8-B014-547A55FB0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2</a:t>
            </a:r>
            <a:r>
              <a:rPr kumimoji="1" lang="ja-JP" altLang="en-US" dirty="0"/>
              <a:t>進数を</a:t>
            </a:r>
            <a:r>
              <a:rPr kumimoji="1" lang="en-US" altLang="ja-JP" dirty="0"/>
              <a:t>10</a:t>
            </a:r>
            <a:r>
              <a:rPr kumimoji="1" lang="ja-JP" altLang="en-US" dirty="0"/>
              <a:t>進数に変換する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kumimoji="1" lang="en-US" altLang="ja-JP" dirty="0"/>
              <a:t>i: </a:t>
            </a:r>
            <a:r>
              <a:rPr kumimoji="1" lang="ja-JP" altLang="en-US" dirty="0"/>
              <a:t>カウンタ</a:t>
            </a:r>
            <a:endParaRPr kumimoji="1" lang="en-US" altLang="ja-JP" dirty="0"/>
          </a:p>
          <a:p>
            <a:pPr lvl="1"/>
            <a:r>
              <a:rPr lang="en-US" altLang="ja-JP" dirty="0"/>
              <a:t>length: </a:t>
            </a:r>
            <a:r>
              <a:rPr lang="ja-JP" altLang="en-US" dirty="0"/>
              <a:t>文字列の長さ</a:t>
            </a:r>
            <a:endParaRPr lang="en-US" altLang="ja-JP" dirty="0"/>
          </a:p>
          <a:p>
            <a:pPr lvl="1"/>
            <a:r>
              <a:rPr kumimoji="1" lang="en-US" altLang="ja-JP" dirty="0"/>
              <a:t>result: </a:t>
            </a:r>
            <a:r>
              <a:rPr kumimoji="1" lang="ja-JP" altLang="en-US" dirty="0"/>
              <a:t>返り値</a:t>
            </a:r>
            <a:endParaRPr kumimoji="1" lang="en-US" altLang="ja-JP" dirty="0"/>
          </a:p>
          <a:p>
            <a:r>
              <a:rPr lang="ja-JP" altLang="en-US" dirty="0"/>
              <a:t>ポイント</a:t>
            </a:r>
            <a:endParaRPr lang="en-US" altLang="ja-JP" dirty="0"/>
          </a:p>
          <a:p>
            <a:pPr lvl="1"/>
            <a:r>
              <a:rPr kumimoji="1" lang="en-US" altLang="ja-JP" dirty="0"/>
              <a:t>2</a:t>
            </a:r>
            <a:r>
              <a:rPr kumimoji="1" lang="ja-JP" altLang="en-US" dirty="0"/>
              <a:t>進数</a:t>
            </a:r>
            <a:r>
              <a:rPr lang="ja-JP" altLang="en-US" dirty="0"/>
              <a:t>を</a:t>
            </a:r>
            <a:r>
              <a:rPr lang="en-US" altLang="ja-JP" dirty="0"/>
              <a:t>1</a:t>
            </a:r>
            <a:r>
              <a:rPr lang="ja-JP" altLang="en-US" dirty="0"/>
              <a:t>桁上げるには、</a:t>
            </a:r>
            <a:r>
              <a:rPr lang="en-US" altLang="ja-JP" dirty="0"/>
              <a:t>2</a:t>
            </a:r>
            <a:r>
              <a:rPr lang="ja-JP" altLang="en-US" dirty="0"/>
              <a:t>倍する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35466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EF1652-2796-9CF3-E084-63B6015FE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kumimoji="1" lang="en-US" altLang="ja-JP" dirty="0"/>
              <a:t>14: </a:t>
            </a:r>
            <a:r>
              <a:rPr lang="ja-JP" altLang="en-US" dirty="0"/>
              <a:t>プログラムの目的を見つける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5F7034-E368-7B3F-577B-85BE9CE32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n</a:t>
            </a:r>
            <a:r>
              <a:rPr kumimoji="1" lang="ja-JP" altLang="en-US" dirty="0"/>
              <a:t>と</a:t>
            </a:r>
            <a:r>
              <a:rPr kumimoji="1" lang="en-US" altLang="ja-JP" dirty="0"/>
              <a:t>m</a:t>
            </a:r>
            <a:r>
              <a:rPr kumimoji="1" lang="ja-JP" altLang="en-US" dirty="0"/>
              <a:t>の間に</a:t>
            </a:r>
            <a:r>
              <a:rPr lang="en-US" altLang="ja-JP" dirty="0"/>
              <a:t>4</a:t>
            </a:r>
            <a:r>
              <a:rPr lang="ja-JP" altLang="en-US" dirty="0"/>
              <a:t>の倍数がいくつあるか数える</a:t>
            </a:r>
            <a:endParaRPr lang="en-US" altLang="ja-JP" dirty="0"/>
          </a:p>
          <a:p>
            <a:r>
              <a:rPr kumimoji="1" lang="ja-JP" altLang="en-US" dirty="0"/>
              <a:t>変数</a:t>
            </a:r>
            <a:endParaRPr kumimoji="1" lang="en-US" altLang="ja-JP" dirty="0"/>
          </a:p>
          <a:p>
            <a:pPr lvl="1"/>
            <a:r>
              <a:rPr lang="en-US" altLang="ja-JP" dirty="0"/>
              <a:t>count: </a:t>
            </a:r>
            <a:r>
              <a:rPr lang="ja-JP" altLang="en-US" dirty="0"/>
              <a:t>返り値</a:t>
            </a:r>
            <a:endParaRPr lang="en-US" altLang="ja-JP" dirty="0"/>
          </a:p>
          <a:p>
            <a:pPr lvl="1"/>
            <a:r>
              <a:rPr kumimoji="1" lang="en-US" altLang="ja-JP" dirty="0" err="1"/>
              <a:t>tempN</a:t>
            </a:r>
            <a:r>
              <a:rPr kumimoji="1" lang="en-US" altLang="ja-JP" dirty="0"/>
              <a:t>: n</a:t>
            </a:r>
            <a:r>
              <a:rPr kumimoji="1" lang="ja-JP" altLang="en-US" dirty="0"/>
              <a:t>と</a:t>
            </a:r>
            <a:r>
              <a:rPr kumimoji="1" lang="en-US" altLang="ja-JP" dirty="0"/>
              <a:t>m</a:t>
            </a:r>
            <a:r>
              <a:rPr kumimoji="1" lang="ja-JP" altLang="en-US" dirty="0"/>
              <a:t>の間の最初の</a:t>
            </a:r>
            <a:r>
              <a:rPr kumimoji="1" lang="en-US" altLang="ja-JP" dirty="0"/>
              <a:t>4</a:t>
            </a:r>
            <a:r>
              <a:rPr kumimoji="1" lang="ja-JP" altLang="en-US" dirty="0"/>
              <a:t>の倍数</a:t>
            </a:r>
            <a:endParaRPr kumimoji="1" lang="en-US" altLang="ja-JP" dirty="0"/>
          </a:p>
          <a:p>
            <a:r>
              <a:rPr kumimoji="1" lang="ja-JP" altLang="en-US" dirty="0"/>
              <a:t>ポイント</a:t>
            </a:r>
            <a:endParaRPr lang="en-US" altLang="ja-JP" dirty="0"/>
          </a:p>
          <a:p>
            <a:pPr lvl="1"/>
            <a:r>
              <a:rPr kumimoji="1" lang="ja-JP" altLang="en-US" dirty="0"/>
              <a:t>最初の</a:t>
            </a:r>
            <a:r>
              <a:rPr kumimoji="1" lang="en-US" altLang="ja-JP" dirty="0"/>
              <a:t>4</a:t>
            </a:r>
            <a:r>
              <a:rPr kumimoji="1" lang="ja-JP" altLang="en-US" dirty="0"/>
              <a:t>の倍数から</a:t>
            </a:r>
            <a:r>
              <a:rPr kumimoji="1" lang="en-US" altLang="ja-JP" dirty="0"/>
              <a:t>4</a:t>
            </a:r>
            <a:r>
              <a:rPr kumimoji="1" lang="ja-JP" altLang="en-US" dirty="0"/>
              <a:t>ずつ</a:t>
            </a:r>
            <a:r>
              <a:rPr kumimoji="1" lang="en-US" altLang="ja-JP" dirty="0"/>
              <a:t>Up</a:t>
            </a:r>
            <a:r>
              <a:rPr kumimoji="1" lang="ja-JP" altLang="en-US" dirty="0"/>
              <a:t>して</a:t>
            </a:r>
            <a:r>
              <a:rPr kumimoji="1" lang="en-US" altLang="ja-JP" dirty="0"/>
              <a:t>m</a:t>
            </a:r>
            <a:r>
              <a:rPr kumimoji="1" lang="ja-JP" altLang="en-US" dirty="0"/>
              <a:t>を超えたところでストップすれば、</a:t>
            </a:r>
            <a:r>
              <a:rPr kumimoji="1" lang="en-US" altLang="ja-JP" dirty="0"/>
              <a:t>4</a:t>
            </a:r>
            <a:r>
              <a:rPr kumimoji="1" lang="ja-JP" altLang="en-US" dirty="0"/>
              <a:t>の倍数の個数がわかる</a:t>
            </a:r>
          </a:p>
        </p:txBody>
      </p:sp>
    </p:spTree>
    <p:extLst>
      <p:ext uri="{BB962C8B-B14F-4D97-AF65-F5344CB8AC3E}">
        <p14:creationId xmlns:p14="http://schemas.microsoft.com/office/powerpoint/2010/main" val="3813827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D86C47-EC53-353C-B65F-3EABD6FDE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kumimoji="1" lang="en-US" altLang="ja-JP" dirty="0"/>
              <a:t>15: </a:t>
            </a:r>
            <a:r>
              <a:rPr kumimoji="1" lang="ja-JP" altLang="en-US" dirty="0"/>
              <a:t>チェック・ディジット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67DD35-CE7E-B061-8724-95F37CFD7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/>
              <a:t>チェック・ディジット</a:t>
            </a:r>
            <a:r>
              <a:rPr kumimoji="1" lang="ja-JP" altLang="en-US" dirty="0"/>
              <a:t>の追加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kumimoji="1" lang="en-US" altLang="ja-JP" dirty="0" err="1"/>
              <a:t>tmp</a:t>
            </a:r>
            <a:r>
              <a:rPr kumimoji="1" lang="en-US" altLang="ja-JP" dirty="0"/>
              <a:t>: code</a:t>
            </a:r>
            <a:r>
              <a:rPr kumimoji="1" lang="ja-JP" altLang="en-US" dirty="0"/>
              <a:t>を変形するための</a:t>
            </a:r>
            <a:r>
              <a:rPr kumimoji="1" lang="en-US" altLang="ja-JP" dirty="0"/>
              <a:t>work</a:t>
            </a:r>
          </a:p>
          <a:p>
            <a:pPr lvl="1"/>
            <a:r>
              <a:rPr lang="en-US" altLang="ja-JP" dirty="0" err="1"/>
              <a:t>cnt</a:t>
            </a:r>
            <a:r>
              <a:rPr lang="en-US" altLang="ja-JP" dirty="0"/>
              <a:t>: </a:t>
            </a:r>
            <a:r>
              <a:rPr lang="ja-JP" altLang="en-US" dirty="0"/>
              <a:t>チェックディジットを求めるために掛ける数を求める</a:t>
            </a:r>
            <a:r>
              <a:rPr lang="en-US" altLang="ja-JP" dirty="0"/>
              <a:t> </a:t>
            </a:r>
          </a:p>
          <a:p>
            <a:pPr lvl="1"/>
            <a:r>
              <a:rPr kumimoji="1" lang="en-US" altLang="ja-JP" dirty="0"/>
              <a:t>C: </a:t>
            </a:r>
            <a:r>
              <a:rPr kumimoji="1" lang="ja-JP" altLang="en-US" dirty="0"/>
              <a:t>チェックディジット</a:t>
            </a:r>
            <a:endParaRPr kumimoji="1" lang="en-US" altLang="ja-JP" dirty="0"/>
          </a:p>
          <a:p>
            <a:pPr lvl="1"/>
            <a:r>
              <a:rPr lang="en-US" altLang="ja-JP" dirty="0"/>
              <a:t>i: </a:t>
            </a:r>
            <a:r>
              <a:rPr lang="ja-JP" altLang="en-US" dirty="0"/>
              <a:t>カウンタ</a:t>
            </a:r>
            <a:endParaRPr lang="en-US" altLang="ja-JP" dirty="0"/>
          </a:p>
          <a:p>
            <a:pPr lvl="1"/>
            <a:r>
              <a:rPr kumimoji="1" lang="en-US" altLang="ja-JP" dirty="0"/>
              <a:t>N: </a:t>
            </a:r>
            <a:r>
              <a:rPr kumimoji="1" lang="ja-JP" altLang="en-US" dirty="0"/>
              <a:t>各桁の数</a:t>
            </a:r>
            <a:endParaRPr lang="en-US" altLang="ja-JP" dirty="0"/>
          </a:p>
          <a:p>
            <a:r>
              <a:rPr lang="ja-JP" altLang="en-US" dirty="0"/>
              <a:t>ポイント</a:t>
            </a:r>
            <a:endParaRPr lang="en-US" altLang="ja-JP" dirty="0"/>
          </a:p>
          <a:p>
            <a:pPr lvl="1"/>
            <a:r>
              <a:rPr lang="en-US" altLang="ja-JP" dirty="0"/>
              <a:t>cnt×2</a:t>
            </a:r>
            <a:r>
              <a:rPr lang="ja-JP" altLang="en-US" dirty="0"/>
              <a:t>を</a:t>
            </a:r>
            <a:r>
              <a:rPr lang="en-US" altLang="ja-JP" dirty="0"/>
              <a:t>N?</a:t>
            </a:r>
            <a:r>
              <a:rPr lang="ja-JP" altLang="en-US" dirty="0"/>
              <a:t>に掛けている</a:t>
            </a:r>
            <a:r>
              <a:rPr lang="en-US" altLang="ja-JP" dirty="0"/>
              <a:t>(</a:t>
            </a:r>
            <a:r>
              <a:rPr kumimoji="1" lang="en-US" altLang="ja-JP" dirty="0"/>
              <a:t>N2×4</a:t>
            </a:r>
            <a:r>
              <a:rPr kumimoji="1" lang="ja-JP" altLang="en-US" dirty="0"/>
              <a:t>＋</a:t>
            </a:r>
            <a:r>
              <a:rPr kumimoji="1" lang="en-US" altLang="ja-JP" dirty="0"/>
              <a:t>N1×2</a:t>
            </a:r>
            <a:r>
              <a:rPr kumimoji="1" lang="ja-JP" altLang="en-US" dirty="0"/>
              <a:t>＋</a:t>
            </a:r>
            <a:r>
              <a:rPr kumimoji="1" lang="en-US" altLang="ja-JP" dirty="0"/>
              <a:t>N1)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86556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265</Words>
  <Application>Microsoft Office PowerPoint</Application>
  <PresentationFormat>ワイド画面</PresentationFormat>
  <Paragraphs>44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11-15</vt:lpstr>
      <vt:lpstr>問11: 数値を配列で表現する</vt:lpstr>
      <vt:lpstr>問12: bit演算</vt:lpstr>
      <vt:lpstr>問13: 2進数と10進数の変換</vt:lpstr>
      <vt:lpstr>問14: プログラムの目的を見つける</vt:lpstr>
      <vt:lpstr>問15: チェック・ディジット</vt:lpstr>
    </vt:vector>
  </TitlesOfParts>
  <Company>SCMCC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越智 統</dc:creator>
  <cp:lastModifiedBy>越智 統</cp:lastModifiedBy>
  <cp:revision>1</cp:revision>
  <dcterms:created xsi:type="dcterms:W3CDTF">2026-09-14T23:44:04Z</dcterms:created>
  <dcterms:modified xsi:type="dcterms:W3CDTF">2026-10-15T02:23:10Z</dcterms:modified>
</cp:coreProperties>
</file>