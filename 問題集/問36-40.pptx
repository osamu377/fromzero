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0BD00A-4533-4B58-A40F-4DF1E72EFFFF}" v="2" dt="2026-10-14T12:35:50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F30BD00A-4533-4B58-A40F-4DF1E72EFFFF}"/>
    <pc:docChg chg="undo custSel modSld modShowInfo">
      <pc:chgData name="越智 統" userId="2de33d77-a65a-42d1-92e2-b40da65bb07e" providerId="ADAL" clId="{F30BD00A-4533-4B58-A40F-4DF1E72EFFFF}" dt="2026-10-15T03:19:33.529" v="3201" actId="20577"/>
      <pc:docMkLst>
        <pc:docMk/>
      </pc:docMkLst>
      <pc:sldChg chg="delSp mod">
        <pc:chgData name="越智 統" userId="2de33d77-a65a-42d1-92e2-b40da65bb07e" providerId="ADAL" clId="{F30BD00A-4533-4B58-A40F-4DF1E72EFFFF}" dt="2026-10-15T02:50:49.667" v="3178" actId="478"/>
        <pc:sldMkLst>
          <pc:docMk/>
          <pc:sldMk cId="87558667" sldId="256"/>
        </pc:sldMkLst>
        <pc:spChg chg="del">
          <ac:chgData name="越智 統" userId="2de33d77-a65a-42d1-92e2-b40da65bb07e" providerId="ADAL" clId="{F30BD00A-4533-4B58-A40F-4DF1E72EFFFF}" dt="2026-10-15T02:50:49.667" v="3178" actId="478"/>
          <ac:spMkLst>
            <pc:docMk/>
            <pc:sldMk cId="87558667" sldId="256"/>
            <ac:spMk id="3" creationId="{14F923B0-1A1F-E9B4-81C8-C650E768663C}"/>
          </ac:spMkLst>
        </pc:spChg>
      </pc:sldChg>
      <pc:sldChg chg="modSp mod">
        <pc:chgData name="越智 統" userId="2de33d77-a65a-42d1-92e2-b40da65bb07e" providerId="ADAL" clId="{F30BD00A-4533-4B58-A40F-4DF1E72EFFFF}" dt="2026-10-14T15:04:37.660" v="3177" actId="20577"/>
        <pc:sldMkLst>
          <pc:docMk/>
          <pc:sldMk cId="4204333872" sldId="261"/>
        </pc:sldMkLst>
        <pc:spChg chg="mod">
          <ac:chgData name="越智 統" userId="2de33d77-a65a-42d1-92e2-b40da65bb07e" providerId="ADAL" clId="{F30BD00A-4533-4B58-A40F-4DF1E72EFFFF}" dt="2026-10-08T02:24:21.733" v="144" actId="20577"/>
          <ac:spMkLst>
            <pc:docMk/>
            <pc:sldMk cId="4204333872" sldId="261"/>
            <ac:spMk id="2" creationId="{BA78393C-4136-4143-B248-25581EA672B8}"/>
          </ac:spMkLst>
        </pc:spChg>
        <pc:spChg chg="mod">
          <ac:chgData name="越智 統" userId="2de33d77-a65a-42d1-92e2-b40da65bb07e" providerId="ADAL" clId="{F30BD00A-4533-4B58-A40F-4DF1E72EFFFF}" dt="2026-10-14T15:04:37.660" v="3177" actId="20577"/>
          <ac:spMkLst>
            <pc:docMk/>
            <pc:sldMk cId="4204333872" sldId="261"/>
            <ac:spMk id="3" creationId="{2D19E177-E713-A82D-BD21-120D00D50102}"/>
          </ac:spMkLst>
        </pc:spChg>
      </pc:sldChg>
      <pc:sldChg chg="modSp mod">
        <pc:chgData name="越智 統" userId="2de33d77-a65a-42d1-92e2-b40da65bb07e" providerId="ADAL" clId="{F30BD00A-4533-4B58-A40F-4DF1E72EFFFF}" dt="2026-10-14T12:30:33.332" v="821" actId="20577"/>
        <pc:sldMkLst>
          <pc:docMk/>
          <pc:sldMk cId="3736045710" sldId="262"/>
        </pc:sldMkLst>
        <pc:spChg chg="mod">
          <ac:chgData name="越智 統" userId="2de33d77-a65a-42d1-92e2-b40da65bb07e" providerId="ADAL" clId="{F30BD00A-4533-4B58-A40F-4DF1E72EFFFF}" dt="2026-10-14T12:30:33.332" v="821" actId="20577"/>
          <ac:spMkLst>
            <pc:docMk/>
            <pc:sldMk cId="3736045710" sldId="262"/>
            <ac:spMk id="2" creationId="{64640761-234D-6BC7-D72D-C9AE53594C3D}"/>
          </ac:spMkLst>
        </pc:spChg>
        <pc:spChg chg="mod">
          <ac:chgData name="越智 統" userId="2de33d77-a65a-42d1-92e2-b40da65bb07e" providerId="ADAL" clId="{F30BD00A-4533-4B58-A40F-4DF1E72EFFFF}" dt="2026-10-14T12:30:21.349" v="806" actId="20577"/>
          <ac:spMkLst>
            <pc:docMk/>
            <pc:sldMk cId="3736045710" sldId="262"/>
            <ac:spMk id="3" creationId="{B8131AB1-3F2D-2FEF-791C-85B5C4CF91C4}"/>
          </ac:spMkLst>
        </pc:spChg>
      </pc:sldChg>
      <pc:sldChg chg="addSp delSp modSp mod">
        <pc:chgData name="越智 統" userId="2de33d77-a65a-42d1-92e2-b40da65bb07e" providerId="ADAL" clId="{F30BD00A-4533-4B58-A40F-4DF1E72EFFFF}" dt="2026-10-14T14:57:12.900" v="2987" actId="20577"/>
        <pc:sldMkLst>
          <pc:docMk/>
          <pc:sldMk cId="3882074766" sldId="263"/>
        </pc:sldMkLst>
        <pc:spChg chg="mod">
          <ac:chgData name="越智 統" userId="2de33d77-a65a-42d1-92e2-b40da65bb07e" providerId="ADAL" clId="{F30BD00A-4533-4B58-A40F-4DF1E72EFFFF}" dt="2026-10-14T12:40:57.084" v="1082" actId="20577"/>
          <ac:spMkLst>
            <pc:docMk/>
            <pc:sldMk cId="3882074766" sldId="263"/>
            <ac:spMk id="2" creationId="{580CCA8E-082E-9CFE-8FA9-DE02C7F6E493}"/>
          </ac:spMkLst>
        </pc:spChg>
        <pc:spChg chg="mod">
          <ac:chgData name="越智 統" userId="2de33d77-a65a-42d1-92e2-b40da65bb07e" providerId="ADAL" clId="{F30BD00A-4533-4B58-A40F-4DF1E72EFFFF}" dt="2026-10-14T14:57:12.900" v="2987" actId="20577"/>
          <ac:spMkLst>
            <pc:docMk/>
            <pc:sldMk cId="3882074766" sldId="263"/>
            <ac:spMk id="3" creationId="{BF969751-C17A-1769-0ABC-1B51BE3C73F9}"/>
          </ac:spMkLst>
        </pc:spChg>
        <pc:spChg chg="add del mod">
          <ac:chgData name="越智 統" userId="2de33d77-a65a-42d1-92e2-b40da65bb07e" providerId="ADAL" clId="{F30BD00A-4533-4B58-A40F-4DF1E72EFFFF}" dt="2026-10-14T12:54:18.813" v="1215" actId="478"/>
          <ac:spMkLst>
            <pc:docMk/>
            <pc:sldMk cId="3882074766" sldId="263"/>
            <ac:spMk id="7" creationId="{04C44821-1A29-2198-D1CD-FEDDD498B61A}"/>
          </ac:spMkLst>
        </pc:spChg>
        <pc:spChg chg="add del mod">
          <ac:chgData name="越智 統" userId="2de33d77-a65a-42d1-92e2-b40da65bb07e" providerId="ADAL" clId="{F30BD00A-4533-4B58-A40F-4DF1E72EFFFF}" dt="2026-10-14T12:54:16.939" v="1214" actId="478"/>
          <ac:spMkLst>
            <pc:docMk/>
            <pc:sldMk cId="3882074766" sldId="263"/>
            <ac:spMk id="9" creationId="{B6E1C2C0-752F-DF30-6CB2-16DDC674280E}"/>
          </ac:spMkLst>
        </pc:spChg>
        <pc:spChg chg="add del">
          <ac:chgData name="越智 統" userId="2de33d77-a65a-42d1-92e2-b40da65bb07e" providerId="ADAL" clId="{F30BD00A-4533-4B58-A40F-4DF1E72EFFFF}" dt="2026-10-14T12:57:07.008" v="1282" actId="478"/>
          <ac:spMkLst>
            <pc:docMk/>
            <pc:sldMk cId="3882074766" sldId="263"/>
            <ac:spMk id="12" creationId="{56A4FAAD-7CAF-045F-0B16-FE46F8121A48}"/>
          </ac:spMkLst>
        </pc:spChg>
        <pc:spChg chg="add mod">
          <ac:chgData name="越智 統" userId="2de33d77-a65a-42d1-92e2-b40da65bb07e" providerId="ADAL" clId="{F30BD00A-4533-4B58-A40F-4DF1E72EFFFF}" dt="2026-10-14T13:01:48.584" v="1358" actId="1076"/>
          <ac:spMkLst>
            <pc:docMk/>
            <pc:sldMk cId="3882074766" sldId="263"/>
            <ac:spMk id="13" creationId="{5980120C-6F8D-E591-3159-468C27FAAD02}"/>
          </ac:spMkLst>
        </pc:spChg>
        <pc:spChg chg="add del">
          <ac:chgData name="越智 統" userId="2de33d77-a65a-42d1-92e2-b40da65bb07e" providerId="ADAL" clId="{F30BD00A-4533-4B58-A40F-4DF1E72EFFFF}" dt="2026-10-14T12:58:23.957" v="1288" actId="478"/>
          <ac:spMkLst>
            <pc:docMk/>
            <pc:sldMk cId="3882074766" sldId="263"/>
            <ac:spMk id="14" creationId="{4A2FC0F5-F80F-74A3-51A9-8FB6487635E6}"/>
          </ac:spMkLst>
        </pc:spChg>
        <pc:spChg chg="add mod">
          <ac:chgData name="越智 統" userId="2de33d77-a65a-42d1-92e2-b40da65bb07e" providerId="ADAL" clId="{F30BD00A-4533-4B58-A40F-4DF1E72EFFFF}" dt="2026-10-14T13:01:48.584" v="1358" actId="1076"/>
          <ac:spMkLst>
            <pc:docMk/>
            <pc:sldMk cId="3882074766" sldId="263"/>
            <ac:spMk id="15" creationId="{3705FDCD-9E74-74C2-5EE9-183A2236FFD9}"/>
          </ac:spMkLst>
        </pc:spChg>
        <pc:spChg chg="add del">
          <ac:chgData name="越智 統" userId="2de33d77-a65a-42d1-92e2-b40da65bb07e" providerId="ADAL" clId="{F30BD00A-4533-4B58-A40F-4DF1E72EFFFF}" dt="2026-10-14T12:59:25.757" v="1296" actId="478"/>
          <ac:spMkLst>
            <pc:docMk/>
            <pc:sldMk cId="3882074766" sldId="263"/>
            <ac:spMk id="16" creationId="{E78D14AC-5BB1-15F3-4826-993366FC401C}"/>
          </ac:spMkLst>
        </pc:spChg>
        <pc:spChg chg="add mod">
          <ac:chgData name="越智 統" userId="2de33d77-a65a-42d1-92e2-b40da65bb07e" providerId="ADAL" clId="{F30BD00A-4533-4B58-A40F-4DF1E72EFFFF}" dt="2026-10-14T13:01:48.584" v="1358" actId="1076"/>
          <ac:spMkLst>
            <pc:docMk/>
            <pc:sldMk cId="3882074766" sldId="263"/>
            <ac:spMk id="17" creationId="{2ACC77F0-86AE-5CEC-11C8-83A5913C44C0}"/>
          </ac:spMkLst>
        </pc:spChg>
        <pc:spChg chg="add mod">
          <ac:chgData name="越智 統" userId="2de33d77-a65a-42d1-92e2-b40da65bb07e" providerId="ADAL" clId="{F30BD00A-4533-4B58-A40F-4DF1E72EFFFF}" dt="2026-10-14T13:01:48.584" v="1358" actId="1076"/>
          <ac:spMkLst>
            <pc:docMk/>
            <pc:sldMk cId="3882074766" sldId="263"/>
            <ac:spMk id="18" creationId="{4D8A6448-27E1-5F03-7AA5-BE769717030F}"/>
          </ac:spMkLst>
        </pc:spChg>
        <pc:spChg chg="add mod">
          <ac:chgData name="越智 統" userId="2de33d77-a65a-42d1-92e2-b40da65bb07e" providerId="ADAL" clId="{F30BD00A-4533-4B58-A40F-4DF1E72EFFFF}" dt="2026-10-14T13:21:34.983" v="1776" actId="20577"/>
          <ac:spMkLst>
            <pc:docMk/>
            <pc:sldMk cId="3882074766" sldId="263"/>
            <ac:spMk id="19" creationId="{A8265098-E6BF-089D-7DFA-ADB0B111368D}"/>
          </ac:spMkLst>
        </pc:spChg>
        <pc:graphicFrameChg chg="add mod modGraphic">
          <ac:chgData name="越智 統" userId="2de33d77-a65a-42d1-92e2-b40da65bb07e" providerId="ADAL" clId="{F30BD00A-4533-4B58-A40F-4DF1E72EFFFF}" dt="2026-10-14T13:01:48.584" v="1358" actId="1076"/>
          <ac:graphicFrameMkLst>
            <pc:docMk/>
            <pc:sldMk cId="3882074766" sldId="263"/>
            <ac:graphicFrameMk id="4" creationId="{BF9DB59D-03E8-50AF-B8A0-6BD34A94DD20}"/>
          </ac:graphicFrameMkLst>
        </pc:graphicFrameChg>
        <pc:cxnChg chg="add del mod">
          <ac:chgData name="越智 統" userId="2de33d77-a65a-42d1-92e2-b40da65bb07e" providerId="ADAL" clId="{F30BD00A-4533-4B58-A40F-4DF1E72EFFFF}" dt="2026-10-14T12:54:20.013" v="1216" actId="478"/>
          <ac:cxnSpMkLst>
            <pc:docMk/>
            <pc:sldMk cId="3882074766" sldId="263"/>
            <ac:cxnSpMk id="6" creationId="{975D231D-D429-923C-993F-20915383F3D0}"/>
          </ac:cxnSpMkLst>
        </pc:cxnChg>
        <pc:cxnChg chg="add del mod">
          <ac:chgData name="越智 統" userId="2de33d77-a65a-42d1-92e2-b40da65bb07e" providerId="ADAL" clId="{F30BD00A-4533-4B58-A40F-4DF1E72EFFFF}" dt="2026-10-14T12:54:21.308" v="1217" actId="478"/>
          <ac:cxnSpMkLst>
            <pc:docMk/>
            <pc:sldMk cId="3882074766" sldId="263"/>
            <ac:cxnSpMk id="11" creationId="{7105A3AF-5AED-3154-1B29-3B703DF79204}"/>
          </ac:cxnSpMkLst>
        </pc:cxnChg>
      </pc:sldChg>
      <pc:sldChg chg="addSp delSp modSp mod">
        <pc:chgData name="越智 統" userId="2de33d77-a65a-42d1-92e2-b40da65bb07e" providerId="ADAL" clId="{F30BD00A-4533-4B58-A40F-4DF1E72EFFFF}" dt="2026-10-14T14:53:26.354" v="2969" actId="1076"/>
        <pc:sldMkLst>
          <pc:docMk/>
          <pc:sldMk cId="3885844179" sldId="264"/>
        </pc:sldMkLst>
        <pc:spChg chg="mod">
          <ac:chgData name="越智 統" userId="2de33d77-a65a-42d1-92e2-b40da65bb07e" providerId="ADAL" clId="{F30BD00A-4533-4B58-A40F-4DF1E72EFFFF}" dt="2026-10-14T14:12:51.038" v="1816" actId="20577"/>
          <ac:spMkLst>
            <pc:docMk/>
            <pc:sldMk cId="3885844179" sldId="264"/>
            <ac:spMk id="2" creationId="{5E4C6CFB-2F0D-35D3-D9D1-9EBA1819C25D}"/>
          </ac:spMkLst>
        </pc:spChg>
        <pc:spChg chg="mod">
          <ac:chgData name="越智 統" userId="2de33d77-a65a-42d1-92e2-b40da65bb07e" providerId="ADAL" clId="{F30BD00A-4533-4B58-A40F-4DF1E72EFFFF}" dt="2026-10-14T14:52:37.802" v="2957" actId="20577"/>
          <ac:spMkLst>
            <pc:docMk/>
            <pc:sldMk cId="3885844179" sldId="264"/>
            <ac:spMk id="3" creationId="{841864B1-F11B-791E-B2CC-18BD151883D1}"/>
          </ac:spMkLst>
        </pc:spChg>
        <pc:spChg chg="add del mod">
          <ac:chgData name="越智 統" userId="2de33d77-a65a-42d1-92e2-b40da65bb07e" providerId="ADAL" clId="{F30BD00A-4533-4B58-A40F-4DF1E72EFFFF}" dt="2026-10-14T14:52:01.821" v="2949"/>
          <ac:spMkLst>
            <pc:docMk/>
            <pc:sldMk cId="3885844179" sldId="264"/>
            <ac:spMk id="6" creationId="{5FC752A8-577A-89EA-0717-B3549FD23391}"/>
          </ac:spMkLst>
        </pc:spChg>
        <pc:spChg chg="add mod">
          <ac:chgData name="越智 統" userId="2de33d77-a65a-42d1-92e2-b40da65bb07e" providerId="ADAL" clId="{F30BD00A-4533-4B58-A40F-4DF1E72EFFFF}" dt="2026-10-14T14:53:26.354" v="2969" actId="1076"/>
          <ac:spMkLst>
            <pc:docMk/>
            <pc:sldMk cId="3885844179" sldId="264"/>
            <ac:spMk id="7" creationId="{F7F93B1D-6A7A-291D-2919-F425C05442E3}"/>
          </ac:spMkLst>
        </pc:spChg>
        <pc:spChg chg="add mod">
          <ac:chgData name="越智 統" userId="2de33d77-a65a-42d1-92e2-b40da65bb07e" providerId="ADAL" clId="{F30BD00A-4533-4B58-A40F-4DF1E72EFFFF}" dt="2026-10-14T14:53:07.438" v="2966" actId="1076"/>
          <ac:spMkLst>
            <pc:docMk/>
            <pc:sldMk cId="3885844179" sldId="264"/>
            <ac:spMk id="8" creationId="{3B85456E-7E55-963C-0602-BC8138A09206}"/>
          </ac:spMkLst>
        </pc:spChg>
        <pc:graphicFrameChg chg="add mod modGraphic">
          <ac:chgData name="越智 統" userId="2de33d77-a65a-42d1-92e2-b40da65bb07e" providerId="ADAL" clId="{F30BD00A-4533-4B58-A40F-4DF1E72EFFFF}" dt="2026-10-14T14:52:54.860" v="2962" actId="1076"/>
          <ac:graphicFrameMkLst>
            <pc:docMk/>
            <pc:sldMk cId="3885844179" sldId="264"/>
            <ac:graphicFrameMk id="4" creationId="{1602F5CF-AB31-34DF-5AFB-AD40F50E9448}"/>
          </ac:graphicFrameMkLst>
        </pc:graphicFrameChg>
        <pc:graphicFrameChg chg="add del mod modGraphic">
          <ac:chgData name="越智 統" userId="2de33d77-a65a-42d1-92e2-b40da65bb07e" providerId="ADAL" clId="{F30BD00A-4533-4B58-A40F-4DF1E72EFFFF}" dt="2026-10-14T14:15:21.015" v="1876" actId="478"/>
          <ac:graphicFrameMkLst>
            <pc:docMk/>
            <pc:sldMk cId="3885844179" sldId="264"/>
            <ac:graphicFrameMk id="5" creationId="{1E2F85A8-F6DB-804F-F322-BFA4AD772849}"/>
          </ac:graphicFrameMkLst>
        </pc:graphicFrameChg>
      </pc:sldChg>
      <pc:sldChg chg="modSp mod">
        <pc:chgData name="越智 統" userId="2de33d77-a65a-42d1-92e2-b40da65bb07e" providerId="ADAL" clId="{F30BD00A-4533-4B58-A40F-4DF1E72EFFFF}" dt="2026-10-15T03:19:33.529" v="3201" actId="20577"/>
        <pc:sldMkLst>
          <pc:docMk/>
          <pc:sldMk cId="3164935586" sldId="265"/>
        </pc:sldMkLst>
        <pc:spChg chg="mod">
          <ac:chgData name="越智 統" userId="2de33d77-a65a-42d1-92e2-b40da65bb07e" providerId="ADAL" clId="{F30BD00A-4533-4B58-A40F-4DF1E72EFFFF}" dt="2026-10-15T03:19:33.529" v="3201" actId="20577"/>
          <ac:spMkLst>
            <pc:docMk/>
            <pc:sldMk cId="3164935586" sldId="265"/>
            <ac:spMk id="2" creationId="{ED59F0AA-AD8D-902D-D440-84F85A87E490}"/>
          </ac:spMkLst>
        </pc:spChg>
        <pc:spChg chg="mod">
          <ac:chgData name="越智 統" userId="2de33d77-a65a-42d1-92e2-b40da65bb07e" providerId="ADAL" clId="{F30BD00A-4533-4B58-A40F-4DF1E72EFFFF}" dt="2026-10-14T14:45:32.083" v="2771" actId="20577"/>
          <ac:spMkLst>
            <pc:docMk/>
            <pc:sldMk cId="3164935586" sldId="265"/>
            <ac:spMk id="3" creationId="{3043F0E9-13F1-3471-E6FC-7A64303B55C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8621DA-98DE-4737-A155-3FBA526A6560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322510E2-C66E-4246-9F75-DB7D58148E05}">
      <dgm:prSet phldrT="[テキスト]"/>
      <dgm:spPr/>
      <dgm:t>
        <a:bodyPr/>
        <a:lstStyle/>
        <a:p>
          <a:r>
            <a:rPr kumimoji="1" lang="en-US" altLang="ja-JP" dirty="0"/>
            <a:t>[0]</a:t>
          </a:r>
        </a:p>
        <a:p>
          <a:r>
            <a:rPr kumimoji="1" lang="ja-JP" altLang="en-US" dirty="0"/>
            <a:t>データ１</a:t>
          </a:r>
        </a:p>
      </dgm:t>
    </dgm:pt>
    <dgm:pt modelId="{DBFF9165-FC1E-4F1A-B5B8-54FB96EF47D0}" type="parTrans" cxnId="{5CF42903-1DDC-4C41-BF10-9E2E9DAD47AA}">
      <dgm:prSet/>
      <dgm:spPr/>
      <dgm:t>
        <a:bodyPr/>
        <a:lstStyle/>
        <a:p>
          <a:endParaRPr kumimoji="1" lang="ja-JP" altLang="en-US"/>
        </a:p>
      </dgm:t>
    </dgm:pt>
    <dgm:pt modelId="{96CCF726-6B43-499A-83B0-09A79FB20542}" type="sibTrans" cxnId="{5CF42903-1DDC-4C41-BF10-9E2E9DAD47AA}">
      <dgm:prSet/>
      <dgm:spPr/>
      <dgm:t>
        <a:bodyPr/>
        <a:lstStyle/>
        <a:p>
          <a:endParaRPr kumimoji="1" lang="ja-JP" altLang="en-US"/>
        </a:p>
      </dgm:t>
    </dgm:pt>
    <dgm:pt modelId="{F009DB3F-0488-4FCC-B325-80C5D27A1251}">
      <dgm:prSet phldrT="[テキスト]"/>
      <dgm:spPr/>
      <dgm:t>
        <a:bodyPr/>
        <a:lstStyle/>
        <a:p>
          <a:r>
            <a:rPr kumimoji="1" lang="en-US" altLang="ja-JP" dirty="0"/>
            <a:t>[1]</a:t>
          </a:r>
        </a:p>
        <a:p>
          <a:r>
            <a:rPr kumimoji="1" lang="ja-JP" altLang="en-US" dirty="0"/>
            <a:t>空き</a:t>
          </a:r>
        </a:p>
      </dgm:t>
    </dgm:pt>
    <dgm:pt modelId="{E9B45D84-48E3-4214-BE85-8A3EAC4639D1}" type="parTrans" cxnId="{3BC624FF-A54D-451D-80D9-30175FF9E5DD}">
      <dgm:prSet/>
      <dgm:spPr/>
      <dgm:t>
        <a:bodyPr/>
        <a:lstStyle/>
        <a:p>
          <a:endParaRPr kumimoji="1" lang="ja-JP" altLang="en-US"/>
        </a:p>
      </dgm:t>
    </dgm:pt>
    <dgm:pt modelId="{8B739F00-8AEA-42D7-AE29-85F1645CF8B9}" type="sibTrans" cxnId="{3BC624FF-A54D-451D-80D9-30175FF9E5DD}">
      <dgm:prSet/>
      <dgm:spPr/>
      <dgm:t>
        <a:bodyPr/>
        <a:lstStyle/>
        <a:p>
          <a:endParaRPr kumimoji="1" lang="ja-JP" altLang="en-US"/>
        </a:p>
      </dgm:t>
    </dgm:pt>
    <dgm:pt modelId="{D4C88156-7866-4E92-A107-D6ABA625DAF2}">
      <dgm:prSet phldrT="[テキスト]"/>
      <dgm:spPr/>
      <dgm:t>
        <a:bodyPr/>
        <a:lstStyle/>
        <a:p>
          <a:r>
            <a:rPr kumimoji="1" lang="en-US" altLang="ja-JP" dirty="0"/>
            <a:t>[2]</a:t>
          </a:r>
        </a:p>
        <a:p>
          <a:r>
            <a:rPr kumimoji="1" lang="ja-JP" altLang="en-US" dirty="0"/>
            <a:t>空き</a:t>
          </a:r>
        </a:p>
      </dgm:t>
    </dgm:pt>
    <dgm:pt modelId="{D1715BA5-0509-4C15-BD7C-9661B5D1DFC6}" type="parTrans" cxnId="{1DF04F60-6CAD-4B2E-8ECA-ADAFA4CE61AF}">
      <dgm:prSet/>
      <dgm:spPr/>
      <dgm:t>
        <a:bodyPr/>
        <a:lstStyle/>
        <a:p>
          <a:endParaRPr kumimoji="1" lang="ja-JP" altLang="en-US"/>
        </a:p>
      </dgm:t>
    </dgm:pt>
    <dgm:pt modelId="{E119FA1F-345A-41E0-A525-ED2F8A7DF06F}" type="sibTrans" cxnId="{1DF04F60-6CAD-4B2E-8ECA-ADAFA4CE61AF}">
      <dgm:prSet/>
      <dgm:spPr/>
      <dgm:t>
        <a:bodyPr/>
        <a:lstStyle/>
        <a:p>
          <a:endParaRPr kumimoji="1" lang="ja-JP" altLang="en-US"/>
        </a:p>
      </dgm:t>
    </dgm:pt>
    <dgm:pt modelId="{C250C18A-D6CD-42C9-BD19-4EFEBCE84A50}">
      <dgm:prSet phldrT="[テキスト]"/>
      <dgm:spPr/>
      <dgm:t>
        <a:bodyPr/>
        <a:lstStyle/>
        <a:p>
          <a:r>
            <a:rPr kumimoji="1" lang="en-US" altLang="ja-JP" dirty="0"/>
            <a:t>[3]</a:t>
          </a:r>
        </a:p>
        <a:p>
          <a:r>
            <a:rPr kumimoji="1" lang="ja-JP" altLang="en-US" dirty="0"/>
            <a:t>データ２</a:t>
          </a:r>
        </a:p>
      </dgm:t>
    </dgm:pt>
    <dgm:pt modelId="{66DC6D86-99DF-4963-BF89-3C3406827221}" type="parTrans" cxnId="{52B7AC6C-E8DE-4235-90CA-51E072F74651}">
      <dgm:prSet/>
      <dgm:spPr/>
      <dgm:t>
        <a:bodyPr/>
        <a:lstStyle/>
        <a:p>
          <a:endParaRPr kumimoji="1" lang="ja-JP" altLang="en-US"/>
        </a:p>
      </dgm:t>
    </dgm:pt>
    <dgm:pt modelId="{04BC8051-6652-4389-B0C1-19942FB32101}" type="sibTrans" cxnId="{52B7AC6C-E8DE-4235-90CA-51E072F74651}">
      <dgm:prSet/>
      <dgm:spPr/>
      <dgm:t>
        <a:bodyPr/>
        <a:lstStyle/>
        <a:p>
          <a:endParaRPr kumimoji="1" lang="ja-JP" altLang="en-US"/>
        </a:p>
      </dgm:t>
    </dgm:pt>
    <dgm:pt modelId="{F232A69B-B1A3-4238-88E6-CD29F9B697E7}">
      <dgm:prSet phldrT="[テキスト]"/>
      <dgm:spPr/>
      <dgm:t>
        <a:bodyPr/>
        <a:lstStyle/>
        <a:p>
          <a:r>
            <a:rPr kumimoji="1" lang="en-US" altLang="ja-JP" dirty="0"/>
            <a:t>[4]</a:t>
          </a:r>
        </a:p>
        <a:p>
          <a:r>
            <a:rPr kumimoji="1" lang="ja-JP" altLang="en-US" dirty="0"/>
            <a:t>データ３</a:t>
          </a:r>
        </a:p>
      </dgm:t>
    </dgm:pt>
    <dgm:pt modelId="{15C5AD7B-E4A0-44C6-AF86-154DA7D88A5F}" type="parTrans" cxnId="{ECC9154B-E5C4-42FB-B8B2-FE512DB92DFE}">
      <dgm:prSet/>
      <dgm:spPr/>
      <dgm:t>
        <a:bodyPr/>
        <a:lstStyle/>
        <a:p>
          <a:endParaRPr kumimoji="1" lang="ja-JP" altLang="en-US"/>
        </a:p>
      </dgm:t>
    </dgm:pt>
    <dgm:pt modelId="{346C0105-29DC-43A0-BE83-B866CED1D912}" type="sibTrans" cxnId="{ECC9154B-E5C4-42FB-B8B2-FE512DB92DFE}">
      <dgm:prSet/>
      <dgm:spPr/>
      <dgm:t>
        <a:bodyPr/>
        <a:lstStyle/>
        <a:p>
          <a:endParaRPr kumimoji="1" lang="ja-JP" altLang="en-US"/>
        </a:p>
      </dgm:t>
    </dgm:pt>
    <dgm:pt modelId="{8629BC10-BD2F-4E22-966F-F112607BD29B}" type="pres">
      <dgm:prSet presAssocID="{F78621DA-98DE-4737-A155-3FBA526A6560}" presName="cycle" presStyleCnt="0">
        <dgm:presLayoutVars>
          <dgm:dir/>
          <dgm:resizeHandles val="exact"/>
        </dgm:presLayoutVars>
      </dgm:prSet>
      <dgm:spPr/>
    </dgm:pt>
    <dgm:pt modelId="{8D57C528-DD23-4726-ADDB-08B222FDF048}" type="pres">
      <dgm:prSet presAssocID="{322510E2-C66E-4246-9F75-DB7D58148E05}" presName="node" presStyleLbl="node1" presStyleIdx="0" presStyleCnt="5">
        <dgm:presLayoutVars>
          <dgm:bulletEnabled val="1"/>
        </dgm:presLayoutVars>
      </dgm:prSet>
      <dgm:spPr/>
    </dgm:pt>
    <dgm:pt modelId="{513E25E2-42FC-4381-972D-1D7360E826DE}" type="pres">
      <dgm:prSet presAssocID="{322510E2-C66E-4246-9F75-DB7D58148E05}" presName="spNode" presStyleCnt="0"/>
      <dgm:spPr/>
    </dgm:pt>
    <dgm:pt modelId="{02E2A525-433A-44B7-8533-39CD8C4081DB}" type="pres">
      <dgm:prSet presAssocID="{96CCF726-6B43-499A-83B0-09A79FB20542}" presName="sibTrans" presStyleLbl="sibTrans1D1" presStyleIdx="0" presStyleCnt="5"/>
      <dgm:spPr/>
    </dgm:pt>
    <dgm:pt modelId="{B16BCE7C-EFAA-4193-A565-C60AB83E2E49}" type="pres">
      <dgm:prSet presAssocID="{F009DB3F-0488-4FCC-B325-80C5D27A1251}" presName="node" presStyleLbl="node1" presStyleIdx="1" presStyleCnt="5">
        <dgm:presLayoutVars>
          <dgm:bulletEnabled val="1"/>
        </dgm:presLayoutVars>
      </dgm:prSet>
      <dgm:spPr/>
    </dgm:pt>
    <dgm:pt modelId="{84712916-803C-48FF-AD4E-74D68A472897}" type="pres">
      <dgm:prSet presAssocID="{F009DB3F-0488-4FCC-B325-80C5D27A1251}" presName="spNode" presStyleCnt="0"/>
      <dgm:spPr/>
    </dgm:pt>
    <dgm:pt modelId="{D38753C0-5CCE-4EA8-8226-3A0AEDF573EB}" type="pres">
      <dgm:prSet presAssocID="{8B739F00-8AEA-42D7-AE29-85F1645CF8B9}" presName="sibTrans" presStyleLbl="sibTrans1D1" presStyleIdx="1" presStyleCnt="5"/>
      <dgm:spPr/>
    </dgm:pt>
    <dgm:pt modelId="{396CFCC9-DD87-44AC-BA2C-CB693D611578}" type="pres">
      <dgm:prSet presAssocID="{D4C88156-7866-4E92-A107-D6ABA625DAF2}" presName="node" presStyleLbl="node1" presStyleIdx="2" presStyleCnt="5">
        <dgm:presLayoutVars>
          <dgm:bulletEnabled val="1"/>
        </dgm:presLayoutVars>
      </dgm:prSet>
      <dgm:spPr/>
    </dgm:pt>
    <dgm:pt modelId="{0EA23156-0A36-48FC-BA46-8743630B05AF}" type="pres">
      <dgm:prSet presAssocID="{D4C88156-7866-4E92-A107-D6ABA625DAF2}" presName="spNode" presStyleCnt="0"/>
      <dgm:spPr/>
    </dgm:pt>
    <dgm:pt modelId="{D8D59009-16EE-4E6C-B791-56AEE240D26E}" type="pres">
      <dgm:prSet presAssocID="{E119FA1F-345A-41E0-A525-ED2F8A7DF06F}" presName="sibTrans" presStyleLbl="sibTrans1D1" presStyleIdx="2" presStyleCnt="5"/>
      <dgm:spPr/>
    </dgm:pt>
    <dgm:pt modelId="{15FEC346-A5E9-48C3-A64D-E7F878F99481}" type="pres">
      <dgm:prSet presAssocID="{C250C18A-D6CD-42C9-BD19-4EFEBCE84A50}" presName="node" presStyleLbl="node1" presStyleIdx="3" presStyleCnt="5">
        <dgm:presLayoutVars>
          <dgm:bulletEnabled val="1"/>
        </dgm:presLayoutVars>
      </dgm:prSet>
      <dgm:spPr/>
    </dgm:pt>
    <dgm:pt modelId="{BD713BA2-401C-4730-B0A2-5169F87959DF}" type="pres">
      <dgm:prSet presAssocID="{C250C18A-D6CD-42C9-BD19-4EFEBCE84A50}" presName="spNode" presStyleCnt="0"/>
      <dgm:spPr/>
    </dgm:pt>
    <dgm:pt modelId="{5783C2C1-F472-4FCF-A25F-E706F3F2F703}" type="pres">
      <dgm:prSet presAssocID="{04BC8051-6652-4389-B0C1-19942FB32101}" presName="sibTrans" presStyleLbl="sibTrans1D1" presStyleIdx="3" presStyleCnt="5"/>
      <dgm:spPr/>
    </dgm:pt>
    <dgm:pt modelId="{0354585E-A298-49AB-BBDD-4A069BDC6A02}" type="pres">
      <dgm:prSet presAssocID="{F232A69B-B1A3-4238-88E6-CD29F9B697E7}" presName="node" presStyleLbl="node1" presStyleIdx="4" presStyleCnt="5">
        <dgm:presLayoutVars>
          <dgm:bulletEnabled val="1"/>
        </dgm:presLayoutVars>
      </dgm:prSet>
      <dgm:spPr/>
    </dgm:pt>
    <dgm:pt modelId="{E15C42C4-B462-400B-A806-926EE3F0AD7E}" type="pres">
      <dgm:prSet presAssocID="{F232A69B-B1A3-4238-88E6-CD29F9B697E7}" presName="spNode" presStyleCnt="0"/>
      <dgm:spPr/>
    </dgm:pt>
    <dgm:pt modelId="{47A68A92-9214-4188-AC1C-3AFC58A78268}" type="pres">
      <dgm:prSet presAssocID="{346C0105-29DC-43A0-BE83-B866CED1D912}" presName="sibTrans" presStyleLbl="sibTrans1D1" presStyleIdx="4" presStyleCnt="5"/>
      <dgm:spPr/>
    </dgm:pt>
  </dgm:ptLst>
  <dgm:cxnLst>
    <dgm:cxn modelId="{5CF42903-1DDC-4C41-BF10-9E2E9DAD47AA}" srcId="{F78621DA-98DE-4737-A155-3FBA526A6560}" destId="{322510E2-C66E-4246-9F75-DB7D58148E05}" srcOrd="0" destOrd="0" parTransId="{DBFF9165-FC1E-4F1A-B5B8-54FB96EF47D0}" sibTransId="{96CCF726-6B43-499A-83B0-09A79FB20542}"/>
    <dgm:cxn modelId="{DD1C431F-8B8D-4F71-AC29-A371009DAA5C}" type="presOf" srcId="{E119FA1F-345A-41E0-A525-ED2F8A7DF06F}" destId="{D8D59009-16EE-4E6C-B791-56AEE240D26E}" srcOrd="0" destOrd="0" presId="urn:microsoft.com/office/officeart/2005/8/layout/cycle5"/>
    <dgm:cxn modelId="{BA9A9A21-6F4C-4032-8A2C-FBF86A1D4811}" type="presOf" srcId="{C250C18A-D6CD-42C9-BD19-4EFEBCE84A50}" destId="{15FEC346-A5E9-48C3-A64D-E7F878F99481}" srcOrd="0" destOrd="0" presId="urn:microsoft.com/office/officeart/2005/8/layout/cycle5"/>
    <dgm:cxn modelId="{D2FA832E-A601-4295-AFC0-3182714656C2}" type="presOf" srcId="{F232A69B-B1A3-4238-88E6-CD29F9B697E7}" destId="{0354585E-A298-49AB-BBDD-4A069BDC6A02}" srcOrd="0" destOrd="0" presId="urn:microsoft.com/office/officeart/2005/8/layout/cycle5"/>
    <dgm:cxn modelId="{0FD78E5C-4141-4ABC-9358-7005C38D189B}" type="presOf" srcId="{346C0105-29DC-43A0-BE83-B866CED1D912}" destId="{47A68A92-9214-4188-AC1C-3AFC58A78268}" srcOrd="0" destOrd="0" presId="urn:microsoft.com/office/officeart/2005/8/layout/cycle5"/>
    <dgm:cxn modelId="{CC2CE95F-1E55-4616-BA9C-832E1E915C35}" type="presOf" srcId="{F78621DA-98DE-4737-A155-3FBA526A6560}" destId="{8629BC10-BD2F-4E22-966F-F112607BD29B}" srcOrd="0" destOrd="0" presId="urn:microsoft.com/office/officeart/2005/8/layout/cycle5"/>
    <dgm:cxn modelId="{1DF04F60-6CAD-4B2E-8ECA-ADAFA4CE61AF}" srcId="{F78621DA-98DE-4737-A155-3FBA526A6560}" destId="{D4C88156-7866-4E92-A107-D6ABA625DAF2}" srcOrd="2" destOrd="0" parTransId="{D1715BA5-0509-4C15-BD7C-9661B5D1DFC6}" sibTransId="{E119FA1F-345A-41E0-A525-ED2F8A7DF06F}"/>
    <dgm:cxn modelId="{0ACE9663-2F6C-42E8-8C9A-AA2B80B08FDD}" type="presOf" srcId="{96CCF726-6B43-499A-83B0-09A79FB20542}" destId="{02E2A525-433A-44B7-8533-39CD8C4081DB}" srcOrd="0" destOrd="0" presId="urn:microsoft.com/office/officeart/2005/8/layout/cycle5"/>
    <dgm:cxn modelId="{18809166-D311-4E5D-AB2E-67E96E829EDB}" type="presOf" srcId="{D4C88156-7866-4E92-A107-D6ABA625DAF2}" destId="{396CFCC9-DD87-44AC-BA2C-CB693D611578}" srcOrd="0" destOrd="0" presId="urn:microsoft.com/office/officeart/2005/8/layout/cycle5"/>
    <dgm:cxn modelId="{ECC9154B-E5C4-42FB-B8B2-FE512DB92DFE}" srcId="{F78621DA-98DE-4737-A155-3FBA526A6560}" destId="{F232A69B-B1A3-4238-88E6-CD29F9B697E7}" srcOrd="4" destOrd="0" parTransId="{15C5AD7B-E4A0-44C6-AF86-154DA7D88A5F}" sibTransId="{346C0105-29DC-43A0-BE83-B866CED1D912}"/>
    <dgm:cxn modelId="{52B7AC6C-E8DE-4235-90CA-51E072F74651}" srcId="{F78621DA-98DE-4737-A155-3FBA526A6560}" destId="{C250C18A-D6CD-42C9-BD19-4EFEBCE84A50}" srcOrd="3" destOrd="0" parTransId="{66DC6D86-99DF-4963-BF89-3C3406827221}" sibTransId="{04BC8051-6652-4389-B0C1-19942FB32101}"/>
    <dgm:cxn modelId="{3E080D9D-4776-478E-AE15-BAD2DEB58812}" type="presOf" srcId="{322510E2-C66E-4246-9F75-DB7D58148E05}" destId="{8D57C528-DD23-4726-ADDB-08B222FDF048}" srcOrd="0" destOrd="0" presId="urn:microsoft.com/office/officeart/2005/8/layout/cycle5"/>
    <dgm:cxn modelId="{F4A893B2-A438-4F3E-A5D5-721A00078EA4}" type="presOf" srcId="{F009DB3F-0488-4FCC-B325-80C5D27A1251}" destId="{B16BCE7C-EFAA-4193-A565-C60AB83E2E49}" srcOrd="0" destOrd="0" presId="urn:microsoft.com/office/officeart/2005/8/layout/cycle5"/>
    <dgm:cxn modelId="{11D4D4C2-2A4A-4140-A825-F244E0F7899B}" type="presOf" srcId="{8B739F00-8AEA-42D7-AE29-85F1645CF8B9}" destId="{D38753C0-5CCE-4EA8-8226-3A0AEDF573EB}" srcOrd="0" destOrd="0" presId="urn:microsoft.com/office/officeart/2005/8/layout/cycle5"/>
    <dgm:cxn modelId="{550342E2-C9D5-4BC0-9D53-317B1FE6B7CC}" type="presOf" srcId="{04BC8051-6652-4389-B0C1-19942FB32101}" destId="{5783C2C1-F472-4FCF-A25F-E706F3F2F703}" srcOrd="0" destOrd="0" presId="urn:microsoft.com/office/officeart/2005/8/layout/cycle5"/>
    <dgm:cxn modelId="{3BC624FF-A54D-451D-80D9-30175FF9E5DD}" srcId="{F78621DA-98DE-4737-A155-3FBA526A6560}" destId="{F009DB3F-0488-4FCC-B325-80C5D27A1251}" srcOrd="1" destOrd="0" parTransId="{E9B45D84-48E3-4214-BE85-8A3EAC4639D1}" sibTransId="{8B739F00-8AEA-42D7-AE29-85F1645CF8B9}"/>
    <dgm:cxn modelId="{2F13AF19-350F-476A-9B0F-6D2C23A0F14B}" type="presParOf" srcId="{8629BC10-BD2F-4E22-966F-F112607BD29B}" destId="{8D57C528-DD23-4726-ADDB-08B222FDF048}" srcOrd="0" destOrd="0" presId="urn:microsoft.com/office/officeart/2005/8/layout/cycle5"/>
    <dgm:cxn modelId="{3AD228AF-FD58-43F1-8B59-F739E890F97E}" type="presParOf" srcId="{8629BC10-BD2F-4E22-966F-F112607BD29B}" destId="{513E25E2-42FC-4381-972D-1D7360E826DE}" srcOrd="1" destOrd="0" presId="urn:microsoft.com/office/officeart/2005/8/layout/cycle5"/>
    <dgm:cxn modelId="{1050013A-C2A2-45D8-98FF-FE7D648E278F}" type="presParOf" srcId="{8629BC10-BD2F-4E22-966F-F112607BD29B}" destId="{02E2A525-433A-44B7-8533-39CD8C4081DB}" srcOrd="2" destOrd="0" presId="urn:microsoft.com/office/officeart/2005/8/layout/cycle5"/>
    <dgm:cxn modelId="{77DADA9A-882D-410D-A215-ED512ACEB2EC}" type="presParOf" srcId="{8629BC10-BD2F-4E22-966F-F112607BD29B}" destId="{B16BCE7C-EFAA-4193-A565-C60AB83E2E49}" srcOrd="3" destOrd="0" presId="urn:microsoft.com/office/officeart/2005/8/layout/cycle5"/>
    <dgm:cxn modelId="{DAAAB2EC-73F7-4671-B5EA-2F259A0BD897}" type="presParOf" srcId="{8629BC10-BD2F-4E22-966F-F112607BD29B}" destId="{84712916-803C-48FF-AD4E-74D68A472897}" srcOrd="4" destOrd="0" presId="urn:microsoft.com/office/officeart/2005/8/layout/cycle5"/>
    <dgm:cxn modelId="{C27486EF-1516-4AF0-BBFE-00D80DA158B6}" type="presParOf" srcId="{8629BC10-BD2F-4E22-966F-F112607BD29B}" destId="{D38753C0-5CCE-4EA8-8226-3A0AEDF573EB}" srcOrd="5" destOrd="0" presId="urn:microsoft.com/office/officeart/2005/8/layout/cycle5"/>
    <dgm:cxn modelId="{C102AD46-767C-40B3-8392-82F10448B099}" type="presParOf" srcId="{8629BC10-BD2F-4E22-966F-F112607BD29B}" destId="{396CFCC9-DD87-44AC-BA2C-CB693D611578}" srcOrd="6" destOrd="0" presId="urn:microsoft.com/office/officeart/2005/8/layout/cycle5"/>
    <dgm:cxn modelId="{DBF735DF-AF03-467E-9F10-6709981A66F2}" type="presParOf" srcId="{8629BC10-BD2F-4E22-966F-F112607BD29B}" destId="{0EA23156-0A36-48FC-BA46-8743630B05AF}" srcOrd="7" destOrd="0" presId="urn:microsoft.com/office/officeart/2005/8/layout/cycle5"/>
    <dgm:cxn modelId="{52B39464-BDAD-4A01-9DFB-AC38EBF1060C}" type="presParOf" srcId="{8629BC10-BD2F-4E22-966F-F112607BD29B}" destId="{D8D59009-16EE-4E6C-B791-56AEE240D26E}" srcOrd="8" destOrd="0" presId="urn:microsoft.com/office/officeart/2005/8/layout/cycle5"/>
    <dgm:cxn modelId="{89D7C66A-C6D8-49CD-B42C-3CC68C8761CF}" type="presParOf" srcId="{8629BC10-BD2F-4E22-966F-F112607BD29B}" destId="{15FEC346-A5E9-48C3-A64D-E7F878F99481}" srcOrd="9" destOrd="0" presId="urn:microsoft.com/office/officeart/2005/8/layout/cycle5"/>
    <dgm:cxn modelId="{8C853F25-A93E-4B10-B285-61F48192DD15}" type="presParOf" srcId="{8629BC10-BD2F-4E22-966F-F112607BD29B}" destId="{BD713BA2-401C-4730-B0A2-5169F87959DF}" srcOrd="10" destOrd="0" presId="urn:microsoft.com/office/officeart/2005/8/layout/cycle5"/>
    <dgm:cxn modelId="{6D25DBF9-508A-4297-8E1E-FF2635F1784D}" type="presParOf" srcId="{8629BC10-BD2F-4E22-966F-F112607BD29B}" destId="{5783C2C1-F472-4FCF-A25F-E706F3F2F703}" srcOrd="11" destOrd="0" presId="urn:microsoft.com/office/officeart/2005/8/layout/cycle5"/>
    <dgm:cxn modelId="{AE7612E8-1213-4A6E-83F3-E95F3E4800B8}" type="presParOf" srcId="{8629BC10-BD2F-4E22-966F-F112607BD29B}" destId="{0354585E-A298-49AB-BBDD-4A069BDC6A02}" srcOrd="12" destOrd="0" presId="urn:microsoft.com/office/officeart/2005/8/layout/cycle5"/>
    <dgm:cxn modelId="{D9F4EE71-E346-4B47-82CF-36967609383A}" type="presParOf" srcId="{8629BC10-BD2F-4E22-966F-F112607BD29B}" destId="{E15C42C4-B462-400B-A806-926EE3F0AD7E}" srcOrd="13" destOrd="0" presId="urn:microsoft.com/office/officeart/2005/8/layout/cycle5"/>
    <dgm:cxn modelId="{35FD6971-D8DD-42ED-A84A-9483F91E480B}" type="presParOf" srcId="{8629BC10-BD2F-4E22-966F-F112607BD29B}" destId="{47A68A92-9214-4188-AC1C-3AFC58A78268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7C528-DD23-4726-ADDB-08B222FDF048}">
      <dsp:nvSpPr>
        <dsp:cNvPr id="0" name=""/>
        <dsp:cNvSpPr/>
      </dsp:nvSpPr>
      <dsp:spPr>
        <a:xfrm>
          <a:off x="1515046" y="1105"/>
          <a:ext cx="758448" cy="4929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800" kern="1200" dirty="0"/>
            <a:t>[0]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/>
            <a:t>データ１</a:t>
          </a:r>
        </a:p>
      </dsp:txBody>
      <dsp:txXfrm>
        <a:off x="1539112" y="25171"/>
        <a:ext cx="710316" cy="444859"/>
      </dsp:txXfrm>
    </dsp:sp>
    <dsp:sp modelId="{02E2A525-433A-44B7-8533-39CD8C4081DB}">
      <dsp:nvSpPr>
        <dsp:cNvPr id="0" name=""/>
        <dsp:cNvSpPr/>
      </dsp:nvSpPr>
      <dsp:spPr>
        <a:xfrm>
          <a:off x="909488" y="247600"/>
          <a:ext cx="1969563" cy="1969563"/>
        </a:xfrm>
        <a:custGeom>
          <a:avLst/>
          <a:gdLst/>
          <a:ahLst/>
          <a:cxnLst/>
          <a:rect l="0" t="0" r="0" b="0"/>
          <a:pathLst>
            <a:path>
              <a:moveTo>
                <a:pt x="1465572" y="125342"/>
              </a:moveTo>
              <a:arcTo wR="984781" hR="984781" stAng="17953423" swAng="121155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6BCE7C-EFAA-4193-A565-C60AB83E2E49}">
      <dsp:nvSpPr>
        <dsp:cNvPr id="0" name=""/>
        <dsp:cNvSpPr/>
      </dsp:nvSpPr>
      <dsp:spPr>
        <a:xfrm>
          <a:off x="2451629" y="681572"/>
          <a:ext cx="758448" cy="4929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800" kern="1200" dirty="0"/>
            <a:t>[1]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/>
            <a:t>空き</a:t>
          </a:r>
        </a:p>
      </dsp:txBody>
      <dsp:txXfrm>
        <a:off x="2475695" y="705638"/>
        <a:ext cx="710316" cy="444859"/>
      </dsp:txXfrm>
    </dsp:sp>
    <dsp:sp modelId="{D38753C0-5CCE-4EA8-8226-3A0AEDF573EB}">
      <dsp:nvSpPr>
        <dsp:cNvPr id="0" name=""/>
        <dsp:cNvSpPr/>
      </dsp:nvSpPr>
      <dsp:spPr>
        <a:xfrm>
          <a:off x="909488" y="247600"/>
          <a:ext cx="1969563" cy="1969563"/>
        </a:xfrm>
        <a:custGeom>
          <a:avLst/>
          <a:gdLst/>
          <a:ahLst/>
          <a:cxnLst/>
          <a:rect l="0" t="0" r="0" b="0"/>
          <a:pathLst>
            <a:path>
              <a:moveTo>
                <a:pt x="1967201" y="1052949"/>
              </a:moveTo>
              <a:arcTo wR="984781" hR="984781" stAng="21838156" swAng="135974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6CFCC9-DD87-44AC-BA2C-CB693D611578}">
      <dsp:nvSpPr>
        <dsp:cNvPr id="0" name=""/>
        <dsp:cNvSpPr/>
      </dsp:nvSpPr>
      <dsp:spPr>
        <a:xfrm>
          <a:off x="2093886" y="1782591"/>
          <a:ext cx="758448" cy="4929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800" kern="1200" dirty="0"/>
            <a:t>[2]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/>
            <a:t>空き</a:t>
          </a:r>
        </a:p>
      </dsp:txBody>
      <dsp:txXfrm>
        <a:off x="2117952" y="1806657"/>
        <a:ext cx="710316" cy="444859"/>
      </dsp:txXfrm>
    </dsp:sp>
    <dsp:sp modelId="{D8D59009-16EE-4E6C-B791-56AEE240D26E}">
      <dsp:nvSpPr>
        <dsp:cNvPr id="0" name=""/>
        <dsp:cNvSpPr/>
      </dsp:nvSpPr>
      <dsp:spPr>
        <a:xfrm>
          <a:off x="909488" y="247600"/>
          <a:ext cx="1969563" cy="1969563"/>
        </a:xfrm>
        <a:custGeom>
          <a:avLst/>
          <a:gdLst/>
          <a:ahLst/>
          <a:cxnLst/>
          <a:rect l="0" t="0" r="0" b="0"/>
          <a:pathLst>
            <a:path>
              <a:moveTo>
                <a:pt x="1105638" y="1962118"/>
              </a:moveTo>
              <a:arcTo wR="984781" hR="984781" stAng="4977037" swAng="84592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FEC346-A5E9-48C3-A64D-E7F878F99481}">
      <dsp:nvSpPr>
        <dsp:cNvPr id="0" name=""/>
        <dsp:cNvSpPr/>
      </dsp:nvSpPr>
      <dsp:spPr>
        <a:xfrm>
          <a:off x="936206" y="1782591"/>
          <a:ext cx="758448" cy="4929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800" kern="1200" dirty="0"/>
            <a:t>[3]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/>
            <a:t>データ２</a:t>
          </a:r>
        </a:p>
      </dsp:txBody>
      <dsp:txXfrm>
        <a:off x="960272" y="1806657"/>
        <a:ext cx="710316" cy="444859"/>
      </dsp:txXfrm>
    </dsp:sp>
    <dsp:sp modelId="{5783C2C1-F472-4FCF-A25F-E706F3F2F703}">
      <dsp:nvSpPr>
        <dsp:cNvPr id="0" name=""/>
        <dsp:cNvSpPr/>
      </dsp:nvSpPr>
      <dsp:spPr>
        <a:xfrm>
          <a:off x="909488" y="247600"/>
          <a:ext cx="1969563" cy="1969563"/>
        </a:xfrm>
        <a:custGeom>
          <a:avLst/>
          <a:gdLst/>
          <a:ahLst/>
          <a:cxnLst/>
          <a:rect l="0" t="0" r="0" b="0"/>
          <a:pathLst>
            <a:path>
              <a:moveTo>
                <a:pt x="104478" y="1426212"/>
              </a:moveTo>
              <a:arcTo wR="984781" hR="984781" stAng="9202102" swAng="135974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54585E-A298-49AB-BBDD-4A069BDC6A02}">
      <dsp:nvSpPr>
        <dsp:cNvPr id="0" name=""/>
        <dsp:cNvSpPr/>
      </dsp:nvSpPr>
      <dsp:spPr>
        <a:xfrm>
          <a:off x="578463" y="681572"/>
          <a:ext cx="758448" cy="4929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800" kern="1200" dirty="0"/>
            <a:t>[4]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/>
            <a:t>データ３</a:t>
          </a:r>
        </a:p>
      </dsp:txBody>
      <dsp:txXfrm>
        <a:off x="602529" y="705638"/>
        <a:ext cx="710316" cy="444859"/>
      </dsp:txXfrm>
    </dsp:sp>
    <dsp:sp modelId="{47A68A92-9214-4188-AC1C-3AFC58A78268}">
      <dsp:nvSpPr>
        <dsp:cNvPr id="0" name=""/>
        <dsp:cNvSpPr/>
      </dsp:nvSpPr>
      <dsp:spPr>
        <a:xfrm>
          <a:off x="909488" y="247600"/>
          <a:ext cx="1969563" cy="1969563"/>
        </a:xfrm>
        <a:custGeom>
          <a:avLst/>
          <a:gdLst/>
          <a:ahLst/>
          <a:cxnLst/>
          <a:rect l="0" t="0" r="0" b="0"/>
          <a:pathLst>
            <a:path>
              <a:moveTo>
                <a:pt x="236882" y="344124"/>
              </a:moveTo>
              <a:arcTo wR="984781" hR="984781" stAng="13235018" swAng="121155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C1AF5-5307-4BEA-AC27-AC42AC02FE6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12A8F-3087-4354-AA38-8C50AF9724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45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12A8F-3087-4354-AA38-8C50AF9724C0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083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7516A-DB07-E158-675C-7A6174FBF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D72E58-CD23-8941-895A-008F34ECD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EB8D5A-E1A8-3061-4676-26018119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E43EF4-AEBD-26D1-8691-EA3420F0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CBBCEA-6DF9-7B89-D740-E12EF68B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49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4AF90-4432-724E-2C5A-816E9750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0BF553-DA0A-EC27-3A85-67C087EB1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247211-303A-613E-BA95-703DEB78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605068-444F-DB77-ED2E-87CFC50D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272A45-A299-CF8F-3341-A50AE595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774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33EC2-4C33-5C82-C96B-36C7C62BA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458304-CF71-F3E5-91CC-4090E10A0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FDDA9C-4128-2D5E-CAC5-508B7896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81A38C-9403-7778-E7CE-ED4978DD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AE2D95-3FE9-3D91-B8D1-1FBAEAA7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172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A9BEE-5A3D-ED05-FAC4-A42FCB233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B9735F-12EC-2F4E-8CCC-705E8A8D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190822-F728-D5D2-ABBF-DC389364A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8EAFDB-B983-B189-CA52-97486780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BD1204-AF24-8B3F-974D-E545A98C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A6FAF1-9085-4D7A-2849-24E83540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85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B2DCF9-5A94-781F-CA8A-09818A82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EBF118-F368-6B1E-3C3D-F7B91673D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0C7B78-7A94-40BA-B49D-3C6AF8600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B44106A-5BF7-3E06-3AC5-188029DD4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481C0E-C428-00A8-4483-B3746C1B0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DC5CFBA-DC19-3240-BB14-7A4A331C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F77301-C631-0491-332F-8EDCF237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3F9FA7C-D301-DAE0-2F9F-2E459825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73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391B19-DEE8-0053-E660-23632991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6FE139F-0975-50DF-CB57-47739526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5B6630B-8A37-29AA-6309-92460163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6DAE964-EB0E-297A-EAEE-952BE0D71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63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406381-C19B-D445-84ED-077D2658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7F4537-0BA4-CACE-50C8-BE3E444A0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BDAF0D-F23E-6BE3-A4C7-6ACED202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39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4D3D34-9A10-2FAA-207D-4C4678A8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FD46E5-430F-8CB1-7818-8FBA249CC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5EE1E5-FA7C-D7A5-4CC9-1D69ECED0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3A9190-E55D-9ADC-4578-32D2998F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1CE5C0-69E1-68CB-EF03-393052B7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EBB515-5020-9242-20EB-58C64843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399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4CD009-2663-A405-E3F4-1EA84733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DECBAEE-4F5E-971C-ED15-A515C7539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33C68E-C8E9-4DFF-3F5D-AFF038330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F27664-A1C2-7FED-8BE7-947BA17B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2FD135-7C3E-874C-D4EC-D6A1036F8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C00623-A396-D0A1-F66F-A1467E94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277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D15F21-EF42-2056-FD5B-1B485B37A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40834D-9BAC-5B03-B5EF-0A6D4A780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9190BC-0FBD-B542-20B7-D81FFEA6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197DCD-9505-D251-5781-D2C55AEAB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983E35-0A3D-12D7-416F-69FD7756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489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622AE7-B59E-8F57-2EB8-5DCD21C7B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554325-9835-D898-0484-204DEFF96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BCE6EA-18C7-F420-AA51-637D64B3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281C57-3661-1BEF-E1F1-D9A14B4C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BA31F0-3FDD-5C00-F9D5-DC3F57DC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9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E37C16-FC06-1A13-49FB-105B39706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441E71-5ED7-68A7-3048-3070E4E16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CF5043-B2FE-E9FE-C423-44C3DA5CF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91E36-DE35-43E6-928F-4F0F238BF226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2A9D68-A291-71DF-6EF5-9DC2F211B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AAB419-C9EC-C419-E080-8E5DAEC63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124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BBEBBD-1C13-9111-5D6E-6978AA1CCE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36-40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7558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826F-F9EB-0B0B-50EA-3756072F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8393C-4136-4143-B248-25581EA6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36: </a:t>
            </a:r>
            <a:r>
              <a:rPr lang="ja-JP" altLang="en-US" dirty="0"/>
              <a:t>範囲の二分探索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19E177-E713-A82D-BD21-120D00D50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ランク分け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カウンタ</a:t>
            </a:r>
            <a:endParaRPr lang="en-US" altLang="ja-JP" dirty="0"/>
          </a:p>
          <a:p>
            <a:pPr lvl="1"/>
            <a:r>
              <a:rPr lang="en-US" altLang="ja-JP" dirty="0"/>
              <a:t>j: </a:t>
            </a:r>
            <a:r>
              <a:rPr lang="ja-JP" altLang="en-US" dirty="0"/>
              <a:t>二分探索の上限</a:t>
            </a:r>
            <a:endParaRPr lang="en-US" altLang="ja-JP" dirty="0"/>
          </a:p>
          <a:p>
            <a:pPr lvl="1"/>
            <a:r>
              <a:rPr lang="en-US" altLang="ja-JP" dirty="0"/>
              <a:t>k: </a:t>
            </a:r>
            <a:r>
              <a:rPr lang="ja-JP" altLang="en-US" dirty="0"/>
              <a:t>二分探索の下限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dirty="0"/>
              <a:t>ランクは「</a:t>
            </a:r>
            <a:r>
              <a:rPr lang="en-US" altLang="ja-JP" dirty="0"/>
              <a:t>x</a:t>
            </a:r>
            <a:r>
              <a:rPr lang="ja-JP" altLang="en-US" dirty="0"/>
              <a:t>点以下 </a:t>
            </a:r>
            <a:r>
              <a:rPr lang="en-US" altLang="ja-JP" dirty="0"/>
              <a:t>&amp; y</a:t>
            </a:r>
            <a:r>
              <a:rPr lang="ja-JP" altLang="en-US" dirty="0"/>
              <a:t>点より大きい」の形</a:t>
            </a:r>
            <a:endParaRPr lang="en-US" altLang="ja-JP" dirty="0"/>
          </a:p>
          <a:p>
            <a:pPr lvl="2"/>
            <a:r>
              <a:rPr lang="en-US" altLang="ja-JP" dirty="0"/>
              <a:t>100</a:t>
            </a:r>
            <a:r>
              <a:rPr lang="ja-JP" altLang="en-US" dirty="0"/>
              <a:t>以下</a:t>
            </a:r>
            <a:r>
              <a:rPr lang="en-US" altLang="ja-JP" dirty="0"/>
              <a:t>80</a:t>
            </a:r>
            <a:r>
              <a:rPr lang="ja-JP" altLang="en-US" dirty="0"/>
              <a:t>より大きい → </a:t>
            </a:r>
            <a:r>
              <a:rPr lang="en-US" altLang="ja-JP" dirty="0"/>
              <a:t>100</a:t>
            </a:r>
            <a:r>
              <a:rPr lang="ja-JP" altLang="en-US" dirty="0"/>
              <a:t>以下 </a:t>
            </a:r>
            <a:r>
              <a:rPr lang="en-US" altLang="ja-JP" dirty="0"/>
              <a:t>79</a:t>
            </a:r>
            <a:r>
              <a:rPr lang="ja-JP" altLang="en-US" dirty="0"/>
              <a:t>以上</a:t>
            </a:r>
            <a:endParaRPr lang="en-US" altLang="ja-JP" dirty="0"/>
          </a:p>
          <a:p>
            <a:pPr lvl="1"/>
            <a:r>
              <a:rPr lang="en-US" altLang="ja-JP" dirty="0" err="1"/>
              <a:t>scoreRange</a:t>
            </a:r>
            <a:r>
              <a:rPr lang="ja-JP" altLang="en-US" dirty="0"/>
              <a:t>は点数の高い順に並んでいる→ 値が大きすぎれば、点数下限を上げる →インデックスは下がる</a:t>
            </a:r>
            <a:endParaRPr lang="en-US" altLang="ja-JP" dirty="0"/>
          </a:p>
          <a:p>
            <a:pPr lvl="1"/>
            <a:endParaRPr lang="en-US" altLang="ja-JP" dirty="0"/>
          </a:p>
          <a:p>
            <a:endParaRPr lang="en-US" altLang="ja-JP" dirty="0"/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04333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0D00F-985A-296F-2C2A-994E6244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640761-234D-6BC7-D72D-C9AE5359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37: </a:t>
            </a:r>
            <a:r>
              <a:rPr lang="ja-JP" altLang="en-US" dirty="0"/>
              <a:t>ハッシュ法のトレース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131AB1-3F2D-2FEF-791C-85B5C4CF9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ハッシュ法を使って配列に格納する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インデックス（ハッシュ関数で決まる）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en-US" altLang="ja-JP" dirty="0" err="1"/>
              <a:t>hashArray</a:t>
            </a:r>
            <a:r>
              <a:rPr lang="ja-JP" altLang="en-US" dirty="0"/>
              <a:t>は全要素</a:t>
            </a:r>
            <a:r>
              <a:rPr lang="en-US" altLang="ja-JP" dirty="0"/>
              <a:t>-1</a:t>
            </a:r>
            <a:r>
              <a:rPr lang="ja-JP" altLang="en-US" dirty="0"/>
              <a:t>で初期化される</a:t>
            </a:r>
            <a:endParaRPr lang="en-US" altLang="ja-JP" dirty="0"/>
          </a:p>
          <a:p>
            <a:pPr lvl="1"/>
            <a:r>
              <a:rPr lang="en-US" altLang="ja-JP" dirty="0"/>
              <a:t>calcHash1</a:t>
            </a:r>
            <a:r>
              <a:rPr lang="ja-JP" altLang="en-US" dirty="0"/>
              <a:t>で衝突が発生すれば、</a:t>
            </a:r>
            <a:r>
              <a:rPr lang="en-US" altLang="ja-JP" dirty="0"/>
              <a:t>calcHash2</a:t>
            </a:r>
            <a:r>
              <a:rPr lang="ja-JP" altLang="en-US" dirty="0"/>
              <a:t>でハッシュ値を求める</a:t>
            </a:r>
            <a:endParaRPr lang="en-US" altLang="ja-JP" dirty="0"/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3604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059C-329B-98F1-E569-A40F37E0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0CCA8E-082E-9CFE-8FA9-DE02C7F6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38: </a:t>
            </a:r>
            <a:r>
              <a:rPr lang="ja-JP" altLang="en-US" dirty="0"/>
              <a:t>ハッシュ</a:t>
            </a:r>
            <a:r>
              <a:rPr lang="en-US" altLang="ja-JP" dirty="0"/>
              <a:t>(</a:t>
            </a:r>
            <a:r>
              <a:rPr lang="ja-JP" altLang="en-US" dirty="0"/>
              <a:t>チェーン</a:t>
            </a:r>
            <a:r>
              <a:rPr lang="en-US" altLang="ja-JP" dirty="0"/>
              <a:t>)</a:t>
            </a:r>
            <a:r>
              <a:rPr lang="ja-JP" altLang="en-US" dirty="0"/>
              <a:t>法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969751-C17A-1769-0ABC-1B51BE3C7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lang="ja-JP" altLang="en-US" dirty="0"/>
              <a:t>ハッシュ探索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ハッシュ配列のインデックス</a:t>
            </a:r>
            <a:endParaRPr lang="en-US" altLang="ja-JP" dirty="0"/>
          </a:p>
          <a:p>
            <a:pPr lvl="1"/>
            <a:r>
              <a:rPr lang="en-US" altLang="ja-JP" dirty="0" err="1"/>
              <a:t>tmp</a:t>
            </a:r>
            <a:r>
              <a:rPr lang="en-US" altLang="ja-JP" dirty="0"/>
              <a:t>: </a:t>
            </a:r>
            <a:r>
              <a:rPr lang="ja-JP" altLang="en-US" dirty="0"/>
              <a:t>コードを下の桁から一桁ずつ取り出す</a:t>
            </a:r>
            <a:endParaRPr lang="en-US" altLang="ja-JP" dirty="0"/>
          </a:p>
          <a:p>
            <a:pPr lvl="1"/>
            <a:r>
              <a:rPr lang="en-US" altLang="ja-JP" dirty="0" err="1"/>
              <a:t>cnt</a:t>
            </a:r>
            <a:r>
              <a:rPr lang="en-US" altLang="ja-JP" dirty="0"/>
              <a:t>: </a:t>
            </a:r>
            <a:r>
              <a:rPr lang="ja-JP" altLang="en-US" dirty="0"/>
              <a:t>ループカウンタ</a:t>
            </a:r>
            <a:endParaRPr lang="en-US" altLang="ja-JP" dirty="0"/>
          </a:p>
          <a:p>
            <a:r>
              <a:rPr lang="ja-JP" altLang="en-US" dirty="0"/>
              <a:t>ポイント</a:t>
            </a:r>
            <a:r>
              <a:rPr lang="en-US" altLang="ja-JP" dirty="0"/>
              <a:t>: </a:t>
            </a:r>
            <a:r>
              <a:rPr lang="ja-JP" altLang="en-US" dirty="0"/>
              <a:t>特殊な二次元配列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endParaRPr lang="en-US" altLang="ja-JP" dirty="0"/>
          </a:p>
          <a:p>
            <a:pPr lvl="1"/>
            <a:endParaRPr lang="en-US" altLang="ja-JP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F9DB59D-03E8-50AF-B8A0-6BD34A94D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173268"/>
              </p:ext>
            </p:extLst>
          </p:nvPr>
        </p:nvGraphicFramePr>
        <p:xfrm>
          <a:off x="1049562" y="4607243"/>
          <a:ext cx="10304238" cy="1569720"/>
        </p:xfrm>
        <a:graphic>
          <a:graphicData uri="http://schemas.openxmlformats.org/drawingml/2006/table">
            <a:tbl>
              <a:tblPr firstRow="1" firstCol="1" bandRow="1" bandCol="1">
                <a:tableStyleId>{3B4B98B0-60AC-42C2-AFA5-B58CD77FA1E5}</a:tableStyleId>
              </a:tblPr>
              <a:tblGrid>
                <a:gridCol w="1156606">
                  <a:extLst>
                    <a:ext uri="{9D8B030D-6E8A-4147-A177-3AD203B41FA5}">
                      <a16:colId xmlns:a16="http://schemas.microsoft.com/office/drawing/2014/main" val="2389709969"/>
                    </a:ext>
                  </a:extLst>
                </a:gridCol>
                <a:gridCol w="1143454">
                  <a:extLst>
                    <a:ext uri="{9D8B030D-6E8A-4147-A177-3AD203B41FA5}">
                      <a16:colId xmlns:a16="http://schemas.microsoft.com/office/drawing/2014/main" val="307338924"/>
                    </a:ext>
                  </a:extLst>
                </a:gridCol>
                <a:gridCol w="1143454">
                  <a:extLst>
                    <a:ext uri="{9D8B030D-6E8A-4147-A177-3AD203B41FA5}">
                      <a16:colId xmlns:a16="http://schemas.microsoft.com/office/drawing/2014/main" val="3800017486"/>
                    </a:ext>
                  </a:extLst>
                </a:gridCol>
                <a:gridCol w="1143454">
                  <a:extLst>
                    <a:ext uri="{9D8B030D-6E8A-4147-A177-3AD203B41FA5}">
                      <a16:colId xmlns:a16="http://schemas.microsoft.com/office/drawing/2014/main" val="3982710551"/>
                    </a:ext>
                  </a:extLst>
                </a:gridCol>
                <a:gridCol w="1143454">
                  <a:extLst>
                    <a:ext uri="{9D8B030D-6E8A-4147-A177-3AD203B41FA5}">
                      <a16:colId xmlns:a16="http://schemas.microsoft.com/office/drawing/2014/main" val="4176687443"/>
                    </a:ext>
                  </a:extLst>
                </a:gridCol>
                <a:gridCol w="1143454">
                  <a:extLst>
                    <a:ext uri="{9D8B030D-6E8A-4147-A177-3AD203B41FA5}">
                      <a16:colId xmlns:a16="http://schemas.microsoft.com/office/drawing/2014/main" val="2236702038"/>
                    </a:ext>
                  </a:extLst>
                </a:gridCol>
                <a:gridCol w="1143454">
                  <a:extLst>
                    <a:ext uri="{9D8B030D-6E8A-4147-A177-3AD203B41FA5}">
                      <a16:colId xmlns:a16="http://schemas.microsoft.com/office/drawing/2014/main" val="3717706336"/>
                    </a:ext>
                  </a:extLst>
                </a:gridCol>
                <a:gridCol w="1143454">
                  <a:extLst>
                    <a:ext uri="{9D8B030D-6E8A-4147-A177-3AD203B41FA5}">
                      <a16:colId xmlns:a16="http://schemas.microsoft.com/office/drawing/2014/main" val="114560066"/>
                    </a:ext>
                  </a:extLst>
                </a:gridCol>
                <a:gridCol w="1143454">
                  <a:extLst>
                    <a:ext uri="{9D8B030D-6E8A-4147-A177-3AD203B41FA5}">
                      <a16:colId xmlns:a16="http://schemas.microsoft.com/office/drawing/2014/main" val="415454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インデックス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・・・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・・・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57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6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650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384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465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183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708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31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データ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95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シノニムの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インデックス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779915"/>
                  </a:ext>
                </a:extLst>
              </a:tr>
            </a:tbl>
          </a:graphicData>
        </a:graphic>
      </p:graphicFrame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5980120C-6F8D-E591-3159-468C27FAAD02}"/>
              </a:ext>
            </a:extLst>
          </p:cNvPr>
          <p:cNvSpPr/>
          <p:nvPr/>
        </p:nvSpPr>
        <p:spPr>
          <a:xfrm>
            <a:off x="4977493" y="4372462"/>
            <a:ext cx="2939143" cy="1393318"/>
          </a:xfrm>
          <a:custGeom>
            <a:avLst/>
            <a:gdLst>
              <a:gd name="connsiteX0" fmla="*/ 0 w 2939143"/>
              <a:gd name="connsiteY0" fmla="*/ 1393318 h 1393318"/>
              <a:gd name="connsiteX1" fmla="*/ 1690007 w 2939143"/>
              <a:gd name="connsiteY1" fmla="*/ 62539 h 1393318"/>
              <a:gd name="connsiteX2" fmla="*/ 2939143 w 2939143"/>
              <a:gd name="connsiteY2" fmla="*/ 340125 h 139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9143" h="1393318">
                <a:moveTo>
                  <a:pt x="0" y="1393318"/>
                </a:moveTo>
                <a:cubicBezTo>
                  <a:pt x="600075" y="815694"/>
                  <a:pt x="1200150" y="238071"/>
                  <a:pt x="1690007" y="62539"/>
                </a:cubicBezTo>
                <a:cubicBezTo>
                  <a:pt x="2179864" y="-112993"/>
                  <a:pt x="2559503" y="113566"/>
                  <a:pt x="2939143" y="340125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3705FDCD-9E74-74C2-5EE9-183A2236FFD9}"/>
              </a:ext>
            </a:extLst>
          </p:cNvPr>
          <p:cNvSpPr/>
          <p:nvPr/>
        </p:nvSpPr>
        <p:spPr>
          <a:xfrm>
            <a:off x="8398329" y="4472306"/>
            <a:ext cx="1845128" cy="1415938"/>
          </a:xfrm>
          <a:custGeom>
            <a:avLst/>
            <a:gdLst>
              <a:gd name="connsiteX0" fmla="*/ 0 w 2016578"/>
              <a:gd name="connsiteY0" fmla="*/ 1518438 h 1518438"/>
              <a:gd name="connsiteX1" fmla="*/ 1338943 w 2016578"/>
              <a:gd name="connsiteY1" fmla="*/ 89688 h 1518438"/>
              <a:gd name="connsiteX2" fmla="*/ 2016578 w 2016578"/>
              <a:gd name="connsiteY2" fmla="*/ 269302 h 1518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16578" h="1518438">
                <a:moveTo>
                  <a:pt x="0" y="1518438"/>
                </a:moveTo>
                <a:cubicBezTo>
                  <a:pt x="501423" y="908157"/>
                  <a:pt x="1002847" y="297877"/>
                  <a:pt x="1338943" y="89688"/>
                </a:cubicBezTo>
                <a:cubicBezTo>
                  <a:pt x="1675039" y="-118501"/>
                  <a:pt x="1845808" y="75400"/>
                  <a:pt x="2016578" y="269302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2ACC77F0-86AE-5CEC-11C8-83A5913C44C0}"/>
              </a:ext>
            </a:extLst>
          </p:cNvPr>
          <p:cNvSpPr/>
          <p:nvPr/>
        </p:nvSpPr>
        <p:spPr>
          <a:xfrm>
            <a:off x="4495800" y="5675972"/>
            <a:ext cx="481693" cy="4082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4D8A6448-27E1-5F03-7AA5-BE769717030F}"/>
              </a:ext>
            </a:extLst>
          </p:cNvPr>
          <p:cNvSpPr/>
          <p:nvPr/>
        </p:nvSpPr>
        <p:spPr>
          <a:xfrm>
            <a:off x="7909381" y="5747626"/>
            <a:ext cx="481693" cy="4082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A8265098-E6BF-089D-7DFA-ADB0B111368D}"/>
              </a:ext>
            </a:extLst>
          </p:cNvPr>
          <p:cNvSpPr/>
          <p:nvPr/>
        </p:nvSpPr>
        <p:spPr>
          <a:xfrm>
            <a:off x="8398329" y="2024742"/>
            <a:ext cx="3162299" cy="2090057"/>
          </a:xfrm>
          <a:prstGeom prst="wedgeRoundRectCallout">
            <a:avLst>
              <a:gd name="adj1" fmla="val -123320"/>
              <a:gd name="adj2" fmla="val 78986"/>
              <a:gd name="adj3" fmla="val 16667"/>
            </a:avLst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ハッシュ値が</a:t>
            </a:r>
            <a:r>
              <a:rPr kumimoji="1" lang="en-US" altLang="ja-JP" dirty="0">
                <a:solidFill>
                  <a:srgbClr val="FF0000"/>
                </a:solidFill>
              </a:rPr>
              <a:t>30</a:t>
            </a:r>
            <a:r>
              <a:rPr kumimoji="1" lang="ja-JP" altLang="en-US" dirty="0">
                <a:solidFill>
                  <a:srgbClr val="FF0000"/>
                </a:solidFill>
              </a:rPr>
              <a:t>になるコードを検索したときは、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b</a:t>
            </a:r>
            <a:r>
              <a:rPr kumimoji="1" lang="ja-JP" altLang="en-US" dirty="0">
                <a:solidFill>
                  <a:srgbClr val="FF0000"/>
                </a:solidFill>
              </a:rPr>
              <a:t>の操作</a:t>
            </a:r>
            <a:r>
              <a:rPr lang="en-US" altLang="ja-JP" u="sng" dirty="0">
                <a:solidFill>
                  <a:srgbClr val="FF0000"/>
                </a:solidFill>
              </a:rPr>
              <a:t> </a:t>
            </a:r>
            <a:r>
              <a:rPr lang="en-US" altLang="ja-JP" u="sng" dirty="0" err="1">
                <a:solidFill>
                  <a:srgbClr val="FF0000"/>
                </a:solidFill>
              </a:rPr>
              <a:t>i</a:t>
            </a:r>
            <a:r>
              <a:rPr lang="en-US" altLang="ja-JP" u="sng" dirty="0">
                <a:solidFill>
                  <a:srgbClr val="FF0000"/>
                </a:solidFill>
              </a:rPr>
              <a:t> </a:t>
            </a:r>
            <a:r>
              <a:rPr lang="ja-JP" altLang="en-US" u="sng" dirty="0">
                <a:solidFill>
                  <a:srgbClr val="FF0000"/>
                </a:solidFill>
              </a:rPr>
              <a:t>← </a:t>
            </a:r>
            <a:r>
              <a:rPr lang="en-US" altLang="ja-JP" u="sng" dirty="0">
                <a:solidFill>
                  <a:srgbClr val="FF0000"/>
                </a:solidFill>
              </a:rPr>
              <a:t>hash[3,i]</a:t>
            </a:r>
          </a:p>
          <a:p>
            <a:pPr algn="ctr"/>
            <a:r>
              <a:rPr lang="ja-JP" altLang="en-US" dirty="0">
                <a:solidFill>
                  <a:srgbClr val="FF0000"/>
                </a:solidFill>
              </a:rPr>
              <a:t>によって、次のループで</a:t>
            </a:r>
            <a:endParaRPr lang="en-US" altLang="ja-JP" dirty="0">
              <a:solidFill>
                <a:srgbClr val="FF0000"/>
              </a:solidFill>
            </a:endParaRPr>
          </a:p>
          <a:p>
            <a:pPr algn="ctr"/>
            <a:r>
              <a:rPr lang="en-US" altLang="ja-JP" dirty="0" err="1">
                <a:solidFill>
                  <a:srgbClr val="FF0000"/>
                </a:solidFill>
              </a:rPr>
              <a:t>i</a:t>
            </a:r>
            <a:r>
              <a:rPr lang="en-US" altLang="ja-JP" dirty="0">
                <a:solidFill>
                  <a:srgbClr val="FF0000"/>
                </a:solidFill>
              </a:rPr>
              <a:t> </a:t>
            </a:r>
            <a:r>
              <a:rPr lang="ja-JP" altLang="en-US" dirty="0">
                <a:solidFill>
                  <a:srgbClr val="FF0000"/>
                </a:solidFill>
              </a:rPr>
              <a:t>は</a:t>
            </a:r>
            <a:r>
              <a:rPr lang="en-US" altLang="ja-JP" dirty="0">
                <a:solidFill>
                  <a:srgbClr val="FF0000"/>
                </a:solidFill>
              </a:rPr>
              <a:t>-1</a:t>
            </a:r>
            <a:r>
              <a:rPr lang="ja-JP" altLang="en-US" dirty="0">
                <a:solidFill>
                  <a:srgbClr val="FF0000"/>
                </a:solidFill>
              </a:rPr>
              <a:t>になる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07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04387-8DF3-662F-5E65-B9E7B2C32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4C6CFB-2F0D-35D3-D9D1-9EBA1819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39: </a:t>
            </a:r>
            <a:r>
              <a:rPr lang="ja-JP" altLang="en-US" dirty="0"/>
              <a:t>ハッシュ</a:t>
            </a:r>
            <a:r>
              <a:rPr lang="en-US" altLang="ja-JP" dirty="0"/>
              <a:t>(</a:t>
            </a:r>
            <a:r>
              <a:rPr lang="ja-JP" altLang="en-US" dirty="0"/>
              <a:t>オープンアドレス</a:t>
            </a:r>
            <a:r>
              <a:rPr lang="en-US" altLang="ja-JP" dirty="0"/>
              <a:t>)</a:t>
            </a:r>
            <a:r>
              <a:rPr lang="ja-JP" altLang="en-US" dirty="0"/>
              <a:t>法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1864B1-F11B-791E-B2CC-18BD15188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オープンアドレス法で、キーと値のペアを格納する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hash: </a:t>
            </a:r>
            <a:r>
              <a:rPr lang="ja-JP" altLang="en-US" dirty="0"/>
              <a:t>ハッシュ値</a:t>
            </a:r>
            <a:r>
              <a:rPr lang="en-US" altLang="ja-JP" dirty="0"/>
              <a:t>, i: </a:t>
            </a:r>
            <a:r>
              <a:rPr lang="ja-JP" altLang="en-US" dirty="0"/>
              <a:t>インデックス</a:t>
            </a:r>
            <a:r>
              <a:rPr lang="en-US" altLang="ja-JP" dirty="0"/>
              <a:t>, pos: </a:t>
            </a:r>
            <a:r>
              <a:rPr lang="ja-JP" altLang="en-US" dirty="0"/>
              <a:t>格納先インデックス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1602F5CF-AB31-34DF-5AFB-AD40F50E94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765686"/>
              </p:ext>
            </p:extLst>
          </p:nvPr>
        </p:nvGraphicFramePr>
        <p:xfrm>
          <a:off x="7565259" y="3867680"/>
          <a:ext cx="3788541" cy="2309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F93B1D-6A7A-291D-2919-F425C05442E3}"/>
              </a:ext>
            </a:extLst>
          </p:cNvPr>
          <p:cNvSpPr txBox="1"/>
          <p:nvPr/>
        </p:nvSpPr>
        <p:spPr>
          <a:xfrm>
            <a:off x="1340726" y="3719692"/>
            <a:ext cx="4835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空欄</a:t>
            </a:r>
            <a:r>
              <a:rPr kumimoji="1" lang="en-US" altLang="ja-JP" sz="2000" dirty="0"/>
              <a:t>[a] </a:t>
            </a:r>
            <a:r>
              <a:rPr kumimoji="1" lang="ja-JP" altLang="en-US" sz="2000" dirty="0"/>
              <a:t>のある</a:t>
            </a:r>
            <a:r>
              <a:rPr kumimoji="1" lang="en-US" altLang="ja-JP" sz="2000" dirty="0"/>
              <a:t>while</a:t>
            </a:r>
            <a:r>
              <a:rPr kumimoji="1" lang="ja-JP" altLang="en-US" sz="2000" dirty="0"/>
              <a:t>ループは、格納先が決まらない</a:t>
            </a:r>
            <a:r>
              <a:rPr lang="ja-JP" altLang="en-US" sz="2000" dirty="0"/>
              <a:t>間、</a:t>
            </a:r>
            <a:r>
              <a:rPr kumimoji="1" lang="ja-JP" altLang="en-US" sz="2000" dirty="0"/>
              <a:t>回し続けるもの</a:t>
            </a:r>
            <a:endParaRPr kumimoji="1" lang="en-US" altLang="ja-JP" sz="2000" dirty="0"/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3B85456E-7E55-963C-0602-BC8138A09206}"/>
              </a:ext>
            </a:extLst>
          </p:cNvPr>
          <p:cNvSpPr/>
          <p:nvPr/>
        </p:nvSpPr>
        <p:spPr>
          <a:xfrm>
            <a:off x="2477192" y="5413019"/>
            <a:ext cx="4940237" cy="1004099"/>
          </a:xfrm>
          <a:prstGeom prst="wedgeRoundRectCallout">
            <a:avLst>
              <a:gd name="adj1" fmla="val 70817"/>
              <a:gd name="adj2" fmla="val -32706"/>
              <a:gd name="adj3" fmla="val 16667"/>
            </a:avLst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rgbClr val="FF0000"/>
                </a:solidFill>
              </a:rPr>
              <a:t>ハッシュ値の箱が空きでなければ、順次、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となりの箱を見て、空いているものを探す</a:t>
            </a:r>
            <a:endParaRPr kumimoji="1" lang="ja-JP" altLang="en-US" dirty="0">
              <a:solidFill>
                <a:srgbClr val="FF0000"/>
              </a:solidFill>
            </a:endParaRPr>
          </a:p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85844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CA3AF-4BD7-6198-277A-62A0507C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59F0AA-AD8D-902D-D440-84F85A87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40: </a:t>
            </a:r>
            <a:r>
              <a:rPr kumimoji="1" lang="ja-JP" altLang="en-US" dirty="0"/>
              <a:t>降順バブルソート　説明ここから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43F0E9-13F1-3471-E6FC-7A64303B5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降順に並べ替え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確定領域</a:t>
            </a:r>
            <a:r>
              <a:rPr lang="en-US" altLang="ja-JP" dirty="0"/>
              <a:t>, j: </a:t>
            </a:r>
            <a:r>
              <a:rPr lang="ja-JP" altLang="en-US" dirty="0"/>
              <a:t>未確定領域をスキャンする</a:t>
            </a:r>
            <a:r>
              <a:rPr lang="en-US" altLang="ja-JP" dirty="0"/>
              <a:t>, </a:t>
            </a:r>
            <a:r>
              <a:rPr lang="en-US" altLang="ja-JP" dirty="0" err="1"/>
              <a:t>flg</a:t>
            </a:r>
            <a:r>
              <a:rPr lang="en-US" altLang="ja-JP" dirty="0"/>
              <a:t>: </a:t>
            </a:r>
            <a:r>
              <a:rPr lang="ja-JP" altLang="en-US" dirty="0"/>
              <a:t>ループを抜けるか？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b="1" dirty="0"/>
              <a:t>降順</a:t>
            </a:r>
            <a:r>
              <a:rPr lang="ja-JP" altLang="en-US" dirty="0"/>
              <a:t>なので、</a:t>
            </a:r>
            <a:endParaRPr lang="en-US" altLang="ja-JP" dirty="0"/>
          </a:p>
          <a:p>
            <a:pPr lvl="2"/>
            <a:r>
              <a:rPr lang="ja-JP" altLang="en-US" dirty="0"/>
              <a:t>配列の末尾から二つずつ比較する → </a:t>
            </a:r>
            <a:r>
              <a:rPr lang="en-US" altLang="ja-JP" dirty="0"/>
              <a:t>j </a:t>
            </a:r>
            <a:r>
              <a:rPr lang="ja-JP" altLang="en-US" dirty="0"/>
              <a:t>を </a:t>
            </a:r>
            <a:r>
              <a:rPr lang="en-US" altLang="ja-JP" dirty="0"/>
              <a:t>1 </a:t>
            </a:r>
            <a:r>
              <a:rPr lang="ja-JP" altLang="en-US" dirty="0"/>
              <a:t>ずつ減らす</a:t>
            </a:r>
            <a:endParaRPr lang="en-US" altLang="ja-JP" dirty="0"/>
          </a:p>
          <a:p>
            <a:pPr lvl="2"/>
            <a:r>
              <a:rPr lang="ja-JP" altLang="en-US" dirty="0"/>
              <a:t>配列の先頭から順序が確定してゆく→ </a:t>
            </a:r>
            <a:r>
              <a:rPr lang="en-US" altLang="ja-JP" dirty="0" err="1"/>
              <a:t>i</a:t>
            </a:r>
            <a:r>
              <a:rPr lang="ja-JP" altLang="en-US" dirty="0"/>
              <a:t> を </a:t>
            </a:r>
            <a:r>
              <a:rPr lang="en-US" altLang="ja-JP" dirty="0"/>
              <a:t>1 </a:t>
            </a:r>
            <a:r>
              <a:rPr lang="ja-JP" altLang="en-US" dirty="0"/>
              <a:t>ずつ増やす</a:t>
            </a:r>
            <a:endParaRPr lang="en-US" altLang="ja-JP" dirty="0"/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6493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402</Words>
  <Application>Microsoft Office PowerPoint</Application>
  <PresentationFormat>ワイド画面</PresentationFormat>
  <Paragraphs>90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36-40</vt:lpstr>
      <vt:lpstr>問36: 範囲の二分探索</vt:lpstr>
      <vt:lpstr>問37: ハッシュ法のトレース</vt:lpstr>
      <vt:lpstr>問38: ハッシュ(チェーン)法</vt:lpstr>
      <vt:lpstr>問39: ハッシュ(オープンアドレス)法</vt:lpstr>
      <vt:lpstr>問40: 降順バブルソート　説明ここから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2026-10-07T13:46:35Z</dcterms:created>
  <dcterms:modified xsi:type="dcterms:W3CDTF">2026-10-15T03:19:37Z</dcterms:modified>
</cp:coreProperties>
</file>