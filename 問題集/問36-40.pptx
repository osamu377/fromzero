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62" r:id="rId4"/>
    <p:sldId id="263" r:id="rId5"/>
    <p:sldId id="264" r:id="rId6"/>
    <p:sldId id="265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91" d="100"/>
          <a:sy n="91" d="100"/>
        </p:scale>
        <p:origin x="2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越智 統" userId="2de33d77-a65a-42d1-92e2-b40da65bb07e" providerId="ADAL" clId="{F30BD00A-4533-4B58-A40F-4DF1E72EFFFF}"/>
    <pc:docChg chg="undo custSel modSld">
      <pc:chgData name="越智 統" userId="2de33d77-a65a-42d1-92e2-b40da65bb07e" providerId="ADAL" clId="{F30BD00A-4533-4B58-A40F-4DF1E72EFFFF}" dt="2026-10-08T02:49:41.489" v="748" actId="20577"/>
      <pc:docMkLst>
        <pc:docMk/>
      </pc:docMkLst>
      <pc:sldChg chg="modSp mod">
        <pc:chgData name="越智 統" userId="2de33d77-a65a-42d1-92e2-b40da65bb07e" providerId="ADAL" clId="{F30BD00A-4533-4B58-A40F-4DF1E72EFFFF}" dt="2026-10-08T02:39:14.730" v="497" actId="20577"/>
        <pc:sldMkLst>
          <pc:docMk/>
          <pc:sldMk cId="4204333872" sldId="261"/>
        </pc:sldMkLst>
        <pc:spChg chg="mod">
          <ac:chgData name="越智 統" userId="2de33d77-a65a-42d1-92e2-b40da65bb07e" providerId="ADAL" clId="{F30BD00A-4533-4B58-A40F-4DF1E72EFFFF}" dt="2026-10-08T02:24:21.733" v="144" actId="20577"/>
          <ac:spMkLst>
            <pc:docMk/>
            <pc:sldMk cId="4204333872" sldId="261"/>
            <ac:spMk id="2" creationId="{BA78393C-4136-4143-B248-25581EA672B8}"/>
          </ac:spMkLst>
        </pc:spChg>
        <pc:spChg chg="mod">
          <ac:chgData name="越智 統" userId="2de33d77-a65a-42d1-92e2-b40da65bb07e" providerId="ADAL" clId="{F30BD00A-4533-4B58-A40F-4DF1E72EFFFF}" dt="2026-10-08T02:39:14.730" v="497" actId="20577"/>
          <ac:spMkLst>
            <pc:docMk/>
            <pc:sldMk cId="4204333872" sldId="261"/>
            <ac:spMk id="3" creationId="{2D19E177-E713-A82D-BD21-120D00D50102}"/>
          </ac:spMkLst>
        </pc:spChg>
      </pc:sldChg>
      <pc:sldChg chg="modSp mod">
        <pc:chgData name="越智 統" userId="2de33d77-a65a-42d1-92e2-b40da65bb07e" providerId="ADAL" clId="{F30BD00A-4533-4B58-A40F-4DF1E72EFFFF}" dt="2026-10-08T02:48:31.504" v="735" actId="20577"/>
        <pc:sldMkLst>
          <pc:docMk/>
          <pc:sldMk cId="3736045710" sldId="262"/>
        </pc:sldMkLst>
        <pc:spChg chg="mod">
          <ac:chgData name="越智 統" userId="2de33d77-a65a-42d1-92e2-b40da65bb07e" providerId="ADAL" clId="{F30BD00A-4533-4B58-A40F-4DF1E72EFFFF}" dt="2026-10-08T02:48:31.504" v="735" actId="20577"/>
          <ac:spMkLst>
            <pc:docMk/>
            <pc:sldMk cId="3736045710" sldId="262"/>
            <ac:spMk id="2" creationId="{64640761-234D-6BC7-D72D-C9AE53594C3D}"/>
          </ac:spMkLst>
        </pc:spChg>
        <pc:spChg chg="mod">
          <ac:chgData name="越智 統" userId="2de33d77-a65a-42d1-92e2-b40da65bb07e" providerId="ADAL" clId="{F30BD00A-4533-4B58-A40F-4DF1E72EFFFF}" dt="2026-10-08T02:46:28.033" v="723" actId="20577"/>
          <ac:spMkLst>
            <pc:docMk/>
            <pc:sldMk cId="3736045710" sldId="262"/>
            <ac:spMk id="3" creationId="{B8131AB1-3F2D-2FEF-791C-85B5C4CF91C4}"/>
          </ac:spMkLst>
        </pc:spChg>
      </pc:sldChg>
      <pc:sldChg chg="modSp mod">
        <pc:chgData name="越智 統" userId="2de33d77-a65a-42d1-92e2-b40da65bb07e" providerId="ADAL" clId="{F30BD00A-4533-4B58-A40F-4DF1E72EFFFF}" dt="2026-10-08T02:49:41.489" v="748" actId="20577"/>
        <pc:sldMkLst>
          <pc:docMk/>
          <pc:sldMk cId="3882074766" sldId="263"/>
        </pc:sldMkLst>
        <pc:spChg chg="mod">
          <ac:chgData name="越智 統" userId="2de33d77-a65a-42d1-92e2-b40da65bb07e" providerId="ADAL" clId="{F30BD00A-4533-4B58-A40F-4DF1E72EFFFF}" dt="2026-10-08T02:49:41.489" v="748" actId="20577"/>
          <ac:spMkLst>
            <pc:docMk/>
            <pc:sldMk cId="3882074766" sldId="263"/>
            <ac:spMk id="2" creationId="{580CCA8E-082E-9CFE-8FA9-DE02C7F6E493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6A7516A-DB07-E158-675C-7A6174FBFF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0D72E58-CD23-8941-895A-008F34ECD1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EB8D5A-E1A8-3061-4676-26018119F3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91E36-DE35-43E6-928F-4F0F238BF226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6E43EF4-AEBD-26D1-8691-EA3420F0FB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9CBBCEA-6DF9-7B89-D740-E12EF68B0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FB07B-9385-4BAF-A817-4053953EF9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64908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414AF90-4432-724E-2C5A-816E97507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B0BF553-DA0A-EC27-3A85-67C087EB1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0247211-303A-613E-BA95-703DEB7849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91E36-DE35-43E6-928F-4F0F238BF226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6605068-444F-DB77-ED2E-87CFC50DC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E272A45-A299-CF8F-3341-A50AE5957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FB07B-9385-4BAF-A817-4053953EF9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57747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B533EC2-4C33-5C82-C96B-36C7C62BA3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2458304-CF71-F3E5-91CC-4090E10A09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9FDDA9C-4128-2D5E-CAC5-508B78962D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91E36-DE35-43E6-928F-4F0F238BF226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C81A38C-9403-7778-E7CE-ED4978DDB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DAE2D95-3FE9-3D91-B8D1-1FBAEAA73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FB07B-9385-4BAF-A817-4053953EF9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86172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3A9BEE-5A3D-ED05-FAC4-A42FCB233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7B9735F-12EC-2F4E-8CCC-705E8A8D4F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0190822-F728-D5D2-ABBF-DC389364A0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F8EAFDB-B983-B189-CA52-97486780B5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91E36-DE35-43E6-928F-4F0F238BF226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5BD1204-AF24-8B3F-974D-E545A98C8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2A6FAF1-9085-4D7A-2849-24E835403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FB07B-9385-4BAF-A817-4053953EF9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88548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B2DCF9-5A94-781F-CA8A-09818A82CB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5EBF118-F368-6B1E-3C3D-F7B91673D0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40C7B78-7A94-40BA-B49D-3C6AF86007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CB44106A-5BF7-3E06-3AC5-188029DD4C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72481C0E-C428-00A8-4483-B3746C1B04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ADC5CFBA-DC19-3240-BB14-7A4A331C3E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91E36-DE35-43E6-928F-4F0F238BF226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6F77301-C631-0491-332F-8EDCF2376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B3F9FA7C-D301-DAE0-2F9F-2E459825F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FB07B-9385-4BAF-A817-4053953EF9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247397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2391B19-DEE8-0053-E660-236329913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6FE139F-0975-50DF-CB57-47739526E4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91E36-DE35-43E6-928F-4F0F238BF226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5B6630B-8A37-29AA-6309-92460163B3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6DAE964-EB0E-297A-EAEE-952BE0D71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FB07B-9385-4BAF-A817-4053953EF9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3633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D406381-C19B-D445-84ED-077D2658C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91E36-DE35-43E6-928F-4F0F238BF226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C7F4537-0BA4-CACE-50C8-BE3E444A0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BBDAF0D-F23E-6BE3-A4C7-6ACED2029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FB07B-9385-4BAF-A817-4053953EF9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13994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4D3D34-9A10-2FAA-207D-4C4678A8E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EFD46E5-430F-8CB1-7818-8FBA249CCB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A5EE1E5-FA7C-D7A5-4CC9-1D69ECED0B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D3A9190-E55D-9ADC-4578-32D2998F5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91E36-DE35-43E6-928F-4F0F238BF226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31CE5C0-69E1-68CB-EF03-393052B7E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4EBB515-5020-9242-20EB-58C648439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FB07B-9385-4BAF-A817-4053953EF9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139909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4CD009-2663-A405-E3F4-1EA847333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DECBAEE-4F5E-971C-ED15-A515C75398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E33C68E-C8E9-4DFF-3F5D-AFF0383300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EF27664-A1C2-7FED-8BE7-947BA17B4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91E36-DE35-43E6-928F-4F0F238BF226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D2FD135-7C3E-874C-D4EC-D6A1036F8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0C00623-A396-D0A1-F66F-A1467E94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FB07B-9385-4BAF-A817-4053953EF9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7277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AD15F21-EF42-2056-FD5B-1B485B37A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D40834D-9BAC-5B03-B5EF-0A6D4A7807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29190BC-0FBD-B542-20B7-D81FFEA6A1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91E36-DE35-43E6-928F-4F0F238BF226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1197DCD-9505-D251-5781-D2C55AEAB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A983E35-0A3D-12D7-416F-69FD7756B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FB07B-9385-4BAF-A817-4053953EF9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74891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F622AE7-B59E-8F57-2EB8-5DCD21C7B6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3554325-9835-D898-0484-204DEFF967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CBCE6EA-18C7-F420-AA51-637D64B3D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91E36-DE35-43E6-928F-4F0F238BF226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281C57-3661-1BEF-E1F1-D9A14B4C9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8BA31F0-3FDD-5C00-F9D5-DC3F57DCD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FB07B-9385-4BAF-A817-4053953EF9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8981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FE37C16-FC06-1A13-49FB-105B39706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6441E71-5ED7-68A7-3048-3070E4E16B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CCF5043-B2FE-E9FE-C423-44C3DA5CF49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191E36-DE35-43E6-928F-4F0F238BF226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F2A9D68-A291-71DF-6EF5-9DC2F211B5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6AAB419-C9EC-C419-E080-8E5DAEC63F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0FB07B-9385-4BAF-A817-4053953EF9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012450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4BBEBBD-1C13-9111-5D6E-6978AA1CCEF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dirty="0"/>
              <a:t>36-40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4F923B0-1A1F-E9B4-81C8-C650E76866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7558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E826F-F9EB-0B0B-50EA-3756072FE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A78393C-4136-4143-B248-25581EA67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問</a:t>
            </a:r>
            <a:r>
              <a:rPr lang="en-US" altLang="ja-JP" dirty="0"/>
              <a:t>36: </a:t>
            </a:r>
            <a:r>
              <a:rPr lang="ja-JP" altLang="en-US" dirty="0"/>
              <a:t>範囲の二分探索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D19E177-E713-A82D-BD21-120D00D501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目的</a:t>
            </a:r>
            <a:r>
              <a:rPr kumimoji="1" lang="en-US" altLang="ja-JP" dirty="0"/>
              <a:t>: </a:t>
            </a:r>
            <a:r>
              <a:rPr kumimoji="1" lang="ja-JP" altLang="en-US" dirty="0"/>
              <a:t>ランク分け</a:t>
            </a:r>
            <a:endParaRPr kumimoji="1" lang="en-US" altLang="ja-JP" dirty="0"/>
          </a:p>
          <a:p>
            <a:r>
              <a:rPr lang="ja-JP" altLang="en-US" dirty="0"/>
              <a:t>変数</a:t>
            </a:r>
            <a:endParaRPr lang="en-US" altLang="ja-JP" dirty="0"/>
          </a:p>
          <a:p>
            <a:pPr lvl="1"/>
            <a:r>
              <a:rPr lang="en-US" altLang="ja-JP" dirty="0"/>
              <a:t>i: </a:t>
            </a:r>
            <a:r>
              <a:rPr lang="ja-JP" altLang="en-US" dirty="0"/>
              <a:t>カウンタ</a:t>
            </a:r>
            <a:endParaRPr lang="en-US" altLang="ja-JP" dirty="0"/>
          </a:p>
          <a:p>
            <a:pPr lvl="1"/>
            <a:r>
              <a:rPr lang="en-US" altLang="ja-JP" dirty="0"/>
              <a:t>j: </a:t>
            </a:r>
            <a:r>
              <a:rPr lang="ja-JP" altLang="en-US" dirty="0"/>
              <a:t>二分探索の上限</a:t>
            </a:r>
            <a:endParaRPr lang="en-US" altLang="ja-JP" dirty="0"/>
          </a:p>
          <a:p>
            <a:pPr lvl="1"/>
            <a:r>
              <a:rPr lang="en-US" altLang="ja-JP" dirty="0"/>
              <a:t>k: </a:t>
            </a:r>
            <a:r>
              <a:rPr lang="ja-JP" altLang="en-US" dirty="0"/>
              <a:t>二分探索の下限</a:t>
            </a:r>
            <a:endParaRPr lang="en-US" altLang="ja-JP" dirty="0"/>
          </a:p>
          <a:p>
            <a:r>
              <a:rPr lang="ja-JP" altLang="en-US" dirty="0"/>
              <a:t>ポイント</a:t>
            </a:r>
            <a:endParaRPr lang="en-US" altLang="ja-JP" dirty="0"/>
          </a:p>
          <a:p>
            <a:pPr lvl="1"/>
            <a:r>
              <a:rPr lang="ja-JP" altLang="en-US" dirty="0"/>
              <a:t>ランクは</a:t>
            </a:r>
            <a:r>
              <a:rPr lang="en-US" altLang="ja-JP" dirty="0"/>
              <a:t>x</a:t>
            </a:r>
            <a:r>
              <a:rPr lang="ja-JP" altLang="en-US" dirty="0"/>
              <a:t>点以上</a:t>
            </a:r>
            <a:r>
              <a:rPr lang="en-US" altLang="ja-JP" dirty="0"/>
              <a:t>y</a:t>
            </a:r>
            <a:r>
              <a:rPr lang="ja-JP" altLang="en-US" dirty="0"/>
              <a:t>点未満の形</a:t>
            </a:r>
            <a:endParaRPr lang="en-US" altLang="ja-JP" dirty="0"/>
          </a:p>
          <a:p>
            <a:pPr lvl="1"/>
            <a:r>
              <a:rPr lang="en-US" altLang="ja-JP" dirty="0" err="1"/>
              <a:t>scoreRange</a:t>
            </a:r>
            <a:r>
              <a:rPr lang="ja-JP" altLang="en-US" dirty="0"/>
              <a:t>は点数の高い順に並んでいる→ 値が大きすぎれば、下限を下げる</a:t>
            </a:r>
            <a:r>
              <a:rPr lang="en-US" altLang="ja-JP" dirty="0"/>
              <a:t>(</a:t>
            </a:r>
            <a:r>
              <a:rPr lang="ja-JP" altLang="en-US" dirty="0"/>
              <a:t>インデックスは下がる</a:t>
            </a:r>
            <a:r>
              <a:rPr lang="en-US" altLang="ja-JP" dirty="0"/>
              <a:t>)</a:t>
            </a:r>
          </a:p>
          <a:p>
            <a:pPr lvl="1"/>
            <a:endParaRPr lang="en-US" altLang="ja-JP" dirty="0"/>
          </a:p>
          <a:p>
            <a:endParaRPr lang="en-US" altLang="ja-JP" dirty="0"/>
          </a:p>
          <a:p>
            <a:pPr lvl="1"/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42043338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0D00F-985A-296F-2C2A-994E6244A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4640761-234D-6BC7-D72D-C9AE53594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問</a:t>
            </a:r>
            <a:r>
              <a:rPr lang="en-US" altLang="ja-JP" dirty="0"/>
              <a:t>37: </a:t>
            </a:r>
            <a:r>
              <a:rPr lang="ja-JP" altLang="en-US" dirty="0"/>
              <a:t>ハッシュ法のトレース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8131AB1-3F2D-2FEF-791C-85B5C4CF91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目的</a:t>
            </a:r>
            <a:r>
              <a:rPr kumimoji="1" lang="en-US" altLang="ja-JP" dirty="0"/>
              <a:t>:</a:t>
            </a:r>
          </a:p>
          <a:p>
            <a:r>
              <a:rPr lang="ja-JP" altLang="en-US" dirty="0"/>
              <a:t>変数</a:t>
            </a:r>
            <a:endParaRPr lang="en-US" altLang="ja-JP" dirty="0"/>
          </a:p>
          <a:p>
            <a:pPr lvl="1"/>
            <a:r>
              <a:rPr lang="en-US" altLang="ja-JP" dirty="0"/>
              <a:t>i: </a:t>
            </a:r>
            <a:r>
              <a:rPr lang="ja-JP" altLang="en-US" dirty="0"/>
              <a:t>インデックス（ハッシュ関数で決まる）</a:t>
            </a:r>
            <a:endParaRPr lang="en-US" altLang="ja-JP" dirty="0"/>
          </a:p>
          <a:p>
            <a:r>
              <a:rPr lang="ja-JP" altLang="en-US" dirty="0"/>
              <a:t>ポイント</a:t>
            </a:r>
            <a:endParaRPr lang="en-US" altLang="ja-JP" dirty="0"/>
          </a:p>
          <a:p>
            <a:pPr lvl="1"/>
            <a:r>
              <a:rPr lang="en-US" altLang="ja-JP" dirty="0" err="1"/>
              <a:t>hashArray</a:t>
            </a:r>
            <a:r>
              <a:rPr lang="ja-JP" altLang="en-US" dirty="0"/>
              <a:t>は全要素</a:t>
            </a:r>
            <a:r>
              <a:rPr lang="en-US" altLang="ja-JP" dirty="0"/>
              <a:t>-1</a:t>
            </a:r>
            <a:r>
              <a:rPr lang="ja-JP" altLang="en-US" dirty="0"/>
              <a:t>で初期化される</a:t>
            </a:r>
            <a:endParaRPr lang="en-US" altLang="ja-JP" dirty="0"/>
          </a:p>
          <a:p>
            <a:pPr lvl="1"/>
            <a:r>
              <a:rPr lang="en-US" altLang="ja-JP" dirty="0"/>
              <a:t>calcHash1</a:t>
            </a:r>
            <a:r>
              <a:rPr lang="ja-JP" altLang="en-US" dirty="0"/>
              <a:t>で衝突が発生すれば、</a:t>
            </a:r>
            <a:r>
              <a:rPr lang="en-US" altLang="ja-JP" dirty="0"/>
              <a:t>calcHash2</a:t>
            </a:r>
            <a:r>
              <a:rPr lang="ja-JP" altLang="en-US" dirty="0"/>
              <a:t>でハッシュ値を求める</a:t>
            </a:r>
            <a:endParaRPr lang="en-US" altLang="ja-JP" dirty="0"/>
          </a:p>
          <a:p>
            <a:pPr lvl="1"/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7360457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3059C-329B-98F1-E569-A40F37E0B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80CCA8E-082E-9CFE-8FA9-DE02C7F6E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問</a:t>
            </a:r>
            <a:r>
              <a:rPr lang="en-US" altLang="ja-JP" dirty="0"/>
              <a:t>38: </a:t>
            </a:r>
            <a:r>
              <a:rPr lang="ja-JP" altLang="en-US"/>
              <a:t>ハッシュ法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F969751-C17A-1769-0ABC-1B51BE3C73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目的</a:t>
            </a:r>
            <a:r>
              <a:rPr kumimoji="1" lang="en-US" altLang="ja-JP" dirty="0"/>
              <a:t>:</a:t>
            </a:r>
          </a:p>
          <a:p>
            <a:r>
              <a:rPr lang="ja-JP" altLang="en-US" dirty="0"/>
              <a:t>変数</a:t>
            </a:r>
            <a:endParaRPr lang="en-US" altLang="ja-JP" dirty="0"/>
          </a:p>
          <a:p>
            <a:pPr lvl="1"/>
            <a:r>
              <a:rPr lang="en-US" altLang="ja-JP" dirty="0"/>
              <a:t>x:</a:t>
            </a:r>
          </a:p>
          <a:p>
            <a:r>
              <a:rPr lang="ja-JP" altLang="en-US" dirty="0"/>
              <a:t>ポイント</a:t>
            </a:r>
            <a:endParaRPr lang="en-US" altLang="ja-JP" dirty="0"/>
          </a:p>
          <a:p>
            <a:pPr lvl="1"/>
            <a:r>
              <a:rPr lang="en-US" altLang="ja-JP" dirty="0"/>
              <a:t>point</a:t>
            </a:r>
          </a:p>
          <a:p>
            <a:pPr lvl="1"/>
            <a:endParaRPr lang="en-US" altLang="ja-JP" dirty="0"/>
          </a:p>
          <a:p>
            <a:endParaRPr lang="en-US" altLang="ja-JP" dirty="0"/>
          </a:p>
          <a:p>
            <a:pPr lvl="1"/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8820747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04387-8DF3-662F-5E65-B9E7B2C32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E4C6CFB-2F0D-35D3-D9D1-9EBA1819C2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問</a:t>
            </a:r>
            <a:r>
              <a:rPr lang="en-US" altLang="ja-JP" dirty="0"/>
              <a:t>39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41864B1-F11B-791E-B2CC-18BD151883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目的</a:t>
            </a:r>
            <a:r>
              <a:rPr kumimoji="1" lang="en-US" altLang="ja-JP" dirty="0"/>
              <a:t>:</a:t>
            </a:r>
          </a:p>
          <a:p>
            <a:r>
              <a:rPr lang="ja-JP" altLang="en-US" dirty="0"/>
              <a:t>変数</a:t>
            </a:r>
            <a:endParaRPr lang="en-US" altLang="ja-JP" dirty="0"/>
          </a:p>
          <a:p>
            <a:pPr lvl="1"/>
            <a:r>
              <a:rPr lang="en-US" altLang="ja-JP" dirty="0"/>
              <a:t>x:</a:t>
            </a:r>
          </a:p>
          <a:p>
            <a:r>
              <a:rPr lang="ja-JP" altLang="en-US" dirty="0"/>
              <a:t>ポイント</a:t>
            </a:r>
            <a:endParaRPr lang="en-US" altLang="ja-JP" dirty="0"/>
          </a:p>
          <a:p>
            <a:pPr lvl="1"/>
            <a:r>
              <a:rPr lang="en-US" altLang="ja-JP" dirty="0"/>
              <a:t>point</a:t>
            </a:r>
          </a:p>
          <a:p>
            <a:pPr lvl="1"/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8858441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CA3AF-4BD7-6198-277A-62A0507C8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D59F0AA-AD8D-902D-D440-84F85A87E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問</a:t>
            </a:r>
            <a:r>
              <a:rPr kumimoji="1" lang="en-US" altLang="ja-JP" dirty="0"/>
              <a:t>40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043F0E9-13F1-3471-E6FC-7A64303B55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目的</a:t>
            </a:r>
            <a:r>
              <a:rPr kumimoji="1" lang="en-US" altLang="ja-JP" dirty="0"/>
              <a:t>:</a:t>
            </a:r>
          </a:p>
          <a:p>
            <a:r>
              <a:rPr lang="ja-JP" altLang="en-US" dirty="0"/>
              <a:t>変数</a:t>
            </a:r>
            <a:endParaRPr lang="en-US" altLang="ja-JP" dirty="0"/>
          </a:p>
          <a:p>
            <a:pPr lvl="1"/>
            <a:r>
              <a:rPr lang="en-US" altLang="ja-JP" dirty="0"/>
              <a:t>x:</a:t>
            </a:r>
          </a:p>
          <a:p>
            <a:r>
              <a:rPr lang="ja-JP" altLang="en-US" dirty="0"/>
              <a:t>ポイント</a:t>
            </a:r>
            <a:endParaRPr lang="en-US" altLang="ja-JP" dirty="0"/>
          </a:p>
          <a:p>
            <a:pPr lvl="1"/>
            <a:r>
              <a:rPr lang="en-US" altLang="ja-JP" dirty="0"/>
              <a:t>point</a:t>
            </a:r>
          </a:p>
          <a:p>
            <a:pPr lvl="1"/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1649355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129</Words>
  <Application>Microsoft Office PowerPoint</Application>
  <PresentationFormat>ワイド画面</PresentationFormat>
  <Paragraphs>37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36-40</vt:lpstr>
      <vt:lpstr>問36: 範囲の二分探索</vt:lpstr>
      <vt:lpstr>問37: ハッシュ法のトレース</vt:lpstr>
      <vt:lpstr>問38: ハッシュ法</vt:lpstr>
      <vt:lpstr>問39</vt:lpstr>
      <vt:lpstr>問40</vt:lpstr>
    </vt:vector>
  </TitlesOfParts>
  <Company>SCMCC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越智 統</dc:creator>
  <cp:lastModifiedBy>越智 統</cp:lastModifiedBy>
  <cp:revision>1</cp:revision>
  <dcterms:created xsi:type="dcterms:W3CDTF">2026-10-07T13:46:35Z</dcterms:created>
  <dcterms:modified xsi:type="dcterms:W3CDTF">2026-10-08T02:49:45Z</dcterms:modified>
</cp:coreProperties>
</file>