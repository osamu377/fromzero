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A7516A-DB07-E158-675C-7A6174FBF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0D72E58-CD23-8941-895A-008F34ECD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EB8D5A-E1A8-3061-4676-26018119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E43EF4-AEBD-26D1-8691-EA3420F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CBBCEA-6DF9-7B89-D740-E12EF68B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490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14AF90-4432-724E-2C5A-816E97507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BF553-DA0A-EC27-3A85-67C087EB1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247211-303A-613E-BA95-703DEB784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605068-444F-DB77-ED2E-87CFC50D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72A45-A299-CF8F-3341-A50AE595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747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533EC2-4C33-5C82-C96B-36C7C62BA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458304-CF71-F3E5-91CC-4090E10A0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FDDA9C-4128-2D5E-CAC5-508B78962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1A38C-9403-7778-E7CE-ED4978DDB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AE2D95-3FE9-3D91-B8D1-1FBAEAA73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6172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3A9BEE-5A3D-ED05-FAC4-A42FCB233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B9735F-12EC-2F4E-8CCC-705E8A8D4F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190822-F728-D5D2-ABBF-DC389364A0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8EAFDB-B983-B189-CA52-97486780B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BD1204-AF24-8B3F-974D-E545A98C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A6FAF1-9085-4D7A-2849-24E835403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854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B2DCF9-5A94-781F-CA8A-09818A82C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5EBF118-F368-6B1E-3C3D-F7B91673D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40C7B78-7A94-40BA-B49D-3C6AF8600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B44106A-5BF7-3E06-3AC5-188029DD4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2481C0E-C428-00A8-4483-B3746C1B0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DC5CFBA-DC19-3240-BB14-7A4A331C3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F77301-C631-0491-332F-8EDCF2376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3F9FA7C-D301-DAE0-2F9F-2E459825F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739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391B19-DEE8-0053-E660-236329913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6FE139F-0975-50DF-CB57-47739526E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5B6630B-8A37-29AA-6309-92460163B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6DAE964-EB0E-297A-EAEE-952BE0D71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3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D406381-C19B-D445-84ED-077D2658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C7F4537-0BA4-CACE-50C8-BE3E444A0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BDAF0D-F23E-6BE3-A4C7-6ACED2029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399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4D3D34-9A10-2FAA-207D-4C4678A8E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FD46E5-430F-8CB1-7818-8FBA249CC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5EE1E5-FA7C-D7A5-4CC9-1D69ECED0B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3A9190-E55D-9ADC-4578-32D2998F5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1CE5C0-69E1-68CB-EF03-393052B7E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EBB515-5020-9242-20EB-58C648439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99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4CD009-2663-A405-E3F4-1EA847333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DECBAEE-4F5E-971C-ED15-A515C75398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3C68E-C8E9-4DFF-3F5D-AFF0383300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F27664-A1C2-7FED-8BE7-947BA17B4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2FD135-7C3E-874C-D4EC-D6A1036F8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C00623-A396-D0A1-F66F-A1467E94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277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D15F21-EF42-2056-FD5B-1B485B37A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D40834D-9BAC-5B03-B5EF-0A6D4A780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9190BC-0FBD-B542-20B7-D81FFEA6A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1197DCD-9505-D251-5781-D2C55AEAB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983E35-0A3D-12D7-416F-69FD7756B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748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F622AE7-B59E-8F57-2EB8-5DCD21C7B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3554325-9835-D898-0484-204DEFF96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BCE6EA-18C7-F420-AA51-637D64B3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281C57-3661-1BEF-E1F1-D9A14B4C9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BA31F0-3FDD-5C00-F9D5-DC3F57DC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98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E37C16-FC06-1A13-49FB-105B39706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441E71-5ED7-68A7-3048-3070E4E16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CF5043-B2FE-E9FE-C423-44C3DA5CF4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91E36-DE35-43E6-928F-4F0F238BF226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2A9D68-A291-71DF-6EF5-9DC2F211B5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AAB419-C9EC-C419-E080-8E5DAEC63F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0FB07B-9385-4BAF-A817-4053953EF9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1245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BBEBBD-1C13-9111-5D6E-6978AA1CCE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36-40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4F923B0-1A1F-E9B4-81C8-C650E76866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558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E826F-F9EB-0B0B-50EA-3756072FE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78393C-4136-4143-B248-25581EA67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36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19E177-E713-A82D-BD21-120D00D50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  <a:p>
            <a:endParaRPr lang="en-US" altLang="ja-JP" dirty="0"/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204333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0D00F-985A-296F-2C2A-994E6244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4640761-234D-6BC7-D72D-C9AE53594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37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131AB1-3F2D-2FEF-791C-85B5C4CF9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736045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059C-329B-98F1-E569-A40F37E0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0CCA8E-082E-9CFE-8FA9-DE02C7F6E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38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969751-C17A-1769-0ABC-1B51BE3C7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  <a:p>
            <a:endParaRPr lang="en-US" altLang="ja-JP" dirty="0"/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8207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04387-8DF3-662F-5E65-B9E7B2C3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4C6CFB-2F0D-35D3-D9D1-9EBA1819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lang="en-US" altLang="ja-JP" dirty="0"/>
              <a:t>39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1864B1-F11B-791E-B2CC-18BD15188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85844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A3AF-4BD7-6198-277A-62A0507C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59F0AA-AD8D-902D-D440-84F85A87E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問</a:t>
            </a:r>
            <a:r>
              <a:rPr kumimoji="1" lang="en-US" altLang="ja-JP" dirty="0"/>
              <a:t>40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43F0E9-13F1-3471-E6FC-7A64303B5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目的</a:t>
            </a:r>
            <a:r>
              <a:rPr kumimoji="1" lang="en-US" altLang="ja-JP" dirty="0"/>
              <a:t>: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en-US" altLang="ja-JP" dirty="0"/>
              <a:t>x:</a:t>
            </a:r>
          </a:p>
          <a:p>
            <a:r>
              <a:rPr lang="ja-JP" altLang="en-US" dirty="0"/>
              <a:t>ポイント</a:t>
            </a:r>
            <a:endParaRPr lang="en-US" altLang="ja-JP" dirty="0"/>
          </a:p>
          <a:p>
            <a:pPr lvl="1"/>
            <a:r>
              <a:rPr lang="en-US" altLang="ja-JP" dirty="0"/>
              <a:t>point</a:t>
            </a:r>
          </a:p>
          <a:p>
            <a:pPr lvl="1"/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64935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46</Words>
  <Application>Microsoft Office PowerPoint</Application>
  <PresentationFormat>ワイド画面</PresentationFormat>
  <Paragraphs>33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36-40</vt:lpstr>
      <vt:lpstr>問36</vt:lpstr>
      <vt:lpstr>問37</vt:lpstr>
      <vt:lpstr>問38</vt:lpstr>
      <vt:lpstr>問39</vt:lpstr>
      <vt:lpstr>問40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2026-10-07T13:46:35Z</dcterms:created>
  <dcterms:modified xsi:type="dcterms:W3CDTF">2026-10-07T13:49:42Z</dcterms:modified>
</cp:coreProperties>
</file>