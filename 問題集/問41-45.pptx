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9FA1C6-0788-46DA-A32A-89EF363D747C}" v="244" dt="2026-10-21T14:01:45.2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F99FA1C6-0788-46DA-A32A-89EF363D747C}"/>
    <pc:docChg chg="custSel modSld">
      <pc:chgData name="越智 統" userId="2de33d77-a65a-42d1-92e2-b40da65bb07e" providerId="ADAL" clId="{F99FA1C6-0788-46DA-A32A-89EF363D747C}" dt="2026-10-22T02:14:35.910" v="2547" actId="20577"/>
      <pc:docMkLst>
        <pc:docMk/>
      </pc:docMkLst>
      <pc:sldChg chg="modSp mod">
        <pc:chgData name="越智 統" userId="2de33d77-a65a-42d1-92e2-b40da65bb07e" providerId="ADAL" clId="{F99FA1C6-0788-46DA-A32A-89EF363D747C}" dt="2026-10-21T12:22:05.662" v="5" actId="20577"/>
        <pc:sldMkLst>
          <pc:docMk/>
          <pc:sldMk cId="87558667" sldId="256"/>
        </pc:sldMkLst>
        <pc:spChg chg="mod">
          <ac:chgData name="越智 統" userId="2de33d77-a65a-42d1-92e2-b40da65bb07e" providerId="ADAL" clId="{F99FA1C6-0788-46DA-A32A-89EF363D747C}" dt="2026-10-21T12:22:05.662" v="5" actId="20577"/>
          <ac:spMkLst>
            <pc:docMk/>
            <pc:sldMk cId="87558667" sldId="256"/>
            <ac:spMk id="2" creationId="{54BBEBBD-1C13-9111-5D6E-6978AA1CCEF6}"/>
          </ac:spMkLst>
        </pc:spChg>
      </pc:sldChg>
      <pc:sldChg chg="addSp modSp mod">
        <pc:chgData name="越智 統" userId="2de33d77-a65a-42d1-92e2-b40da65bb07e" providerId="ADAL" clId="{F99FA1C6-0788-46DA-A32A-89EF363D747C}" dt="2026-10-22T02:14:35.910" v="2547" actId="20577"/>
        <pc:sldMkLst>
          <pc:docMk/>
          <pc:sldMk cId="4204333872" sldId="261"/>
        </pc:sldMkLst>
        <pc:spChg chg="mod">
          <ac:chgData name="越智 統" userId="2de33d77-a65a-42d1-92e2-b40da65bb07e" providerId="ADAL" clId="{F99FA1C6-0788-46DA-A32A-89EF363D747C}" dt="2026-10-21T12:27:34.747" v="38" actId="20577"/>
          <ac:spMkLst>
            <pc:docMk/>
            <pc:sldMk cId="4204333872" sldId="261"/>
            <ac:spMk id="2" creationId="{BA78393C-4136-4143-B248-25581EA672B8}"/>
          </ac:spMkLst>
        </pc:spChg>
        <pc:spChg chg="mod">
          <ac:chgData name="越智 統" userId="2de33d77-a65a-42d1-92e2-b40da65bb07e" providerId="ADAL" clId="{F99FA1C6-0788-46DA-A32A-89EF363D747C}" dt="2026-10-22T02:14:35.910" v="2547" actId="20577"/>
          <ac:spMkLst>
            <pc:docMk/>
            <pc:sldMk cId="4204333872" sldId="261"/>
            <ac:spMk id="3" creationId="{2D19E177-E713-A82D-BD21-120D00D50102}"/>
          </ac:spMkLst>
        </pc:spChg>
        <pc:picChg chg="add mod">
          <ac:chgData name="越智 統" userId="2de33d77-a65a-42d1-92e2-b40da65bb07e" providerId="ADAL" clId="{F99FA1C6-0788-46DA-A32A-89EF363D747C}" dt="2026-10-21T12:46:13.494" v="205" actId="1076"/>
          <ac:picMkLst>
            <pc:docMk/>
            <pc:sldMk cId="4204333872" sldId="261"/>
            <ac:picMk id="4" creationId="{B42B7152-BB34-3636-B5F6-CA9A6E10BD1C}"/>
          </ac:picMkLst>
        </pc:picChg>
      </pc:sldChg>
      <pc:sldChg chg="addSp modSp mod">
        <pc:chgData name="越智 統" userId="2de33d77-a65a-42d1-92e2-b40da65bb07e" providerId="ADAL" clId="{F99FA1C6-0788-46DA-A32A-89EF363D747C}" dt="2026-10-21T13:10:06.878" v="545" actId="1076"/>
        <pc:sldMkLst>
          <pc:docMk/>
          <pc:sldMk cId="3736045710" sldId="262"/>
        </pc:sldMkLst>
        <pc:spChg chg="mod">
          <ac:chgData name="越智 統" userId="2de33d77-a65a-42d1-92e2-b40da65bb07e" providerId="ADAL" clId="{F99FA1C6-0788-46DA-A32A-89EF363D747C}" dt="2026-10-21T12:48:46.072" v="238" actId="20577"/>
          <ac:spMkLst>
            <pc:docMk/>
            <pc:sldMk cId="3736045710" sldId="262"/>
            <ac:spMk id="2" creationId="{64640761-234D-6BC7-D72D-C9AE53594C3D}"/>
          </ac:spMkLst>
        </pc:spChg>
        <pc:spChg chg="mod">
          <ac:chgData name="越智 統" userId="2de33d77-a65a-42d1-92e2-b40da65bb07e" providerId="ADAL" clId="{F99FA1C6-0788-46DA-A32A-89EF363D747C}" dt="2026-10-21T13:09:53.958" v="542" actId="5793"/>
          <ac:spMkLst>
            <pc:docMk/>
            <pc:sldMk cId="3736045710" sldId="262"/>
            <ac:spMk id="3" creationId="{B8131AB1-3F2D-2FEF-791C-85B5C4CF91C4}"/>
          </ac:spMkLst>
        </pc:spChg>
        <pc:graphicFrameChg chg="add mod">
          <ac:chgData name="越智 統" userId="2de33d77-a65a-42d1-92e2-b40da65bb07e" providerId="ADAL" clId="{F99FA1C6-0788-46DA-A32A-89EF363D747C}" dt="2026-10-21T13:09:55.557" v="543"/>
          <ac:graphicFrameMkLst>
            <pc:docMk/>
            <pc:sldMk cId="3736045710" sldId="262"/>
            <ac:graphicFrameMk id="4" creationId="{840B49D8-FCDC-80CC-76BB-F72C356E57F2}"/>
          </ac:graphicFrameMkLst>
        </pc:graphicFrameChg>
        <pc:picChg chg="add mod">
          <ac:chgData name="越智 統" userId="2de33d77-a65a-42d1-92e2-b40da65bb07e" providerId="ADAL" clId="{F99FA1C6-0788-46DA-A32A-89EF363D747C}" dt="2026-10-21T13:10:06.878" v="545" actId="1076"/>
          <ac:picMkLst>
            <pc:docMk/>
            <pc:sldMk cId="3736045710" sldId="262"/>
            <ac:picMk id="5" creationId="{86C59EDB-BD4A-81EC-4B40-60883D6CE599}"/>
          </ac:picMkLst>
        </pc:picChg>
      </pc:sldChg>
      <pc:sldChg chg="modSp mod">
        <pc:chgData name="越智 統" userId="2de33d77-a65a-42d1-92e2-b40da65bb07e" providerId="ADAL" clId="{F99FA1C6-0788-46DA-A32A-89EF363D747C}" dt="2026-10-21T13:23:15.826" v="847" actId="20577"/>
        <pc:sldMkLst>
          <pc:docMk/>
          <pc:sldMk cId="3882074766" sldId="263"/>
        </pc:sldMkLst>
        <pc:spChg chg="mod">
          <ac:chgData name="越智 統" userId="2de33d77-a65a-42d1-92e2-b40da65bb07e" providerId="ADAL" clId="{F99FA1C6-0788-46DA-A32A-89EF363D747C}" dt="2026-10-21T13:18:25.723" v="652" actId="20577"/>
          <ac:spMkLst>
            <pc:docMk/>
            <pc:sldMk cId="3882074766" sldId="263"/>
            <ac:spMk id="2" creationId="{580CCA8E-082E-9CFE-8FA9-DE02C7F6E493}"/>
          </ac:spMkLst>
        </pc:spChg>
        <pc:spChg chg="mod">
          <ac:chgData name="越智 統" userId="2de33d77-a65a-42d1-92e2-b40da65bb07e" providerId="ADAL" clId="{F99FA1C6-0788-46DA-A32A-89EF363D747C}" dt="2026-10-21T13:23:15.826" v="847" actId="20577"/>
          <ac:spMkLst>
            <pc:docMk/>
            <pc:sldMk cId="3882074766" sldId="263"/>
            <ac:spMk id="3" creationId="{BF969751-C17A-1769-0ABC-1B51BE3C73F9}"/>
          </ac:spMkLst>
        </pc:spChg>
      </pc:sldChg>
      <pc:sldChg chg="addSp delSp modSp mod">
        <pc:chgData name="越智 統" userId="2de33d77-a65a-42d1-92e2-b40da65bb07e" providerId="ADAL" clId="{F99FA1C6-0788-46DA-A32A-89EF363D747C}" dt="2026-10-21T13:43:16.227" v="1707" actId="14100"/>
        <pc:sldMkLst>
          <pc:docMk/>
          <pc:sldMk cId="3885844179" sldId="264"/>
        </pc:sldMkLst>
        <pc:spChg chg="mod">
          <ac:chgData name="越智 統" userId="2de33d77-a65a-42d1-92e2-b40da65bb07e" providerId="ADAL" clId="{F99FA1C6-0788-46DA-A32A-89EF363D747C}" dt="2026-10-21T13:39:35.846" v="1605" actId="20577"/>
          <ac:spMkLst>
            <pc:docMk/>
            <pc:sldMk cId="3885844179" sldId="264"/>
            <ac:spMk id="2" creationId="{5E4C6CFB-2F0D-35D3-D9D1-9EBA1819C25D}"/>
          </ac:spMkLst>
        </pc:spChg>
        <pc:spChg chg="mod">
          <ac:chgData name="越智 統" userId="2de33d77-a65a-42d1-92e2-b40da65bb07e" providerId="ADAL" clId="{F99FA1C6-0788-46DA-A32A-89EF363D747C}" dt="2026-10-21T13:39:45.311" v="1606" actId="6549"/>
          <ac:spMkLst>
            <pc:docMk/>
            <pc:sldMk cId="3885844179" sldId="264"/>
            <ac:spMk id="3" creationId="{841864B1-F11B-791E-B2CC-18BD151883D1}"/>
          </ac:spMkLst>
        </pc:spChg>
        <pc:spChg chg="add mod">
          <ac:chgData name="越智 統" userId="2de33d77-a65a-42d1-92e2-b40da65bb07e" providerId="ADAL" clId="{F99FA1C6-0788-46DA-A32A-89EF363D747C}" dt="2026-10-21T13:43:16.227" v="1707" actId="14100"/>
          <ac:spMkLst>
            <pc:docMk/>
            <pc:sldMk cId="3885844179" sldId="264"/>
            <ac:spMk id="5" creationId="{AD7D4309-9046-FA59-05E9-AAD83D9462C1}"/>
          </ac:spMkLst>
        </pc:spChg>
        <pc:spChg chg="add mod">
          <ac:chgData name="越智 統" userId="2de33d77-a65a-42d1-92e2-b40da65bb07e" providerId="ADAL" clId="{F99FA1C6-0788-46DA-A32A-89EF363D747C}" dt="2026-10-21T13:43:02.919" v="1704" actId="14100"/>
          <ac:spMkLst>
            <pc:docMk/>
            <pc:sldMk cId="3885844179" sldId="264"/>
            <ac:spMk id="7" creationId="{02DC29F5-0C5F-578B-EF45-0383E2CE515D}"/>
          </ac:spMkLst>
        </pc:spChg>
        <pc:graphicFrameChg chg="add mod modGraphic">
          <ac:chgData name="越智 統" userId="2de33d77-a65a-42d1-92e2-b40da65bb07e" providerId="ADAL" clId="{F99FA1C6-0788-46DA-A32A-89EF363D747C}" dt="2026-10-21T13:42:57.248" v="1703" actId="20577"/>
          <ac:graphicFrameMkLst>
            <pc:docMk/>
            <pc:sldMk cId="3885844179" sldId="264"/>
            <ac:graphicFrameMk id="4" creationId="{6AEE0CE6-FC05-CD0A-38C7-27F9B69A46F4}"/>
          </ac:graphicFrameMkLst>
        </pc:graphicFrameChg>
        <pc:graphicFrameChg chg="add del mod">
          <ac:chgData name="越智 統" userId="2de33d77-a65a-42d1-92e2-b40da65bb07e" providerId="ADAL" clId="{F99FA1C6-0788-46DA-A32A-89EF363D747C}" dt="2026-10-21T13:41:39.622" v="1656" actId="478"/>
          <ac:graphicFrameMkLst>
            <pc:docMk/>
            <pc:sldMk cId="3885844179" sldId="264"/>
            <ac:graphicFrameMk id="6" creationId="{4C5CE019-1FDB-8DE1-2B7D-63877D6DF1CB}"/>
          </ac:graphicFrameMkLst>
        </pc:graphicFrameChg>
      </pc:sldChg>
      <pc:sldChg chg="addSp delSp modSp mod">
        <pc:chgData name="越智 統" userId="2de33d77-a65a-42d1-92e2-b40da65bb07e" providerId="ADAL" clId="{F99FA1C6-0788-46DA-A32A-89EF363D747C}" dt="2026-10-21T14:02:08.790" v="2526" actId="1076"/>
        <pc:sldMkLst>
          <pc:docMk/>
          <pc:sldMk cId="3164935586" sldId="265"/>
        </pc:sldMkLst>
        <pc:spChg chg="mod">
          <ac:chgData name="越智 統" userId="2de33d77-a65a-42d1-92e2-b40da65bb07e" providerId="ADAL" clId="{F99FA1C6-0788-46DA-A32A-89EF363D747C}" dt="2026-10-21T13:44:34.106" v="1741" actId="20577"/>
          <ac:spMkLst>
            <pc:docMk/>
            <pc:sldMk cId="3164935586" sldId="265"/>
            <ac:spMk id="2" creationId="{ED59F0AA-AD8D-902D-D440-84F85A87E490}"/>
          </ac:spMkLst>
        </pc:spChg>
        <pc:spChg chg="mod">
          <ac:chgData name="越智 統" userId="2de33d77-a65a-42d1-92e2-b40da65bb07e" providerId="ADAL" clId="{F99FA1C6-0788-46DA-A32A-89EF363D747C}" dt="2026-10-21T13:57:04.235" v="2304" actId="6549"/>
          <ac:spMkLst>
            <pc:docMk/>
            <pc:sldMk cId="3164935586" sldId="265"/>
            <ac:spMk id="3" creationId="{3043F0E9-13F1-3471-E6FC-7A64303B55C3}"/>
          </ac:spMkLst>
        </pc:spChg>
        <pc:spChg chg="add mod">
          <ac:chgData name="越智 統" userId="2de33d77-a65a-42d1-92e2-b40da65bb07e" providerId="ADAL" clId="{F99FA1C6-0788-46DA-A32A-89EF363D747C}" dt="2026-10-21T13:58:57.919" v="2349"/>
          <ac:spMkLst>
            <pc:docMk/>
            <pc:sldMk cId="3164935586" sldId="265"/>
            <ac:spMk id="5" creationId="{0CA845AF-6BF7-C048-02F6-D1ADA69E86B4}"/>
          </ac:spMkLst>
        </pc:spChg>
        <pc:graphicFrameChg chg="add del mod modGraphic">
          <ac:chgData name="越智 統" userId="2de33d77-a65a-42d1-92e2-b40da65bb07e" providerId="ADAL" clId="{F99FA1C6-0788-46DA-A32A-89EF363D747C}" dt="2026-10-21T14:00:46.498" v="2429" actId="478"/>
          <ac:graphicFrameMkLst>
            <pc:docMk/>
            <pc:sldMk cId="3164935586" sldId="265"/>
            <ac:graphicFrameMk id="4" creationId="{30DE11D9-726E-13EA-5AF2-2309A4612F57}"/>
          </ac:graphicFrameMkLst>
        </pc:graphicFrameChg>
        <pc:graphicFrameChg chg="add mod modGraphic">
          <ac:chgData name="越智 統" userId="2de33d77-a65a-42d1-92e2-b40da65bb07e" providerId="ADAL" clId="{F99FA1C6-0788-46DA-A32A-89EF363D747C}" dt="2026-10-21T14:02:08.790" v="2526" actId="1076"/>
          <ac:graphicFrameMkLst>
            <pc:docMk/>
            <pc:sldMk cId="3164935586" sldId="265"/>
            <ac:graphicFrameMk id="6" creationId="{0A80708C-0B3C-101F-823D-A990294D51B5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C5EFBD-5463-4CDB-8CFF-EE93A634B7AB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62B4F315-FD3B-42A5-BF4E-BFA06B8791F8}">
      <dgm:prSet phldrT="[テキスト]"/>
      <dgm:spPr/>
      <dgm:t>
        <a:bodyPr/>
        <a:lstStyle/>
        <a:p>
          <a:r>
            <a:rPr kumimoji="1" lang="en-US" altLang="ja-JP" dirty="0"/>
            <a:t>1</a:t>
          </a:r>
          <a:endParaRPr kumimoji="1" lang="ja-JP" altLang="en-US" dirty="0"/>
        </a:p>
      </dgm:t>
    </dgm:pt>
    <dgm:pt modelId="{703E5516-91ED-4B41-8D28-C4B4A9B7F45D}" type="parTrans" cxnId="{C7CFF46C-D996-4DC6-A054-748A6804EF21}">
      <dgm:prSet/>
      <dgm:spPr/>
      <dgm:t>
        <a:bodyPr/>
        <a:lstStyle/>
        <a:p>
          <a:endParaRPr kumimoji="1" lang="ja-JP" altLang="en-US"/>
        </a:p>
      </dgm:t>
    </dgm:pt>
    <dgm:pt modelId="{6DC2D27C-74C2-4B59-BDBB-ECD93E641FF9}" type="sibTrans" cxnId="{C7CFF46C-D996-4DC6-A054-748A6804EF21}">
      <dgm:prSet/>
      <dgm:spPr/>
      <dgm:t>
        <a:bodyPr/>
        <a:lstStyle/>
        <a:p>
          <a:endParaRPr kumimoji="1" lang="ja-JP" altLang="en-US"/>
        </a:p>
      </dgm:t>
    </dgm:pt>
    <dgm:pt modelId="{829CFF1E-E485-4DE9-B532-301E302CC60A}">
      <dgm:prSet phldrT="[テキスト]"/>
      <dgm:spPr/>
      <dgm:t>
        <a:bodyPr/>
        <a:lstStyle/>
        <a:p>
          <a:r>
            <a:rPr kumimoji="1" lang="en-US" altLang="ja-JP" dirty="0"/>
            <a:t>2</a:t>
          </a:r>
          <a:endParaRPr kumimoji="1" lang="ja-JP" altLang="en-US" dirty="0"/>
        </a:p>
      </dgm:t>
    </dgm:pt>
    <dgm:pt modelId="{800972D0-B4C7-45C2-81D6-CB280000A8E5}" type="parTrans" cxnId="{821CAD4F-3753-4EA1-9DFE-3121D8DB49BB}">
      <dgm:prSet/>
      <dgm:spPr/>
      <dgm:t>
        <a:bodyPr/>
        <a:lstStyle/>
        <a:p>
          <a:endParaRPr kumimoji="1" lang="ja-JP" altLang="en-US"/>
        </a:p>
      </dgm:t>
    </dgm:pt>
    <dgm:pt modelId="{3DA881E5-5A07-401F-BE8A-B3EB3A5741DA}" type="sibTrans" cxnId="{821CAD4F-3753-4EA1-9DFE-3121D8DB49BB}">
      <dgm:prSet/>
      <dgm:spPr/>
      <dgm:t>
        <a:bodyPr/>
        <a:lstStyle/>
        <a:p>
          <a:endParaRPr kumimoji="1" lang="ja-JP" altLang="en-US"/>
        </a:p>
      </dgm:t>
    </dgm:pt>
    <dgm:pt modelId="{B93A2F3E-9725-4161-91D0-61505DA42616}">
      <dgm:prSet phldrT="[テキスト]"/>
      <dgm:spPr/>
      <dgm:t>
        <a:bodyPr/>
        <a:lstStyle/>
        <a:p>
          <a:r>
            <a:rPr kumimoji="1" lang="en-US" altLang="ja-JP" dirty="0"/>
            <a:t>3</a:t>
          </a:r>
          <a:endParaRPr kumimoji="1" lang="ja-JP" altLang="en-US" dirty="0"/>
        </a:p>
      </dgm:t>
    </dgm:pt>
    <dgm:pt modelId="{0F98434E-5D0C-4F4D-B003-A902A004CDDE}" type="parTrans" cxnId="{DB994D3B-D260-4A67-A33D-BFD80EEED76B}">
      <dgm:prSet/>
      <dgm:spPr/>
      <dgm:t>
        <a:bodyPr/>
        <a:lstStyle/>
        <a:p>
          <a:endParaRPr kumimoji="1" lang="ja-JP" altLang="en-US"/>
        </a:p>
      </dgm:t>
    </dgm:pt>
    <dgm:pt modelId="{DA323A34-959D-49E7-879E-670DB5A75BAD}" type="sibTrans" cxnId="{DB994D3B-D260-4A67-A33D-BFD80EEED76B}">
      <dgm:prSet/>
      <dgm:spPr/>
      <dgm:t>
        <a:bodyPr/>
        <a:lstStyle/>
        <a:p>
          <a:endParaRPr kumimoji="1" lang="ja-JP" altLang="en-US"/>
        </a:p>
      </dgm:t>
    </dgm:pt>
    <dgm:pt modelId="{216888F6-C4EF-4861-96E4-6477558B5B26}">
      <dgm:prSet phldrT="[テキスト]"/>
      <dgm:spPr/>
      <dgm:t>
        <a:bodyPr/>
        <a:lstStyle/>
        <a:p>
          <a:r>
            <a:rPr kumimoji="1" lang="en-US" altLang="ja-JP" dirty="0"/>
            <a:t>4</a:t>
          </a:r>
          <a:endParaRPr kumimoji="1" lang="ja-JP" altLang="en-US" dirty="0"/>
        </a:p>
      </dgm:t>
    </dgm:pt>
    <dgm:pt modelId="{B1B79112-1AE9-47E9-A29C-111E316B4F49}" type="parTrans" cxnId="{C8FBBE73-44A0-47EB-AE88-528357C067FC}">
      <dgm:prSet/>
      <dgm:spPr/>
      <dgm:t>
        <a:bodyPr/>
        <a:lstStyle/>
        <a:p>
          <a:endParaRPr kumimoji="1" lang="ja-JP" altLang="en-US"/>
        </a:p>
      </dgm:t>
    </dgm:pt>
    <dgm:pt modelId="{113DFD94-73BE-47C8-A2C0-BE7D79D9890A}" type="sibTrans" cxnId="{C8FBBE73-44A0-47EB-AE88-528357C067FC}">
      <dgm:prSet/>
      <dgm:spPr/>
      <dgm:t>
        <a:bodyPr/>
        <a:lstStyle/>
        <a:p>
          <a:endParaRPr kumimoji="1" lang="ja-JP" altLang="en-US"/>
        </a:p>
      </dgm:t>
    </dgm:pt>
    <dgm:pt modelId="{F5ECAF9E-824D-46E9-8FE3-4352369E703A}">
      <dgm:prSet phldrT="[テキスト]"/>
      <dgm:spPr/>
      <dgm:t>
        <a:bodyPr/>
        <a:lstStyle/>
        <a:p>
          <a:r>
            <a:rPr kumimoji="1" lang="en-US" altLang="ja-JP" dirty="0"/>
            <a:t>5</a:t>
          </a:r>
          <a:endParaRPr kumimoji="1" lang="ja-JP" altLang="en-US" dirty="0"/>
        </a:p>
      </dgm:t>
    </dgm:pt>
    <dgm:pt modelId="{F2B31CBD-09DC-4B37-AF1B-CE0EE5025DB4}" type="parTrans" cxnId="{C0D83F16-63DD-450A-9F83-289DA5471F39}">
      <dgm:prSet/>
      <dgm:spPr/>
      <dgm:t>
        <a:bodyPr/>
        <a:lstStyle/>
        <a:p>
          <a:endParaRPr kumimoji="1" lang="ja-JP" altLang="en-US"/>
        </a:p>
      </dgm:t>
    </dgm:pt>
    <dgm:pt modelId="{1927E378-7588-42DD-98B0-59B51D54D2AC}" type="sibTrans" cxnId="{C0D83F16-63DD-450A-9F83-289DA5471F39}">
      <dgm:prSet/>
      <dgm:spPr/>
      <dgm:t>
        <a:bodyPr/>
        <a:lstStyle/>
        <a:p>
          <a:endParaRPr kumimoji="1" lang="ja-JP" altLang="en-US"/>
        </a:p>
      </dgm:t>
    </dgm:pt>
    <dgm:pt modelId="{263E01C0-FD71-4B23-8FB4-5FB65B229AE5}">
      <dgm:prSet phldrT="[テキスト]"/>
      <dgm:spPr/>
      <dgm:t>
        <a:bodyPr/>
        <a:lstStyle/>
        <a:p>
          <a:r>
            <a:rPr kumimoji="1" lang="en-US" altLang="ja-JP" dirty="0"/>
            <a:t>6</a:t>
          </a:r>
          <a:endParaRPr kumimoji="1" lang="ja-JP" altLang="en-US" dirty="0"/>
        </a:p>
      </dgm:t>
    </dgm:pt>
    <dgm:pt modelId="{C476A05D-859C-4E33-93C7-87414124FE51}" type="parTrans" cxnId="{7FD71208-C61C-488C-A68C-9E96322BAB9B}">
      <dgm:prSet/>
      <dgm:spPr/>
      <dgm:t>
        <a:bodyPr/>
        <a:lstStyle/>
        <a:p>
          <a:endParaRPr kumimoji="1" lang="ja-JP" altLang="en-US"/>
        </a:p>
      </dgm:t>
    </dgm:pt>
    <dgm:pt modelId="{0F7845B3-63D4-4223-98BE-3271C3EAC2FD}" type="sibTrans" cxnId="{7FD71208-C61C-488C-A68C-9E96322BAB9B}">
      <dgm:prSet/>
      <dgm:spPr/>
      <dgm:t>
        <a:bodyPr/>
        <a:lstStyle/>
        <a:p>
          <a:endParaRPr kumimoji="1" lang="ja-JP" altLang="en-US"/>
        </a:p>
      </dgm:t>
    </dgm:pt>
    <dgm:pt modelId="{4BAFDF7E-3BC3-43B1-AAF7-38E1BC9F28E6}">
      <dgm:prSet phldrT="[テキスト]"/>
      <dgm:spPr/>
      <dgm:t>
        <a:bodyPr/>
        <a:lstStyle/>
        <a:p>
          <a:r>
            <a:rPr kumimoji="1" lang="en-US" altLang="ja-JP" dirty="0"/>
            <a:t>7</a:t>
          </a:r>
          <a:endParaRPr kumimoji="1" lang="ja-JP" altLang="en-US" dirty="0"/>
        </a:p>
      </dgm:t>
    </dgm:pt>
    <dgm:pt modelId="{2362CCE9-178F-496B-8B1A-60304CC075C2}" type="parTrans" cxnId="{E098865D-3EF4-4D95-8927-99EE61553AE8}">
      <dgm:prSet/>
      <dgm:spPr/>
      <dgm:t>
        <a:bodyPr/>
        <a:lstStyle/>
        <a:p>
          <a:endParaRPr kumimoji="1" lang="ja-JP" altLang="en-US"/>
        </a:p>
      </dgm:t>
    </dgm:pt>
    <dgm:pt modelId="{B92255DB-2346-4AAF-A1BC-5177C2AD4208}" type="sibTrans" cxnId="{E098865D-3EF4-4D95-8927-99EE61553AE8}">
      <dgm:prSet/>
      <dgm:spPr/>
      <dgm:t>
        <a:bodyPr/>
        <a:lstStyle/>
        <a:p>
          <a:endParaRPr kumimoji="1" lang="ja-JP" altLang="en-US"/>
        </a:p>
      </dgm:t>
    </dgm:pt>
    <dgm:pt modelId="{89BFB83B-8D94-42B2-A244-A7C9305F0924}">
      <dgm:prSet phldrT="[テキスト]"/>
      <dgm:spPr/>
      <dgm:t>
        <a:bodyPr/>
        <a:lstStyle/>
        <a:p>
          <a:r>
            <a:rPr kumimoji="1" lang="en-US" altLang="ja-JP" dirty="0"/>
            <a:t>8</a:t>
          </a:r>
          <a:endParaRPr kumimoji="1" lang="ja-JP" altLang="en-US" dirty="0"/>
        </a:p>
      </dgm:t>
    </dgm:pt>
    <dgm:pt modelId="{70363986-AB7E-4B65-B37F-C27BAA8A5683}" type="parTrans" cxnId="{461F18CC-5B0D-47A1-AFED-5C6AEB530B0F}">
      <dgm:prSet/>
      <dgm:spPr/>
      <dgm:t>
        <a:bodyPr/>
        <a:lstStyle/>
        <a:p>
          <a:endParaRPr kumimoji="1" lang="ja-JP" altLang="en-US"/>
        </a:p>
      </dgm:t>
    </dgm:pt>
    <dgm:pt modelId="{6A5C1B6E-ECCD-471A-AAA8-AF582E3B2AF5}" type="sibTrans" cxnId="{461F18CC-5B0D-47A1-AFED-5C6AEB530B0F}">
      <dgm:prSet/>
      <dgm:spPr/>
      <dgm:t>
        <a:bodyPr/>
        <a:lstStyle/>
        <a:p>
          <a:endParaRPr kumimoji="1" lang="ja-JP" altLang="en-US"/>
        </a:p>
      </dgm:t>
    </dgm:pt>
    <dgm:pt modelId="{DB39345B-E9F1-4DE0-B34E-471679C57D5F}">
      <dgm:prSet phldrT="[テキスト]"/>
      <dgm:spPr/>
      <dgm:t>
        <a:bodyPr/>
        <a:lstStyle/>
        <a:p>
          <a:r>
            <a:rPr kumimoji="1" lang="en-US" altLang="ja-JP" dirty="0"/>
            <a:t>9</a:t>
          </a:r>
          <a:endParaRPr kumimoji="1" lang="ja-JP" altLang="en-US" dirty="0"/>
        </a:p>
      </dgm:t>
    </dgm:pt>
    <dgm:pt modelId="{ACD4CB3D-907A-4D36-AE5E-040C5BB335F9}" type="parTrans" cxnId="{54A6665F-317E-47E8-8C11-EC326E20B0F3}">
      <dgm:prSet/>
      <dgm:spPr/>
      <dgm:t>
        <a:bodyPr/>
        <a:lstStyle/>
        <a:p>
          <a:endParaRPr kumimoji="1" lang="ja-JP" altLang="en-US"/>
        </a:p>
      </dgm:t>
    </dgm:pt>
    <dgm:pt modelId="{2DDAAF53-D165-4B59-A015-2E87F27C903A}" type="sibTrans" cxnId="{54A6665F-317E-47E8-8C11-EC326E20B0F3}">
      <dgm:prSet/>
      <dgm:spPr/>
      <dgm:t>
        <a:bodyPr/>
        <a:lstStyle/>
        <a:p>
          <a:endParaRPr kumimoji="1" lang="ja-JP" altLang="en-US"/>
        </a:p>
      </dgm:t>
    </dgm:pt>
    <dgm:pt modelId="{9D51C0C9-CDF5-4F2F-AF89-18B1ECC17196}" type="pres">
      <dgm:prSet presAssocID="{F7C5EFBD-5463-4CDB-8CFF-EE93A634B7AB}" presName="Name0" presStyleCnt="0">
        <dgm:presLayoutVars>
          <dgm:dir/>
          <dgm:resizeHandles val="exact"/>
        </dgm:presLayoutVars>
      </dgm:prSet>
      <dgm:spPr/>
    </dgm:pt>
    <dgm:pt modelId="{F4E95477-6384-44B8-9E54-3F421D5694AE}" type="pres">
      <dgm:prSet presAssocID="{F7C5EFBD-5463-4CDB-8CFF-EE93A634B7AB}" presName="cycle" presStyleCnt="0"/>
      <dgm:spPr/>
    </dgm:pt>
    <dgm:pt modelId="{AFA987D1-D90A-428D-996C-07CB0B57C012}" type="pres">
      <dgm:prSet presAssocID="{62B4F315-FD3B-42A5-BF4E-BFA06B8791F8}" presName="nodeFirstNode" presStyleLbl="node1" presStyleIdx="0" presStyleCnt="9">
        <dgm:presLayoutVars>
          <dgm:bulletEnabled val="1"/>
        </dgm:presLayoutVars>
      </dgm:prSet>
      <dgm:spPr/>
    </dgm:pt>
    <dgm:pt modelId="{24DB2683-561E-4097-9EC7-EFBB15D3BD1E}" type="pres">
      <dgm:prSet presAssocID="{6DC2D27C-74C2-4B59-BDBB-ECD93E641FF9}" presName="sibTransFirstNode" presStyleLbl="bgShp" presStyleIdx="0" presStyleCnt="1"/>
      <dgm:spPr/>
    </dgm:pt>
    <dgm:pt modelId="{5AD671D9-8673-414A-83B2-2F405639B25C}" type="pres">
      <dgm:prSet presAssocID="{829CFF1E-E485-4DE9-B532-301E302CC60A}" presName="nodeFollowingNodes" presStyleLbl="node1" presStyleIdx="1" presStyleCnt="9">
        <dgm:presLayoutVars>
          <dgm:bulletEnabled val="1"/>
        </dgm:presLayoutVars>
      </dgm:prSet>
      <dgm:spPr/>
    </dgm:pt>
    <dgm:pt modelId="{FBEC2146-B9FC-4A00-A4F0-F96DBAB7AAA3}" type="pres">
      <dgm:prSet presAssocID="{B93A2F3E-9725-4161-91D0-61505DA42616}" presName="nodeFollowingNodes" presStyleLbl="node1" presStyleIdx="2" presStyleCnt="9">
        <dgm:presLayoutVars>
          <dgm:bulletEnabled val="1"/>
        </dgm:presLayoutVars>
      </dgm:prSet>
      <dgm:spPr/>
    </dgm:pt>
    <dgm:pt modelId="{EBD1F666-6F54-40CB-98EE-4038FF9827FE}" type="pres">
      <dgm:prSet presAssocID="{216888F6-C4EF-4861-96E4-6477558B5B26}" presName="nodeFollowingNodes" presStyleLbl="node1" presStyleIdx="3" presStyleCnt="9">
        <dgm:presLayoutVars>
          <dgm:bulletEnabled val="1"/>
        </dgm:presLayoutVars>
      </dgm:prSet>
      <dgm:spPr/>
    </dgm:pt>
    <dgm:pt modelId="{39E8ED91-F71F-4325-83B9-79E79B9977F0}" type="pres">
      <dgm:prSet presAssocID="{F5ECAF9E-824D-46E9-8FE3-4352369E703A}" presName="nodeFollowingNodes" presStyleLbl="node1" presStyleIdx="4" presStyleCnt="9">
        <dgm:presLayoutVars>
          <dgm:bulletEnabled val="1"/>
        </dgm:presLayoutVars>
      </dgm:prSet>
      <dgm:spPr/>
    </dgm:pt>
    <dgm:pt modelId="{9C8DABAF-03A3-4404-A5A6-D2A9F88F1874}" type="pres">
      <dgm:prSet presAssocID="{263E01C0-FD71-4B23-8FB4-5FB65B229AE5}" presName="nodeFollowingNodes" presStyleLbl="node1" presStyleIdx="5" presStyleCnt="9">
        <dgm:presLayoutVars>
          <dgm:bulletEnabled val="1"/>
        </dgm:presLayoutVars>
      </dgm:prSet>
      <dgm:spPr/>
    </dgm:pt>
    <dgm:pt modelId="{8D70B406-1605-422E-93B0-8363A9E613F1}" type="pres">
      <dgm:prSet presAssocID="{4BAFDF7E-3BC3-43B1-AAF7-38E1BC9F28E6}" presName="nodeFollowingNodes" presStyleLbl="node1" presStyleIdx="6" presStyleCnt="9">
        <dgm:presLayoutVars>
          <dgm:bulletEnabled val="1"/>
        </dgm:presLayoutVars>
      </dgm:prSet>
      <dgm:spPr/>
    </dgm:pt>
    <dgm:pt modelId="{BA498E70-02E6-4F97-AA00-549F7FE611A7}" type="pres">
      <dgm:prSet presAssocID="{89BFB83B-8D94-42B2-A244-A7C9305F0924}" presName="nodeFollowingNodes" presStyleLbl="node1" presStyleIdx="7" presStyleCnt="9">
        <dgm:presLayoutVars>
          <dgm:bulletEnabled val="1"/>
        </dgm:presLayoutVars>
      </dgm:prSet>
      <dgm:spPr/>
    </dgm:pt>
    <dgm:pt modelId="{7C7E7F0C-9CA7-4826-A51D-4F27D8FA055C}" type="pres">
      <dgm:prSet presAssocID="{DB39345B-E9F1-4DE0-B34E-471679C57D5F}" presName="nodeFollowingNodes" presStyleLbl="node1" presStyleIdx="8" presStyleCnt="9">
        <dgm:presLayoutVars>
          <dgm:bulletEnabled val="1"/>
        </dgm:presLayoutVars>
      </dgm:prSet>
      <dgm:spPr/>
    </dgm:pt>
  </dgm:ptLst>
  <dgm:cxnLst>
    <dgm:cxn modelId="{7FD71208-C61C-488C-A68C-9E96322BAB9B}" srcId="{F7C5EFBD-5463-4CDB-8CFF-EE93A634B7AB}" destId="{263E01C0-FD71-4B23-8FB4-5FB65B229AE5}" srcOrd="5" destOrd="0" parTransId="{C476A05D-859C-4E33-93C7-87414124FE51}" sibTransId="{0F7845B3-63D4-4223-98BE-3271C3EAC2FD}"/>
    <dgm:cxn modelId="{C0D83F16-63DD-450A-9F83-289DA5471F39}" srcId="{F7C5EFBD-5463-4CDB-8CFF-EE93A634B7AB}" destId="{F5ECAF9E-824D-46E9-8FE3-4352369E703A}" srcOrd="4" destOrd="0" parTransId="{F2B31CBD-09DC-4B37-AF1B-CE0EE5025DB4}" sibTransId="{1927E378-7588-42DD-98B0-59B51D54D2AC}"/>
    <dgm:cxn modelId="{81FA8D35-A4F7-447E-9342-4988853720D9}" type="presOf" srcId="{216888F6-C4EF-4861-96E4-6477558B5B26}" destId="{EBD1F666-6F54-40CB-98EE-4038FF9827FE}" srcOrd="0" destOrd="0" presId="urn:microsoft.com/office/officeart/2005/8/layout/cycle3"/>
    <dgm:cxn modelId="{C749EF38-D5EB-44B4-A608-CA16C316EDF0}" type="presOf" srcId="{62B4F315-FD3B-42A5-BF4E-BFA06B8791F8}" destId="{AFA987D1-D90A-428D-996C-07CB0B57C012}" srcOrd="0" destOrd="0" presId="urn:microsoft.com/office/officeart/2005/8/layout/cycle3"/>
    <dgm:cxn modelId="{DB994D3B-D260-4A67-A33D-BFD80EEED76B}" srcId="{F7C5EFBD-5463-4CDB-8CFF-EE93A634B7AB}" destId="{B93A2F3E-9725-4161-91D0-61505DA42616}" srcOrd="2" destOrd="0" parTransId="{0F98434E-5D0C-4F4D-B003-A902A004CDDE}" sibTransId="{DA323A34-959D-49E7-879E-670DB5A75BAD}"/>
    <dgm:cxn modelId="{E098865D-3EF4-4D95-8927-99EE61553AE8}" srcId="{F7C5EFBD-5463-4CDB-8CFF-EE93A634B7AB}" destId="{4BAFDF7E-3BC3-43B1-AAF7-38E1BC9F28E6}" srcOrd="6" destOrd="0" parTransId="{2362CCE9-178F-496B-8B1A-60304CC075C2}" sibTransId="{B92255DB-2346-4AAF-A1BC-5177C2AD4208}"/>
    <dgm:cxn modelId="{54A6665F-317E-47E8-8C11-EC326E20B0F3}" srcId="{F7C5EFBD-5463-4CDB-8CFF-EE93A634B7AB}" destId="{DB39345B-E9F1-4DE0-B34E-471679C57D5F}" srcOrd="8" destOrd="0" parTransId="{ACD4CB3D-907A-4D36-AE5E-040C5BB335F9}" sibTransId="{2DDAAF53-D165-4B59-A015-2E87F27C903A}"/>
    <dgm:cxn modelId="{51B25941-88D6-41A4-AF87-9BF1ACB2A4EC}" type="presOf" srcId="{DB39345B-E9F1-4DE0-B34E-471679C57D5F}" destId="{7C7E7F0C-9CA7-4826-A51D-4F27D8FA055C}" srcOrd="0" destOrd="0" presId="urn:microsoft.com/office/officeart/2005/8/layout/cycle3"/>
    <dgm:cxn modelId="{C7CFF46C-D996-4DC6-A054-748A6804EF21}" srcId="{F7C5EFBD-5463-4CDB-8CFF-EE93A634B7AB}" destId="{62B4F315-FD3B-42A5-BF4E-BFA06B8791F8}" srcOrd="0" destOrd="0" parTransId="{703E5516-91ED-4B41-8D28-C4B4A9B7F45D}" sibTransId="{6DC2D27C-74C2-4B59-BDBB-ECD93E641FF9}"/>
    <dgm:cxn modelId="{821CAD4F-3753-4EA1-9DFE-3121D8DB49BB}" srcId="{F7C5EFBD-5463-4CDB-8CFF-EE93A634B7AB}" destId="{829CFF1E-E485-4DE9-B532-301E302CC60A}" srcOrd="1" destOrd="0" parTransId="{800972D0-B4C7-45C2-81D6-CB280000A8E5}" sibTransId="{3DA881E5-5A07-401F-BE8A-B3EB3A5741DA}"/>
    <dgm:cxn modelId="{C8FBBE73-44A0-47EB-AE88-528357C067FC}" srcId="{F7C5EFBD-5463-4CDB-8CFF-EE93A634B7AB}" destId="{216888F6-C4EF-4861-96E4-6477558B5B26}" srcOrd="3" destOrd="0" parTransId="{B1B79112-1AE9-47E9-A29C-111E316B4F49}" sibTransId="{113DFD94-73BE-47C8-A2C0-BE7D79D9890A}"/>
    <dgm:cxn modelId="{68387056-3382-4B0A-8492-BB9F03F0C4AB}" type="presOf" srcId="{B93A2F3E-9725-4161-91D0-61505DA42616}" destId="{FBEC2146-B9FC-4A00-A4F0-F96DBAB7AAA3}" srcOrd="0" destOrd="0" presId="urn:microsoft.com/office/officeart/2005/8/layout/cycle3"/>
    <dgm:cxn modelId="{59BCCFAD-5CD9-4ACF-AE4A-53EBB2627DA1}" type="presOf" srcId="{6DC2D27C-74C2-4B59-BDBB-ECD93E641FF9}" destId="{24DB2683-561E-4097-9EC7-EFBB15D3BD1E}" srcOrd="0" destOrd="0" presId="urn:microsoft.com/office/officeart/2005/8/layout/cycle3"/>
    <dgm:cxn modelId="{461F18CC-5B0D-47A1-AFED-5C6AEB530B0F}" srcId="{F7C5EFBD-5463-4CDB-8CFF-EE93A634B7AB}" destId="{89BFB83B-8D94-42B2-A244-A7C9305F0924}" srcOrd="7" destOrd="0" parTransId="{70363986-AB7E-4B65-B37F-C27BAA8A5683}" sibTransId="{6A5C1B6E-ECCD-471A-AAA8-AF582E3B2AF5}"/>
    <dgm:cxn modelId="{914C32CE-4D3D-4E6A-B058-C0C7D3F6AC8C}" type="presOf" srcId="{F5ECAF9E-824D-46E9-8FE3-4352369E703A}" destId="{39E8ED91-F71F-4325-83B9-79E79B9977F0}" srcOrd="0" destOrd="0" presId="urn:microsoft.com/office/officeart/2005/8/layout/cycle3"/>
    <dgm:cxn modelId="{849CB9CF-7C93-461D-98DD-05FF6BCE2816}" type="presOf" srcId="{F7C5EFBD-5463-4CDB-8CFF-EE93A634B7AB}" destId="{9D51C0C9-CDF5-4F2F-AF89-18B1ECC17196}" srcOrd="0" destOrd="0" presId="urn:microsoft.com/office/officeart/2005/8/layout/cycle3"/>
    <dgm:cxn modelId="{FB501FD1-2AD5-4801-B557-12BF721CBE11}" type="presOf" srcId="{829CFF1E-E485-4DE9-B532-301E302CC60A}" destId="{5AD671D9-8673-414A-83B2-2F405639B25C}" srcOrd="0" destOrd="0" presId="urn:microsoft.com/office/officeart/2005/8/layout/cycle3"/>
    <dgm:cxn modelId="{4532A2D6-0A5D-42AA-8E65-25B63DA7A0AB}" type="presOf" srcId="{263E01C0-FD71-4B23-8FB4-5FB65B229AE5}" destId="{9C8DABAF-03A3-4404-A5A6-D2A9F88F1874}" srcOrd="0" destOrd="0" presId="urn:microsoft.com/office/officeart/2005/8/layout/cycle3"/>
    <dgm:cxn modelId="{D5CBDCE1-9E35-484B-8FB9-F5B9AE9E323C}" type="presOf" srcId="{4BAFDF7E-3BC3-43B1-AAF7-38E1BC9F28E6}" destId="{8D70B406-1605-422E-93B0-8363A9E613F1}" srcOrd="0" destOrd="0" presId="urn:microsoft.com/office/officeart/2005/8/layout/cycle3"/>
    <dgm:cxn modelId="{EE1CABE6-9889-4EFE-A96C-5FED06594F41}" type="presOf" srcId="{89BFB83B-8D94-42B2-A244-A7C9305F0924}" destId="{BA498E70-02E6-4F97-AA00-549F7FE611A7}" srcOrd="0" destOrd="0" presId="urn:microsoft.com/office/officeart/2005/8/layout/cycle3"/>
    <dgm:cxn modelId="{0F77EF04-B3E2-4C63-AE0D-0F5CECCB7149}" type="presParOf" srcId="{9D51C0C9-CDF5-4F2F-AF89-18B1ECC17196}" destId="{F4E95477-6384-44B8-9E54-3F421D5694AE}" srcOrd="0" destOrd="0" presId="urn:microsoft.com/office/officeart/2005/8/layout/cycle3"/>
    <dgm:cxn modelId="{5FBEB6DF-AF87-43F5-BA3E-61D9E7AADCD2}" type="presParOf" srcId="{F4E95477-6384-44B8-9E54-3F421D5694AE}" destId="{AFA987D1-D90A-428D-996C-07CB0B57C012}" srcOrd="0" destOrd="0" presId="urn:microsoft.com/office/officeart/2005/8/layout/cycle3"/>
    <dgm:cxn modelId="{E54D664E-4434-4679-AF23-589659D040BE}" type="presParOf" srcId="{F4E95477-6384-44B8-9E54-3F421D5694AE}" destId="{24DB2683-561E-4097-9EC7-EFBB15D3BD1E}" srcOrd="1" destOrd="0" presId="urn:microsoft.com/office/officeart/2005/8/layout/cycle3"/>
    <dgm:cxn modelId="{828CFA3F-C58B-4285-B867-A29D4E97910A}" type="presParOf" srcId="{F4E95477-6384-44B8-9E54-3F421D5694AE}" destId="{5AD671D9-8673-414A-83B2-2F405639B25C}" srcOrd="2" destOrd="0" presId="urn:microsoft.com/office/officeart/2005/8/layout/cycle3"/>
    <dgm:cxn modelId="{7BFBAFBD-F91E-4207-9172-91D702661AB5}" type="presParOf" srcId="{F4E95477-6384-44B8-9E54-3F421D5694AE}" destId="{FBEC2146-B9FC-4A00-A4F0-F96DBAB7AAA3}" srcOrd="3" destOrd="0" presId="urn:microsoft.com/office/officeart/2005/8/layout/cycle3"/>
    <dgm:cxn modelId="{B808E53B-BE99-4B12-A8E2-1F1414E1AA2D}" type="presParOf" srcId="{F4E95477-6384-44B8-9E54-3F421D5694AE}" destId="{EBD1F666-6F54-40CB-98EE-4038FF9827FE}" srcOrd="4" destOrd="0" presId="urn:microsoft.com/office/officeart/2005/8/layout/cycle3"/>
    <dgm:cxn modelId="{0B5FADEA-D605-46FF-9A47-1905AAA01D78}" type="presParOf" srcId="{F4E95477-6384-44B8-9E54-3F421D5694AE}" destId="{39E8ED91-F71F-4325-83B9-79E79B9977F0}" srcOrd="5" destOrd="0" presId="urn:microsoft.com/office/officeart/2005/8/layout/cycle3"/>
    <dgm:cxn modelId="{01C8075C-F473-46D8-AFA6-6C0BEA379E12}" type="presParOf" srcId="{F4E95477-6384-44B8-9E54-3F421D5694AE}" destId="{9C8DABAF-03A3-4404-A5A6-D2A9F88F1874}" srcOrd="6" destOrd="0" presId="urn:microsoft.com/office/officeart/2005/8/layout/cycle3"/>
    <dgm:cxn modelId="{237707DC-4A36-4D03-AD28-B71674C97E15}" type="presParOf" srcId="{F4E95477-6384-44B8-9E54-3F421D5694AE}" destId="{8D70B406-1605-422E-93B0-8363A9E613F1}" srcOrd="7" destOrd="0" presId="urn:microsoft.com/office/officeart/2005/8/layout/cycle3"/>
    <dgm:cxn modelId="{B45A97E5-528A-4655-86F7-3913C6FC021A}" type="presParOf" srcId="{F4E95477-6384-44B8-9E54-3F421D5694AE}" destId="{BA498E70-02E6-4F97-AA00-549F7FE611A7}" srcOrd="8" destOrd="0" presId="urn:microsoft.com/office/officeart/2005/8/layout/cycle3"/>
    <dgm:cxn modelId="{FD1BF8D3-F12E-4FBC-964B-997B4B2C9418}" type="presParOf" srcId="{F4E95477-6384-44B8-9E54-3F421D5694AE}" destId="{7C7E7F0C-9CA7-4826-A51D-4F27D8FA055C}" srcOrd="9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40067E-2CB6-43FC-9168-727125824DAE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B1F87349-9B07-498D-82A9-C7118A8E41EC}">
      <dgm:prSet phldrT="[テキスト]"/>
      <dgm:spPr/>
      <dgm:t>
        <a:bodyPr/>
        <a:lstStyle/>
        <a:p>
          <a:r>
            <a:rPr kumimoji="1" lang="en-US" altLang="ja-JP" dirty="0" err="1"/>
            <a:t>listHead</a:t>
          </a:r>
          <a:endParaRPr kumimoji="1" lang="ja-JP" altLang="en-US" dirty="0"/>
        </a:p>
      </dgm:t>
    </dgm:pt>
    <dgm:pt modelId="{F93819F6-E6E3-4A71-975B-BFECC17B6DDA}" type="parTrans" cxnId="{E0ACA809-C0D6-49B3-BF30-ADE3EE6C5937}">
      <dgm:prSet/>
      <dgm:spPr/>
      <dgm:t>
        <a:bodyPr/>
        <a:lstStyle/>
        <a:p>
          <a:endParaRPr kumimoji="1" lang="ja-JP" altLang="en-US"/>
        </a:p>
      </dgm:t>
    </dgm:pt>
    <dgm:pt modelId="{30D6E476-2097-4F8E-9414-DFD6D2C2BA08}" type="sibTrans" cxnId="{E0ACA809-C0D6-49B3-BF30-ADE3EE6C5937}">
      <dgm:prSet/>
      <dgm:spPr/>
      <dgm:t>
        <a:bodyPr/>
        <a:lstStyle/>
        <a:p>
          <a:endParaRPr kumimoji="1" lang="ja-JP" altLang="en-US"/>
        </a:p>
      </dgm:t>
    </dgm:pt>
    <dgm:pt modelId="{976E0715-C3F2-4256-9DFD-2D6BFBDC6F78}">
      <dgm:prSet phldrT="[テキスト]"/>
      <dgm:spPr/>
      <dgm:t>
        <a:bodyPr/>
        <a:lstStyle/>
        <a:p>
          <a:r>
            <a:rPr kumimoji="1" lang="ja-JP" altLang="en-US" dirty="0"/>
            <a:t>次への参照</a:t>
          </a:r>
        </a:p>
      </dgm:t>
    </dgm:pt>
    <dgm:pt modelId="{50E6C498-0218-4FF2-AD2C-88F66086BE8B}" type="parTrans" cxnId="{E1138A47-C4B3-4671-8FD6-D2D5311A7D2F}">
      <dgm:prSet/>
      <dgm:spPr/>
      <dgm:t>
        <a:bodyPr/>
        <a:lstStyle/>
        <a:p>
          <a:endParaRPr kumimoji="1" lang="ja-JP" altLang="en-US"/>
        </a:p>
      </dgm:t>
    </dgm:pt>
    <dgm:pt modelId="{9EDF1B42-87A3-45A8-B5F5-FC8A5086D838}" type="sibTrans" cxnId="{E1138A47-C4B3-4671-8FD6-D2D5311A7D2F}">
      <dgm:prSet/>
      <dgm:spPr/>
      <dgm:t>
        <a:bodyPr/>
        <a:lstStyle/>
        <a:p>
          <a:endParaRPr kumimoji="1" lang="ja-JP" altLang="en-US"/>
        </a:p>
      </dgm:t>
    </dgm:pt>
    <dgm:pt modelId="{69C894C4-415B-4E38-BCB7-7B179E122200}">
      <dgm:prSet phldrT="[テキスト]"/>
      <dgm:spPr/>
      <dgm:t>
        <a:bodyPr/>
        <a:lstStyle/>
        <a:p>
          <a:r>
            <a:rPr kumimoji="1" lang="ja-JP" altLang="en-US" dirty="0"/>
            <a:t>要素</a:t>
          </a:r>
          <a:r>
            <a:rPr kumimoji="1" lang="en-US" altLang="ja-JP" dirty="0"/>
            <a:t>2</a:t>
          </a:r>
          <a:endParaRPr kumimoji="1" lang="ja-JP" altLang="en-US" dirty="0"/>
        </a:p>
      </dgm:t>
    </dgm:pt>
    <dgm:pt modelId="{3FF287AC-E957-4057-879C-D4809D065BB3}" type="parTrans" cxnId="{570483C0-FFD2-4BB2-A352-E155BB710336}">
      <dgm:prSet/>
      <dgm:spPr/>
      <dgm:t>
        <a:bodyPr/>
        <a:lstStyle/>
        <a:p>
          <a:endParaRPr kumimoji="1" lang="ja-JP" altLang="en-US"/>
        </a:p>
      </dgm:t>
    </dgm:pt>
    <dgm:pt modelId="{0CD279FF-EAC8-40A2-8A29-1DDBAB6786A8}" type="sibTrans" cxnId="{570483C0-FFD2-4BB2-A352-E155BB710336}">
      <dgm:prSet/>
      <dgm:spPr/>
      <dgm:t>
        <a:bodyPr/>
        <a:lstStyle/>
        <a:p>
          <a:endParaRPr kumimoji="1" lang="ja-JP" altLang="en-US"/>
        </a:p>
      </dgm:t>
    </dgm:pt>
    <dgm:pt modelId="{770431F9-8030-4BBD-992A-E47D102BBAD4}">
      <dgm:prSet phldrT="[テキスト]"/>
      <dgm:spPr/>
      <dgm:t>
        <a:bodyPr/>
        <a:lstStyle/>
        <a:p>
          <a:r>
            <a:rPr kumimoji="1" lang="ja-JP" altLang="en-US" dirty="0"/>
            <a:t>次への参照</a:t>
          </a:r>
        </a:p>
      </dgm:t>
    </dgm:pt>
    <dgm:pt modelId="{93AF671D-C7B0-4E5D-BA8B-4ABF117A4B20}" type="parTrans" cxnId="{E52A23B1-2E0C-4882-9B19-82956DD85322}">
      <dgm:prSet/>
      <dgm:spPr/>
      <dgm:t>
        <a:bodyPr/>
        <a:lstStyle/>
        <a:p>
          <a:endParaRPr kumimoji="1" lang="ja-JP" altLang="en-US"/>
        </a:p>
      </dgm:t>
    </dgm:pt>
    <dgm:pt modelId="{7E15F223-1F36-419D-BD0E-326F52523E83}" type="sibTrans" cxnId="{E52A23B1-2E0C-4882-9B19-82956DD85322}">
      <dgm:prSet/>
      <dgm:spPr/>
      <dgm:t>
        <a:bodyPr/>
        <a:lstStyle/>
        <a:p>
          <a:endParaRPr kumimoji="1" lang="ja-JP" altLang="en-US"/>
        </a:p>
      </dgm:t>
    </dgm:pt>
    <dgm:pt modelId="{9537BDD0-29B0-4BF7-B8E2-819F8108367B}">
      <dgm:prSet phldrT="[テキスト]"/>
      <dgm:spPr/>
      <dgm:t>
        <a:bodyPr/>
        <a:lstStyle/>
        <a:p>
          <a:r>
            <a:rPr kumimoji="1" lang="ja-JP" altLang="en-US" dirty="0"/>
            <a:t>要素</a:t>
          </a:r>
          <a:r>
            <a:rPr kumimoji="1" lang="en-US" altLang="ja-JP" dirty="0"/>
            <a:t>3</a:t>
          </a:r>
          <a:endParaRPr kumimoji="1" lang="ja-JP" altLang="en-US" dirty="0"/>
        </a:p>
      </dgm:t>
    </dgm:pt>
    <dgm:pt modelId="{DBE0D277-877D-4FC3-BFC7-EA10D7FB9435}" type="parTrans" cxnId="{92B2653B-AD21-4256-8580-5B19AEF835E8}">
      <dgm:prSet/>
      <dgm:spPr/>
      <dgm:t>
        <a:bodyPr/>
        <a:lstStyle/>
        <a:p>
          <a:endParaRPr kumimoji="1" lang="ja-JP" altLang="en-US"/>
        </a:p>
      </dgm:t>
    </dgm:pt>
    <dgm:pt modelId="{24CDEA99-52CB-4F5F-9DBF-8FFF49D38D4F}" type="sibTrans" cxnId="{92B2653B-AD21-4256-8580-5B19AEF835E8}">
      <dgm:prSet/>
      <dgm:spPr/>
      <dgm:t>
        <a:bodyPr/>
        <a:lstStyle/>
        <a:p>
          <a:endParaRPr kumimoji="1" lang="ja-JP" altLang="en-US"/>
        </a:p>
      </dgm:t>
    </dgm:pt>
    <dgm:pt modelId="{A5534216-3EF7-4A78-9927-3E1C5399D87D}">
      <dgm:prSet phldrT="[テキスト]"/>
      <dgm:spPr/>
      <dgm:t>
        <a:bodyPr/>
        <a:lstStyle/>
        <a:p>
          <a:r>
            <a:rPr kumimoji="1" lang="ja-JP" altLang="en-US" dirty="0"/>
            <a:t>未定義</a:t>
          </a:r>
        </a:p>
      </dgm:t>
    </dgm:pt>
    <dgm:pt modelId="{C2FB9871-5DF8-41CB-9FDC-2A8A6E9B6B90}" type="parTrans" cxnId="{A4F70BEC-CCDE-4729-9B9B-3B702A6F3D82}">
      <dgm:prSet/>
      <dgm:spPr/>
      <dgm:t>
        <a:bodyPr/>
        <a:lstStyle/>
        <a:p>
          <a:endParaRPr kumimoji="1" lang="ja-JP" altLang="en-US"/>
        </a:p>
      </dgm:t>
    </dgm:pt>
    <dgm:pt modelId="{67675BDF-48EE-4EFB-9220-A97BD4E43EDD}" type="sibTrans" cxnId="{A4F70BEC-CCDE-4729-9B9B-3B702A6F3D82}">
      <dgm:prSet/>
      <dgm:spPr/>
      <dgm:t>
        <a:bodyPr/>
        <a:lstStyle/>
        <a:p>
          <a:endParaRPr kumimoji="1" lang="ja-JP" altLang="en-US"/>
        </a:p>
      </dgm:t>
    </dgm:pt>
    <dgm:pt modelId="{480989EA-3328-4598-9BF9-0ABE16E72D22}" type="pres">
      <dgm:prSet presAssocID="{BE40067E-2CB6-43FC-9168-727125824DAE}" presName="rootnode" presStyleCnt="0">
        <dgm:presLayoutVars>
          <dgm:chMax/>
          <dgm:chPref/>
          <dgm:dir/>
          <dgm:animLvl val="lvl"/>
        </dgm:presLayoutVars>
      </dgm:prSet>
      <dgm:spPr/>
    </dgm:pt>
    <dgm:pt modelId="{6F692D65-14A7-4A8C-9461-41B717D98BDE}" type="pres">
      <dgm:prSet presAssocID="{B1F87349-9B07-498D-82A9-C7118A8E41EC}" presName="composite" presStyleCnt="0"/>
      <dgm:spPr/>
    </dgm:pt>
    <dgm:pt modelId="{D1BBD500-0C5A-4E43-A630-CC93AED36B62}" type="pres">
      <dgm:prSet presAssocID="{B1F87349-9B07-498D-82A9-C7118A8E41EC}" presName="bentUpArrow1" presStyleLbl="alignImgPlace1" presStyleIdx="0" presStyleCnt="2"/>
      <dgm:spPr/>
    </dgm:pt>
    <dgm:pt modelId="{6706FD71-5EE3-46B5-91FC-5731B449432C}" type="pres">
      <dgm:prSet presAssocID="{B1F87349-9B07-498D-82A9-C7118A8E41EC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884CA250-0DFB-4E7F-8C72-6D0A82B70C39}" type="pres">
      <dgm:prSet presAssocID="{B1F87349-9B07-498D-82A9-C7118A8E41EC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C63AF95A-3E2A-4EC5-B405-4E83BB0BFD40}" type="pres">
      <dgm:prSet presAssocID="{30D6E476-2097-4F8E-9414-DFD6D2C2BA08}" presName="sibTrans" presStyleCnt="0"/>
      <dgm:spPr/>
    </dgm:pt>
    <dgm:pt modelId="{12892DAE-6213-41AC-8519-957D944AF98A}" type="pres">
      <dgm:prSet presAssocID="{69C894C4-415B-4E38-BCB7-7B179E122200}" presName="composite" presStyleCnt="0"/>
      <dgm:spPr/>
    </dgm:pt>
    <dgm:pt modelId="{68104B2B-82FF-4DD5-A0D5-5C1B93E54737}" type="pres">
      <dgm:prSet presAssocID="{69C894C4-415B-4E38-BCB7-7B179E122200}" presName="bentUpArrow1" presStyleLbl="alignImgPlace1" presStyleIdx="1" presStyleCnt="2"/>
      <dgm:spPr/>
    </dgm:pt>
    <dgm:pt modelId="{0D1F8386-0D4D-4B8C-9554-7A5607658609}" type="pres">
      <dgm:prSet presAssocID="{69C894C4-415B-4E38-BCB7-7B179E122200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EAB6310A-69A0-43AB-AB1F-5C172284DF98}" type="pres">
      <dgm:prSet presAssocID="{69C894C4-415B-4E38-BCB7-7B179E122200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8DB39584-6E59-4BFA-A599-1A511DA0056F}" type="pres">
      <dgm:prSet presAssocID="{0CD279FF-EAC8-40A2-8A29-1DDBAB6786A8}" presName="sibTrans" presStyleCnt="0"/>
      <dgm:spPr/>
    </dgm:pt>
    <dgm:pt modelId="{B6503FDD-13C9-43B7-8A95-F250C5C9E841}" type="pres">
      <dgm:prSet presAssocID="{9537BDD0-29B0-4BF7-B8E2-819F8108367B}" presName="composite" presStyleCnt="0"/>
      <dgm:spPr/>
    </dgm:pt>
    <dgm:pt modelId="{D7070662-D8F1-46DB-AF4A-CC922C5CEE7F}" type="pres">
      <dgm:prSet presAssocID="{9537BDD0-29B0-4BF7-B8E2-819F8108367B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47AC1F21-9C96-426C-AD4C-F99814E613A9}" type="pres">
      <dgm:prSet presAssocID="{9537BDD0-29B0-4BF7-B8E2-819F8108367B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E0ACA809-C0D6-49B3-BF30-ADE3EE6C5937}" srcId="{BE40067E-2CB6-43FC-9168-727125824DAE}" destId="{B1F87349-9B07-498D-82A9-C7118A8E41EC}" srcOrd="0" destOrd="0" parTransId="{F93819F6-E6E3-4A71-975B-BFECC17B6DDA}" sibTransId="{30D6E476-2097-4F8E-9414-DFD6D2C2BA08}"/>
    <dgm:cxn modelId="{C9B41A29-A60A-4364-8BC4-A9FCC479EEF6}" type="presOf" srcId="{69C894C4-415B-4E38-BCB7-7B179E122200}" destId="{0D1F8386-0D4D-4B8C-9554-7A5607658609}" srcOrd="0" destOrd="0" presId="urn:microsoft.com/office/officeart/2005/8/layout/StepDownProcess"/>
    <dgm:cxn modelId="{92B2653B-AD21-4256-8580-5B19AEF835E8}" srcId="{BE40067E-2CB6-43FC-9168-727125824DAE}" destId="{9537BDD0-29B0-4BF7-B8E2-819F8108367B}" srcOrd="2" destOrd="0" parTransId="{DBE0D277-877D-4FC3-BFC7-EA10D7FB9435}" sibTransId="{24CDEA99-52CB-4F5F-9DBF-8FFF49D38D4F}"/>
    <dgm:cxn modelId="{E1138A47-C4B3-4671-8FD6-D2D5311A7D2F}" srcId="{B1F87349-9B07-498D-82A9-C7118A8E41EC}" destId="{976E0715-C3F2-4256-9DFD-2D6BFBDC6F78}" srcOrd="0" destOrd="0" parTransId="{50E6C498-0218-4FF2-AD2C-88F66086BE8B}" sibTransId="{9EDF1B42-87A3-45A8-B5F5-FC8A5086D838}"/>
    <dgm:cxn modelId="{81F16948-9A49-4A79-A4C0-C021FC71162F}" type="presOf" srcId="{B1F87349-9B07-498D-82A9-C7118A8E41EC}" destId="{6706FD71-5EE3-46B5-91FC-5731B449432C}" srcOrd="0" destOrd="0" presId="urn:microsoft.com/office/officeart/2005/8/layout/StepDownProcess"/>
    <dgm:cxn modelId="{AE9E7175-DC49-4FE0-8529-885B021A598D}" type="presOf" srcId="{9537BDD0-29B0-4BF7-B8E2-819F8108367B}" destId="{D7070662-D8F1-46DB-AF4A-CC922C5CEE7F}" srcOrd="0" destOrd="0" presId="urn:microsoft.com/office/officeart/2005/8/layout/StepDownProcess"/>
    <dgm:cxn modelId="{75DE4C8D-BF13-47D7-A80A-D28EAA2FD590}" type="presOf" srcId="{BE40067E-2CB6-43FC-9168-727125824DAE}" destId="{480989EA-3328-4598-9BF9-0ABE16E72D22}" srcOrd="0" destOrd="0" presId="urn:microsoft.com/office/officeart/2005/8/layout/StepDownProcess"/>
    <dgm:cxn modelId="{8D2B5BAB-7879-4803-89CE-4E3BE920EE46}" type="presOf" srcId="{770431F9-8030-4BBD-992A-E47D102BBAD4}" destId="{EAB6310A-69A0-43AB-AB1F-5C172284DF98}" srcOrd="0" destOrd="0" presId="urn:microsoft.com/office/officeart/2005/8/layout/StepDownProcess"/>
    <dgm:cxn modelId="{E52A23B1-2E0C-4882-9B19-82956DD85322}" srcId="{69C894C4-415B-4E38-BCB7-7B179E122200}" destId="{770431F9-8030-4BBD-992A-E47D102BBAD4}" srcOrd="0" destOrd="0" parTransId="{93AF671D-C7B0-4E5D-BA8B-4ABF117A4B20}" sibTransId="{7E15F223-1F36-419D-BD0E-326F52523E83}"/>
    <dgm:cxn modelId="{570483C0-FFD2-4BB2-A352-E155BB710336}" srcId="{BE40067E-2CB6-43FC-9168-727125824DAE}" destId="{69C894C4-415B-4E38-BCB7-7B179E122200}" srcOrd="1" destOrd="0" parTransId="{3FF287AC-E957-4057-879C-D4809D065BB3}" sibTransId="{0CD279FF-EAC8-40A2-8A29-1DDBAB6786A8}"/>
    <dgm:cxn modelId="{F2CD94D5-8724-42F6-B4E7-A6B9B4A5C6FB}" type="presOf" srcId="{976E0715-C3F2-4256-9DFD-2D6BFBDC6F78}" destId="{884CA250-0DFB-4E7F-8C72-6D0A82B70C39}" srcOrd="0" destOrd="0" presId="urn:microsoft.com/office/officeart/2005/8/layout/StepDownProcess"/>
    <dgm:cxn modelId="{7AA88AE7-7A0D-4B0D-935E-602497268ED5}" type="presOf" srcId="{A5534216-3EF7-4A78-9927-3E1C5399D87D}" destId="{47AC1F21-9C96-426C-AD4C-F99814E613A9}" srcOrd="0" destOrd="0" presId="urn:microsoft.com/office/officeart/2005/8/layout/StepDownProcess"/>
    <dgm:cxn modelId="{A4F70BEC-CCDE-4729-9B9B-3B702A6F3D82}" srcId="{9537BDD0-29B0-4BF7-B8E2-819F8108367B}" destId="{A5534216-3EF7-4A78-9927-3E1C5399D87D}" srcOrd="0" destOrd="0" parTransId="{C2FB9871-5DF8-41CB-9FDC-2A8A6E9B6B90}" sibTransId="{67675BDF-48EE-4EFB-9220-A97BD4E43EDD}"/>
    <dgm:cxn modelId="{1F4F32F2-EA48-42A5-9019-BE948E525BFB}" type="presParOf" srcId="{480989EA-3328-4598-9BF9-0ABE16E72D22}" destId="{6F692D65-14A7-4A8C-9461-41B717D98BDE}" srcOrd="0" destOrd="0" presId="urn:microsoft.com/office/officeart/2005/8/layout/StepDownProcess"/>
    <dgm:cxn modelId="{242DA4EE-7FC5-4F03-9D6F-82894B840BC9}" type="presParOf" srcId="{6F692D65-14A7-4A8C-9461-41B717D98BDE}" destId="{D1BBD500-0C5A-4E43-A630-CC93AED36B62}" srcOrd="0" destOrd="0" presId="urn:microsoft.com/office/officeart/2005/8/layout/StepDownProcess"/>
    <dgm:cxn modelId="{9D4F4BA6-C811-4882-8A6C-9339A9DAA238}" type="presParOf" srcId="{6F692D65-14A7-4A8C-9461-41B717D98BDE}" destId="{6706FD71-5EE3-46B5-91FC-5731B449432C}" srcOrd="1" destOrd="0" presId="urn:microsoft.com/office/officeart/2005/8/layout/StepDownProcess"/>
    <dgm:cxn modelId="{371622CC-7FA6-4382-8AD2-D8710EFA5996}" type="presParOf" srcId="{6F692D65-14A7-4A8C-9461-41B717D98BDE}" destId="{884CA250-0DFB-4E7F-8C72-6D0A82B70C39}" srcOrd="2" destOrd="0" presId="urn:microsoft.com/office/officeart/2005/8/layout/StepDownProcess"/>
    <dgm:cxn modelId="{5260344B-9861-4919-A302-996FF9B90050}" type="presParOf" srcId="{480989EA-3328-4598-9BF9-0ABE16E72D22}" destId="{C63AF95A-3E2A-4EC5-B405-4E83BB0BFD40}" srcOrd="1" destOrd="0" presId="urn:microsoft.com/office/officeart/2005/8/layout/StepDownProcess"/>
    <dgm:cxn modelId="{6B2447D0-53AC-4740-A718-49F440AB7D7B}" type="presParOf" srcId="{480989EA-3328-4598-9BF9-0ABE16E72D22}" destId="{12892DAE-6213-41AC-8519-957D944AF98A}" srcOrd="2" destOrd="0" presId="urn:microsoft.com/office/officeart/2005/8/layout/StepDownProcess"/>
    <dgm:cxn modelId="{B5D32F90-08C0-4DE5-AD4C-C7AD4FC9C9BD}" type="presParOf" srcId="{12892DAE-6213-41AC-8519-957D944AF98A}" destId="{68104B2B-82FF-4DD5-A0D5-5C1B93E54737}" srcOrd="0" destOrd="0" presId="urn:microsoft.com/office/officeart/2005/8/layout/StepDownProcess"/>
    <dgm:cxn modelId="{FDB17F1C-0940-4760-8E9C-80C379677BD8}" type="presParOf" srcId="{12892DAE-6213-41AC-8519-957D944AF98A}" destId="{0D1F8386-0D4D-4B8C-9554-7A5607658609}" srcOrd="1" destOrd="0" presId="urn:microsoft.com/office/officeart/2005/8/layout/StepDownProcess"/>
    <dgm:cxn modelId="{EEFF6CD9-759A-4D2F-BEF8-31FDCFFA996C}" type="presParOf" srcId="{12892DAE-6213-41AC-8519-957D944AF98A}" destId="{EAB6310A-69A0-43AB-AB1F-5C172284DF98}" srcOrd="2" destOrd="0" presId="urn:microsoft.com/office/officeart/2005/8/layout/StepDownProcess"/>
    <dgm:cxn modelId="{B06847BA-AB40-452A-8E92-0D0856D5FE00}" type="presParOf" srcId="{480989EA-3328-4598-9BF9-0ABE16E72D22}" destId="{8DB39584-6E59-4BFA-A599-1A511DA0056F}" srcOrd="3" destOrd="0" presId="urn:microsoft.com/office/officeart/2005/8/layout/StepDownProcess"/>
    <dgm:cxn modelId="{6C02335D-813B-4ACD-8BE6-46927C81D812}" type="presParOf" srcId="{480989EA-3328-4598-9BF9-0ABE16E72D22}" destId="{B6503FDD-13C9-43B7-8A95-F250C5C9E841}" srcOrd="4" destOrd="0" presId="urn:microsoft.com/office/officeart/2005/8/layout/StepDownProcess"/>
    <dgm:cxn modelId="{DCE67D4E-A53C-4564-AE02-141FC5291841}" type="presParOf" srcId="{B6503FDD-13C9-43B7-8A95-F250C5C9E841}" destId="{D7070662-D8F1-46DB-AF4A-CC922C5CEE7F}" srcOrd="0" destOrd="0" presId="urn:microsoft.com/office/officeart/2005/8/layout/StepDownProcess"/>
    <dgm:cxn modelId="{06BFAA41-0DFD-4C5F-BC55-2D3934692F10}" type="presParOf" srcId="{B6503FDD-13C9-43B7-8A95-F250C5C9E841}" destId="{47AC1F21-9C96-426C-AD4C-F99814E613A9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DB2683-561E-4097-9EC7-EFBB15D3BD1E}">
      <dsp:nvSpPr>
        <dsp:cNvPr id="0" name=""/>
        <dsp:cNvSpPr/>
      </dsp:nvSpPr>
      <dsp:spPr>
        <a:xfrm>
          <a:off x="1293344" y="-26787"/>
          <a:ext cx="2296460" cy="2296460"/>
        </a:xfrm>
        <a:prstGeom prst="circularArrow">
          <a:avLst>
            <a:gd name="adj1" fmla="val 5544"/>
            <a:gd name="adj2" fmla="val 330680"/>
            <a:gd name="adj3" fmla="val 14798385"/>
            <a:gd name="adj4" fmla="val 16790059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987D1-D90A-428D-996C-07CB0B57C012}">
      <dsp:nvSpPr>
        <dsp:cNvPr id="0" name=""/>
        <dsp:cNvSpPr/>
      </dsp:nvSpPr>
      <dsp:spPr>
        <a:xfrm>
          <a:off x="2156645" y="1173"/>
          <a:ext cx="569859" cy="2849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/>
            <a:t>1</a:t>
          </a:r>
          <a:endParaRPr kumimoji="1" lang="ja-JP" altLang="en-US" sz="900" kern="1200" dirty="0"/>
        </a:p>
      </dsp:txBody>
      <dsp:txXfrm>
        <a:off x="2170554" y="15082"/>
        <a:ext cx="542041" cy="257111"/>
      </dsp:txXfrm>
    </dsp:sp>
    <dsp:sp modelId="{5AD671D9-8673-414A-83B2-2F405639B25C}">
      <dsp:nvSpPr>
        <dsp:cNvPr id="0" name=""/>
        <dsp:cNvSpPr/>
      </dsp:nvSpPr>
      <dsp:spPr>
        <a:xfrm>
          <a:off x="2786127" y="230286"/>
          <a:ext cx="569859" cy="2849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/>
            <a:t>2</a:t>
          </a:r>
          <a:endParaRPr kumimoji="1" lang="ja-JP" altLang="en-US" sz="900" kern="1200" dirty="0"/>
        </a:p>
      </dsp:txBody>
      <dsp:txXfrm>
        <a:off x="2800036" y="244195"/>
        <a:ext cx="542041" cy="257111"/>
      </dsp:txXfrm>
    </dsp:sp>
    <dsp:sp modelId="{FBEC2146-B9FC-4A00-A4F0-F96DBAB7AAA3}">
      <dsp:nvSpPr>
        <dsp:cNvPr id="0" name=""/>
        <dsp:cNvSpPr/>
      </dsp:nvSpPr>
      <dsp:spPr>
        <a:xfrm>
          <a:off x="3121068" y="810420"/>
          <a:ext cx="569859" cy="2849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/>
            <a:t>3</a:t>
          </a:r>
          <a:endParaRPr kumimoji="1" lang="ja-JP" altLang="en-US" sz="900" kern="1200" dirty="0"/>
        </a:p>
      </dsp:txBody>
      <dsp:txXfrm>
        <a:off x="3134977" y="824329"/>
        <a:ext cx="542041" cy="257111"/>
      </dsp:txXfrm>
    </dsp:sp>
    <dsp:sp modelId="{EBD1F666-6F54-40CB-98EE-4038FF9827FE}">
      <dsp:nvSpPr>
        <dsp:cNvPr id="0" name=""/>
        <dsp:cNvSpPr/>
      </dsp:nvSpPr>
      <dsp:spPr>
        <a:xfrm>
          <a:off x="3004744" y="1470124"/>
          <a:ext cx="569859" cy="2849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/>
            <a:t>4</a:t>
          </a:r>
          <a:endParaRPr kumimoji="1" lang="ja-JP" altLang="en-US" sz="900" kern="1200" dirty="0"/>
        </a:p>
      </dsp:txBody>
      <dsp:txXfrm>
        <a:off x="3018653" y="1484033"/>
        <a:ext cx="542041" cy="257111"/>
      </dsp:txXfrm>
    </dsp:sp>
    <dsp:sp modelId="{39E8ED91-F71F-4325-83B9-79E79B9977F0}">
      <dsp:nvSpPr>
        <dsp:cNvPr id="0" name=""/>
        <dsp:cNvSpPr/>
      </dsp:nvSpPr>
      <dsp:spPr>
        <a:xfrm>
          <a:off x="2491585" y="1900715"/>
          <a:ext cx="569859" cy="2849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/>
            <a:t>5</a:t>
          </a:r>
          <a:endParaRPr kumimoji="1" lang="ja-JP" altLang="en-US" sz="900" kern="1200" dirty="0"/>
        </a:p>
      </dsp:txBody>
      <dsp:txXfrm>
        <a:off x="2505494" y="1914624"/>
        <a:ext cx="542041" cy="257111"/>
      </dsp:txXfrm>
    </dsp:sp>
    <dsp:sp modelId="{9C8DABAF-03A3-4404-A5A6-D2A9F88F1874}">
      <dsp:nvSpPr>
        <dsp:cNvPr id="0" name=""/>
        <dsp:cNvSpPr/>
      </dsp:nvSpPr>
      <dsp:spPr>
        <a:xfrm>
          <a:off x="1821704" y="1900715"/>
          <a:ext cx="569859" cy="2849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/>
            <a:t>6</a:t>
          </a:r>
          <a:endParaRPr kumimoji="1" lang="ja-JP" altLang="en-US" sz="900" kern="1200" dirty="0"/>
        </a:p>
      </dsp:txBody>
      <dsp:txXfrm>
        <a:off x="1835613" y="1914624"/>
        <a:ext cx="542041" cy="257111"/>
      </dsp:txXfrm>
    </dsp:sp>
    <dsp:sp modelId="{8D70B406-1605-422E-93B0-8363A9E613F1}">
      <dsp:nvSpPr>
        <dsp:cNvPr id="0" name=""/>
        <dsp:cNvSpPr/>
      </dsp:nvSpPr>
      <dsp:spPr>
        <a:xfrm>
          <a:off x="1308545" y="1470124"/>
          <a:ext cx="569859" cy="2849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/>
            <a:t>7</a:t>
          </a:r>
          <a:endParaRPr kumimoji="1" lang="ja-JP" altLang="en-US" sz="900" kern="1200" dirty="0"/>
        </a:p>
      </dsp:txBody>
      <dsp:txXfrm>
        <a:off x="1322454" y="1484033"/>
        <a:ext cx="542041" cy="257111"/>
      </dsp:txXfrm>
    </dsp:sp>
    <dsp:sp modelId="{BA498E70-02E6-4F97-AA00-549F7FE611A7}">
      <dsp:nvSpPr>
        <dsp:cNvPr id="0" name=""/>
        <dsp:cNvSpPr/>
      </dsp:nvSpPr>
      <dsp:spPr>
        <a:xfrm>
          <a:off x="1192221" y="810420"/>
          <a:ext cx="569859" cy="2849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/>
            <a:t>8</a:t>
          </a:r>
          <a:endParaRPr kumimoji="1" lang="ja-JP" altLang="en-US" sz="900" kern="1200" dirty="0"/>
        </a:p>
      </dsp:txBody>
      <dsp:txXfrm>
        <a:off x="1206130" y="824329"/>
        <a:ext cx="542041" cy="257111"/>
      </dsp:txXfrm>
    </dsp:sp>
    <dsp:sp modelId="{7C7E7F0C-9CA7-4826-A51D-4F27D8FA055C}">
      <dsp:nvSpPr>
        <dsp:cNvPr id="0" name=""/>
        <dsp:cNvSpPr/>
      </dsp:nvSpPr>
      <dsp:spPr>
        <a:xfrm>
          <a:off x="1527162" y="230286"/>
          <a:ext cx="569859" cy="2849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900" kern="1200" dirty="0"/>
            <a:t>9</a:t>
          </a:r>
          <a:endParaRPr kumimoji="1" lang="ja-JP" altLang="en-US" sz="900" kern="1200" dirty="0"/>
        </a:p>
      </dsp:txBody>
      <dsp:txXfrm>
        <a:off x="1541071" y="244195"/>
        <a:ext cx="542041" cy="2571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BD500-0C5A-4E43-A630-CC93AED36B62}">
      <dsp:nvSpPr>
        <dsp:cNvPr id="0" name=""/>
        <dsp:cNvSpPr/>
      </dsp:nvSpPr>
      <dsp:spPr>
        <a:xfrm rot="5400000">
          <a:off x="2092965" y="479102"/>
          <a:ext cx="423724" cy="48239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06FD71-5EE3-46B5-91FC-5731B449432C}">
      <dsp:nvSpPr>
        <dsp:cNvPr id="0" name=""/>
        <dsp:cNvSpPr/>
      </dsp:nvSpPr>
      <dsp:spPr>
        <a:xfrm>
          <a:off x="1980703" y="9395"/>
          <a:ext cx="713303" cy="49928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100" kern="1200" dirty="0" err="1"/>
            <a:t>listHead</a:t>
          </a:r>
          <a:endParaRPr kumimoji="1" lang="ja-JP" altLang="en-US" sz="1100" kern="1200" dirty="0"/>
        </a:p>
      </dsp:txBody>
      <dsp:txXfrm>
        <a:off x="2005081" y="33773"/>
        <a:ext cx="664547" cy="450533"/>
      </dsp:txXfrm>
    </dsp:sp>
    <dsp:sp modelId="{884CA250-0DFB-4E7F-8C72-6D0A82B70C39}">
      <dsp:nvSpPr>
        <dsp:cNvPr id="0" name=""/>
        <dsp:cNvSpPr/>
      </dsp:nvSpPr>
      <dsp:spPr>
        <a:xfrm>
          <a:off x="2694007" y="57013"/>
          <a:ext cx="518788" cy="40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800" kern="1200" dirty="0"/>
            <a:t>次への参照</a:t>
          </a:r>
        </a:p>
      </dsp:txBody>
      <dsp:txXfrm>
        <a:off x="2694007" y="57013"/>
        <a:ext cx="518788" cy="403547"/>
      </dsp:txXfrm>
    </dsp:sp>
    <dsp:sp modelId="{68104B2B-82FF-4DD5-A0D5-5C1B93E54737}">
      <dsp:nvSpPr>
        <dsp:cNvPr id="0" name=""/>
        <dsp:cNvSpPr/>
      </dsp:nvSpPr>
      <dsp:spPr>
        <a:xfrm rot="5400000">
          <a:off x="2684369" y="1039968"/>
          <a:ext cx="423724" cy="48239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F8386-0D4D-4B8C-9554-7A5607658609}">
      <dsp:nvSpPr>
        <dsp:cNvPr id="0" name=""/>
        <dsp:cNvSpPr/>
      </dsp:nvSpPr>
      <dsp:spPr>
        <a:xfrm>
          <a:off x="2572107" y="570261"/>
          <a:ext cx="713303" cy="49928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要素</a:t>
          </a:r>
          <a:r>
            <a:rPr kumimoji="1" lang="en-US" altLang="ja-JP" sz="1100" kern="1200" dirty="0"/>
            <a:t>2</a:t>
          </a:r>
          <a:endParaRPr kumimoji="1" lang="ja-JP" altLang="en-US" sz="1100" kern="1200" dirty="0"/>
        </a:p>
      </dsp:txBody>
      <dsp:txXfrm>
        <a:off x="2596485" y="594639"/>
        <a:ext cx="664547" cy="450533"/>
      </dsp:txXfrm>
    </dsp:sp>
    <dsp:sp modelId="{EAB6310A-69A0-43AB-AB1F-5C172284DF98}">
      <dsp:nvSpPr>
        <dsp:cNvPr id="0" name=""/>
        <dsp:cNvSpPr/>
      </dsp:nvSpPr>
      <dsp:spPr>
        <a:xfrm>
          <a:off x="3285411" y="617880"/>
          <a:ext cx="518788" cy="40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800" kern="1200" dirty="0"/>
            <a:t>次への参照</a:t>
          </a:r>
        </a:p>
      </dsp:txBody>
      <dsp:txXfrm>
        <a:off x="3285411" y="617880"/>
        <a:ext cx="518788" cy="403547"/>
      </dsp:txXfrm>
    </dsp:sp>
    <dsp:sp modelId="{D7070662-D8F1-46DB-AF4A-CC922C5CEE7F}">
      <dsp:nvSpPr>
        <dsp:cNvPr id="0" name=""/>
        <dsp:cNvSpPr/>
      </dsp:nvSpPr>
      <dsp:spPr>
        <a:xfrm>
          <a:off x="3163512" y="1131127"/>
          <a:ext cx="713303" cy="499289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要素</a:t>
          </a:r>
          <a:r>
            <a:rPr kumimoji="1" lang="en-US" altLang="ja-JP" sz="1100" kern="1200" dirty="0"/>
            <a:t>3</a:t>
          </a:r>
          <a:endParaRPr kumimoji="1" lang="ja-JP" altLang="en-US" sz="1100" kern="1200" dirty="0"/>
        </a:p>
      </dsp:txBody>
      <dsp:txXfrm>
        <a:off x="3187890" y="1155505"/>
        <a:ext cx="664547" cy="450533"/>
      </dsp:txXfrm>
    </dsp:sp>
    <dsp:sp modelId="{47AC1F21-9C96-426C-AD4C-F99814E613A9}">
      <dsp:nvSpPr>
        <dsp:cNvPr id="0" name=""/>
        <dsp:cNvSpPr/>
      </dsp:nvSpPr>
      <dsp:spPr>
        <a:xfrm>
          <a:off x="3876815" y="1178746"/>
          <a:ext cx="518788" cy="403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900" kern="1200" dirty="0"/>
            <a:t>未定義</a:t>
          </a:r>
        </a:p>
      </dsp:txBody>
      <dsp:txXfrm>
        <a:off x="3876815" y="1178746"/>
        <a:ext cx="518788" cy="4035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A7516A-DB07-E158-675C-7A6174FBF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D72E58-CD23-8941-895A-008F34ECD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EB8D5A-E1A8-3061-4676-26018119F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E43EF4-AEBD-26D1-8691-EA3420F0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CBBCEA-6DF9-7B89-D740-E12EF68B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49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14AF90-4432-724E-2C5A-816E9750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0BF553-DA0A-EC27-3A85-67C087EB1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247211-303A-613E-BA95-703DEB784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605068-444F-DB77-ED2E-87CFC50D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272A45-A299-CF8F-3341-A50AE595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774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33EC2-4C33-5C82-C96B-36C7C62BA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458304-CF71-F3E5-91CC-4090E10A0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FDDA9C-4128-2D5E-CAC5-508B7896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81A38C-9403-7778-E7CE-ED4978DD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AE2D95-3FE9-3D91-B8D1-1FBAEAA7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172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A9BEE-5A3D-ED05-FAC4-A42FCB233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B9735F-12EC-2F4E-8CCC-705E8A8D4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190822-F728-D5D2-ABBF-DC389364A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8EAFDB-B983-B189-CA52-97486780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BD1204-AF24-8B3F-974D-E545A98C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A6FAF1-9085-4D7A-2849-24E83540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854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B2DCF9-5A94-781F-CA8A-09818A82C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EBF118-F368-6B1E-3C3D-F7B91673D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0C7B78-7A94-40BA-B49D-3C6AF8600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B44106A-5BF7-3E06-3AC5-188029DD4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2481C0E-C428-00A8-4483-B3746C1B0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DC5CFBA-DC19-3240-BB14-7A4A331C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6F77301-C631-0491-332F-8EDCF237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3F9FA7C-D301-DAE0-2F9F-2E459825F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473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391B19-DEE8-0053-E660-23632991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6FE139F-0975-50DF-CB57-47739526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5B6630B-8A37-29AA-6309-92460163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6DAE964-EB0E-297A-EAEE-952BE0D71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363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D406381-C19B-D445-84ED-077D2658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C7F4537-0BA4-CACE-50C8-BE3E444A0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BDAF0D-F23E-6BE3-A4C7-6ACED2029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399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4D3D34-9A10-2FAA-207D-4C4678A8E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FD46E5-430F-8CB1-7818-8FBA249CC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5EE1E5-FA7C-D7A5-4CC9-1D69ECED0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3A9190-E55D-9ADC-4578-32D2998F5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1CE5C0-69E1-68CB-EF03-393052B7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EBB515-5020-9242-20EB-58C64843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399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4CD009-2663-A405-E3F4-1EA84733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DECBAEE-4F5E-971C-ED15-A515C7539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33C68E-C8E9-4DFF-3F5D-AFF038330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F27664-A1C2-7FED-8BE7-947BA17B4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2FD135-7C3E-874C-D4EC-D6A1036F8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C00623-A396-D0A1-F66F-A1467E94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7277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D15F21-EF42-2056-FD5B-1B485B37A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D40834D-9BAC-5B03-B5EF-0A6D4A780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9190BC-0FBD-B542-20B7-D81FFEA6A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197DCD-9505-D251-5781-D2C55AEAB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983E35-0A3D-12D7-416F-69FD7756B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489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F622AE7-B59E-8F57-2EB8-5DCD21C7B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554325-9835-D898-0484-204DEFF96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BCE6EA-18C7-F420-AA51-637D64B3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91E36-DE35-43E6-928F-4F0F238BF226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281C57-3661-1BEF-E1F1-D9A14B4C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BA31F0-3FDD-5C00-F9D5-DC3F57DCD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98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E37C16-FC06-1A13-49FB-105B39706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441E71-5ED7-68A7-3048-3070E4E16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CF5043-B2FE-E9FE-C423-44C3DA5CF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91E36-DE35-43E6-928F-4F0F238BF226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2A9D68-A291-71DF-6EF5-9DC2F211B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AAB419-C9EC-C419-E080-8E5DAEC63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FB07B-9385-4BAF-A817-4053953EF9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124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BBEBBD-1C13-9111-5D6E-6978AA1CCE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41</a:t>
            </a:r>
            <a:r>
              <a:rPr kumimoji="1" lang="en-US" altLang="ja-JP" dirty="0"/>
              <a:t>-45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4F923B0-1A1F-E9B4-81C8-C650E76866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558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E826F-F9EB-0B0B-50EA-3756072FE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8393C-4136-4143-B248-25581EA67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41: </a:t>
            </a:r>
            <a:r>
              <a:rPr kumimoji="1" lang="ja-JP" altLang="en-US" dirty="0"/>
              <a:t>クイックソート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19E177-E713-A82D-BD21-120D00D50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配列をクイックソートのアルゴリズムで昇順に整列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pivot: </a:t>
            </a:r>
            <a:r>
              <a:rPr lang="ja-JP" altLang="en-US"/>
              <a:t>ピボット</a:t>
            </a:r>
            <a:r>
              <a:rPr lang="en-US" altLang="ja-JP"/>
              <a:t>, </a:t>
            </a:r>
            <a:r>
              <a:rPr lang="en-US" altLang="ja-JP" dirty="0"/>
              <a:t>i: </a:t>
            </a:r>
            <a:r>
              <a:rPr lang="ja-JP" altLang="en-US" dirty="0"/>
              <a:t>左マーカー</a:t>
            </a:r>
            <a:r>
              <a:rPr lang="en-US" altLang="ja-JP" dirty="0"/>
              <a:t>, j: </a:t>
            </a:r>
            <a:r>
              <a:rPr lang="ja-JP" altLang="en-US" dirty="0"/>
              <a:t>右マーカー</a:t>
            </a:r>
            <a:endParaRPr lang="en-US" altLang="ja-JP" dirty="0"/>
          </a:p>
          <a:p>
            <a:r>
              <a:rPr lang="ja-JP" altLang="en-US" dirty="0"/>
              <a:t>ポイント</a:t>
            </a:r>
            <a:r>
              <a:rPr lang="en-US" altLang="ja-JP" dirty="0"/>
              <a:t>: </a:t>
            </a:r>
            <a:r>
              <a:rPr lang="ja-JP" altLang="en-US" dirty="0"/>
              <a:t>トレース</a:t>
            </a:r>
            <a:endParaRPr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lvl="1"/>
            <a:endParaRPr lang="en-US" altLang="ja-JP" dirty="0"/>
          </a:p>
          <a:p>
            <a:endParaRPr lang="en-US" altLang="ja-JP" dirty="0"/>
          </a:p>
          <a:p>
            <a:pPr lvl="1"/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42B7152-BB34-3636-B5F6-CA9A6E10B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3768498"/>
            <a:ext cx="9582150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33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0D00F-985A-296F-2C2A-994E6244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640761-234D-6BC7-D72D-C9AE53594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42: </a:t>
            </a:r>
            <a:r>
              <a:rPr kumimoji="1" lang="ja-JP" altLang="en-US" dirty="0"/>
              <a:t>マージソート</a:t>
            </a:r>
            <a:r>
              <a:rPr kumimoji="1" lang="en-US" altLang="ja-JP" dirty="0"/>
              <a:t>(</a:t>
            </a:r>
            <a:r>
              <a:rPr kumimoji="1" lang="ja-JP" altLang="en-US" dirty="0"/>
              <a:t>の一部）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131AB1-3F2D-2FEF-791C-85B5C4CF9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二つの配列を整列させながらマージする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work:</a:t>
            </a:r>
            <a:r>
              <a:rPr lang="ja-JP" altLang="en-US" dirty="0"/>
              <a:t>整列マージされた配列</a:t>
            </a:r>
            <a:r>
              <a:rPr lang="en-US" altLang="ja-JP" dirty="0"/>
              <a:t>, i: data1</a:t>
            </a:r>
            <a:r>
              <a:rPr lang="ja-JP" altLang="en-US" dirty="0"/>
              <a:t>の</a:t>
            </a:r>
            <a:r>
              <a:rPr lang="en-US" altLang="ja-JP" dirty="0"/>
              <a:t>index, j: data2</a:t>
            </a:r>
            <a:r>
              <a:rPr lang="ja-JP" altLang="en-US" dirty="0"/>
              <a:t>の</a:t>
            </a:r>
            <a:r>
              <a:rPr lang="en-US" altLang="ja-JP" dirty="0"/>
              <a:t>index, k: work</a:t>
            </a:r>
            <a:r>
              <a:rPr lang="ja-JP" altLang="en-US" dirty="0"/>
              <a:t>の</a:t>
            </a:r>
            <a:r>
              <a:rPr lang="en-US" altLang="ja-JP" dirty="0"/>
              <a:t>index</a:t>
            </a:r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marL="457200" lvl="1" indent="0">
              <a:buNone/>
            </a:pPr>
            <a:endParaRPr lang="en-US" altLang="ja-JP" dirty="0"/>
          </a:p>
          <a:p>
            <a:pPr lvl="1"/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6C59EDB-BD4A-81EC-4B40-60883D6CE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279" y="4014788"/>
            <a:ext cx="576262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04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3059C-329B-98F1-E569-A40F37E0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0CCA8E-082E-9CFE-8FA9-DE02C7F6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43: </a:t>
            </a:r>
            <a:r>
              <a:rPr kumimoji="1" lang="ja-JP" altLang="en-US" dirty="0"/>
              <a:t>スタックを配列で実現する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969751-C17A-1769-0ABC-1B51BE3C7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スタックに対して</a:t>
            </a:r>
            <a:r>
              <a:rPr kumimoji="1" lang="en-US" altLang="ja-JP" dirty="0"/>
              <a:t>push/pop</a:t>
            </a:r>
            <a:r>
              <a:rPr kumimoji="1" lang="ja-JP" altLang="en-US" dirty="0"/>
              <a:t>する関数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en-US" altLang="ja-JP" dirty="0"/>
              <a:t>push</a:t>
            </a:r>
            <a:r>
              <a:rPr lang="ja-JP" altLang="en-US" dirty="0"/>
              <a:t>は</a:t>
            </a:r>
            <a:r>
              <a:rPr lang="en-US" altLang="ja-JP" dirty="0" err="1"/>
              <a:t>stackPos</a:t>
            </a:r>
            <a:r>
              <a:rPr lang="ja-JP" altLang="en-US" dirty="0"/>
              <a:t>に入力値を入れて、</a:t>
            </a:r>
            <a:r>
              <a:rPr lang="en-US" altLang="ja-JP" dirty="0" err="1"/>
              <a:t>stackPos</a:t>
            </a:r>
            <a:r>
              <a:rPr lang="ja-JP" altLang="en-US" dirty="0"/>
              <a:t>を一つ進める</a:t>
            </a:r>
            <a:endParaRPr lang="en-US" altLang="ja-JP" dirty="0"/>
          </a:p>
          <a:p>
            <a:pPr lvl="1"/>
            <a:r>
              <a:rPr lang="en-US" altLang="ja-JP" dirty="0"/>
              <a:t>pop</a:t>
            </a:r>
            <a:r>
              <a:rPr lang="ja-JP" altLang="en-US" dirty="0"/>
              <a:t>は</a:t>
            </a:r>
            <a:r>
              <a:rPr lang="en-US" altLang="ja-JP" dirty="0" err="1"/>
              <a:t>stackPos</a:t>
            </a:r>
            <a:r>
              <a:rPr lang="ja-JP" altLang="en-US" dirty="0"/>
              <a:t>を一つ戻して、それが指す値を返す</a:t>
            </a:r>
            <a:endParaRPr lang="en-US" altLang="ja-JP" dirty="0"/>
          </a:p>
          <a:p>
            <a:pPr lvl="1"/>
            <a:endParaRPr lang="en-US" altLang="ja-JP" dirty="0"/>
          </a:p>
          <a:p>
            <a:endParaRPr lang="en-US" altLang="ja-JP" dirty="0"/>
          </a:p>
          <a:p>
            <a:pPr lvl="1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8207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04387-8DF3-662F-5E65-B9E7B2C32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4C6CFB-2F0D-35D3-D9D1-9EBA1819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44: </a:t>
            </a:r>
            <a:r>
              <a:rPr kumimoji="1" lang="ja-JP" altLang="en-US" dirty="0"/>
              <a:t>キュー</a:t>
            </a:r>
            <a:r>
              <a:rPr kumimoji="1" lang="en-US" altLang="ja-JP" dirty="0"/>
              <a:t>(</a:t>
            </a:r>
            <a:r>
              <a:rPr kumimoji="1" lang="ja-JP" altLang="en-US" dirty="0"/>
              <a:t>配列を循環して使用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1864B1-F11B-791E-B2CC-18BD15188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</a:t>
            </a:r>
            <a:r>
              <a:rPr kumimoji="1" lang="ja-JP" altLang="en-US" dirty="0"/>
              <a:t>キューの操作</a:t>
            </a:r>
            <a:endParaRPr kumimoji="1"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ja-JP" altLang="en-US" dirty="0"/>
              <a:t>配列を循環して使用するため、</a:t>
            </a:r>
            <a:r>
              <a:rPr lang="en-US" altLang="ja-JP" dirty="0"/>
              <a:t>head</a:t>
            </a:r>
            <a:r>
              <a:rPr lang="ja-JP" altLang="en-US" dirty="0"/>
              <a:t>を一つ進めて、それが配列からはみ出た場合は、配列の先頭に</a:t>
            </a:r>
            <a:r>
              <a:rPr lang="en-US" altLang="ja-JP" dirty="0"/>
              <a:t>head</a:t>
            </a:r>
            <a:r>
              <a:rPr lang="ja-JP" altLang="en-US" dirty="0"/>
              <a:t>を置く（つまり、配列の先頭を次にデータを入れる場所とする）</a:t>
            </a:r>
            <a:endParaRPr lang="en-US" altLang="ja-JP" dirty="0"/>
          </a:p>
          <a:p>
            <a:pPr lvl="1"/>
            <a:endParaRPr lang="en-US" altLang="ja-JP" dirty="0"/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6AEE0CE6-FC05-CD0A-38C7-27F9B69A46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8309046"/>
              </p:ext>
            </p:extLst>
          </p:nvPr>
        </p:nvGraphicFramePr>
        <p:xfrm>
          <a:off x="3654425" y="3990144"/>
          <a:ext cx="4883150" cy="2186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AD7D4309-9046-FA59-05E9-AAD83D9462C1}"/>
              </a:ext>
            </a:extLst>
          </p:cNvPr>
          <p:cNvSpPr/>
          <p:nvPr/>
        </p:nvSpPr>
        <p:spPr>
          <a:xfrm>
            <a:off x="955221" y="4497065"/>
            <a:ext cx="1404257" cy="668677"/>
          </a:xfrm>
          <a:prstGeom prst="wedgeRectCallout">
            <a:avLst>
              <a:gd name="adj1" fmla="val 250678"/>
              <a:gd name="adj2" fmla="val -6490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head</a:t>
            </a:r>
            <a:r>
              <a:rPr kumimoji="1" lang="ja-JP" altLang="en-US" dirty="0"/>
              <a:t>がここだったら、</a:t>
            </a: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02DC29F5-0C5F-578B-EF45-0383E2CE515D}"/>
              </a:ext>
            </a:extLst>
          </p:cNvPr>
          <p:cNvSpPr/>
          <p:nvPr/>
        </p:nvSpPr>
        <p:spPr>
          <a:xfrm>
            <a:off x="2862489" y="3855207"/>
            <a:ext cx="1404257" cy="668677"/>
          </a:xfrm>
          <a:prstGeom prst="wedgeRectCallout">
            <a:avLst>
              <a:gd name="adj1" fmla="val 157074"/>
              <a:gd name="adj2" fmla="val -1728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次はここに移動</a:t>
            </a:r>
          </a:p>
        </p:txBody>
      </p:sp>
    </p:spTree>
    <p:extLst>
      <p:ext uri="{BB962C8B-B14F-4D97-AF65-F5344CB8AC3E}">
        <p14:creationId xmlns:p14="http://schemas.microsoft.com/office/powerpoint/2010/main" val="3885844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CA3AF-4BD7-6198-277A-62A0507C8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59F0AA-AD8D-902D-D440-84F85A87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45: </a:t>
            </a:r>
            <a:r>
              <a:rPr kumimoji="1" lang="ja-JP" altLang="en-US" dirty="0"/>
              <a:t>連結リスト</a:t>
            </a:r>
            <a:r>
              <a:rPr kumimoji="1" lang="en-US" altLang="ja-JP" dirty="0"/>
              <a:t>(</a:t>
            </a:r>
            <a:r>
              <a:rPr kumimoji="1" lang="ja-JP" altLang="en-US" dirty="0"/>
              <a:t>単方向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43F0E9-13F1-3471-E6FC-7A64303B5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lang="en-US" altLang="ja-JP" dirty="0" err="1"/>
              <a:t>ListElement</a:t>
            </a:r>
            <a:r>
              <a:rPr lang="ja-JP" altLang="en-US" dirty="0"/>
              <a:t>クラスを用い単方向リストを実現</a:t>
            </a:r>
            <a:endParaRPr kumimoji="1"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en-US" altLang="ja-JP" dirty="0"/>
              <a:t>[a]</a:t>
            </a:r>
            <a:r>
              <a:rPr lang="ja-JP" altLang="en-US" dirty="0"/>
              <a:t>は、そのあと</a:t>
            </a:r>
            <a:r>
              <a:rPr lang="en-US" altLang="ja-JP" dirty="0"/>
              <a:t>append</a:t>
            </a:r>
            <a:r>
              <a:rPr lang="ja-JP" altLang="en-US" dirty="0"/>
              <a:t>した要素を先頭にしているので、「リストが空であったとき」を表しているとわかる</a:t>
            </a:r>
            <a:r>
              <a:rPr lang="en-US" altLang="ja-JP" dirty="0"/>
              <a:t>(</a:t>
            </a:r>
            <a:r>
              <a:rPr lang="ja-JP" altLang="en-US" dirty="0"/>
              <a:t>つまり</a:t>
            </a:r>
            <a:r>
              <a:rPr lang="en-US" altLang="ja-JP" dirty="0" err="1"/>
              <a:t>ListHead</a:t>
            </a:r>
            <a:r>
              <a:rPr lang="ja-JP" altLang="en-US" dirty="0"/>
              <a:t>未定義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/>
              <a:t>[b]</a:t>
            </a:r>
            <a:r>
              <a:rPr lang="ja-JP" altLang="en-US" dirty="0"/>
              <a:t>は、</a:t>
            </a:r>
            <a:r>
              <a:rPr lang="en-US" altLang="ja-JP" dirty="0" err="1"/>
              <a:t>listHead</a:t>
            </a:r>
            <a:r>
              <a:rPr lang="ja-JP" altLang="en-US" dirty="0"/>
              <a:t>からリストの最後までたどる</a:t>
            </a:r>
            <a:r>
              <a:rPr lang="en-US" altLang="ja-JP" dirty="0"/>
              <a:t>while</a:t>
            </a:r>
            <a:r>
              <a:rPr lang="ja-JP" altLang="en-US" dirty="0"/>
              <a:t>ループのあとに行われている処理なので、</a:t>
            </a:r>
            <a:r>
              <a:rPr lang="en-US" altLang="ja-JP" dirty="0"/>
              <a:t>append</a:t>
            </a:r>
            <a:r>
              <a:rPr lang="ja-JP" altLang="en-US" dirty="0"/>
              <a:t>した要素の参照を、前の要素の</a:t>
            </a:r>
            <a:r>
              <a:rPr lang="en-US" altLang="ja-JP" dirty="0"/>
              <a:t>next</a:t>
            </a:r>
            <a:r>
              <a:rPr lang="ja-JP" altLang="en-US" dirty="0"/>
              <a:t>プロパティに入れる処理とわかる</a:t>
            </a:r>
            <a:endParaRPr lang="en-US" altLang="ja-JP" dirty="0"/>
          </a:p>
          <a:p>
            <a:pPr lvl="1"/>
            <a:endParaRPr lang="en-US" altLang="ja-JP" dirty="0"/>
          </a:p>
        </p:txBody>
      </p:sp>
      <p:graphicFrame>
        <p:nvGraphicFramePr>
          <p:cNvPr id="6" name="図表 5">
            <a:extLst>
              <a:ext uri="{FF2B5EF4-FFF2-40B4-BE49-F238E27FC236}">
                <a16:creationId xmlns:a16="http://schemas.microsoft.com/office/drawing/2014/main" id="{0A80708C-0B3C-101F-823D-A990294D51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2380142"/>
              </p:ext>
            </p:extLst>
          </p:nvPr>
        </p:nvGraphicFramePr>
        <p:xfrm>
          <a:off x="2907846" y="4537151"/>
          <a:ext cx="6376308" cy="1639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493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313</Words>
  <Application>Microsoft Office PowerPoint</Application>
  <PresentationFormat>ワイド画面</PresentationFormat>
  <Paragraphs>47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41-45</vt:lpstr>
      <vt:lpstr>問41: クイックソート</vt:lpstr>
      <vt:lpstr>問42: マージソート(の一部）</vt:lpstr>
      <vt:lpstr>問43: スタックを配列で実現する</vt:lpstr>
      <vt:lpstr>問44: キュー(配列を循環して使用)</vt:lpstr>
      <vt:lpstr>問45: 連結リスト(単方向)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2026-10-07T13:46:35Z</dcterms:created>
  <dcterms:modified xsi:type="dcterms:W3CDTF">2026-10-22T02:14:37Z</dcterms:modified>
</cp:coreProperties>
</file>