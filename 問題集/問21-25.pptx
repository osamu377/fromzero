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08855A7A-197E-4962-81AE-6C5FE400DA0B}"/>
    <pc:docChg chg="custSel modSld">
      <pc:chgData name="越智 統" userId="2de33d77-a65a-42d1-92e2-b40da65bb07e" providerId="ADAL" clId="{08855A7A-197E-4962-81AE-6C5FE400DA0B}" dt="2026-10-15T02:49:09.869" v="181" actId="20577"/>
      <pc:docMkLst>
        <pc:docMk/>
      </pc:docMkLst>
      <pc:sldChg chg="delSp modSp mod">
        <pc:chgData name="越智 統" userId="2de33d77-a65a-42d1-92e2-b40da65bb07e" providerId="ADAL" clId="{08855A7A-197E-4962-81AE-6C5FE400DA0B}" dt="2026-10-15T02:35:49.164" v="9" actId="478"/>
        <pc:sldMkLst>
          <pc:docMk/>
          <pc:sldMk cId="1203459450" sldId="256"/>
        </pc:sldMkLst>
        <pc:spChg chg="mod">
          <ac:chgData name="越智 統" userId="2de33d77-a65a-42d1-92e2-b40da65bb07e" providerId="ADAL" clId="{08855A7A-197E-4962-81AE-6C5FE400DA0B}" dt="2026-10-15T02:35:44.700" v="8" actId="20577"/>
          <ac:spMkLst>
            <pc:docMk/>
            <pc:sldMk cId="1203459450" sldId="256"/>
            <ac:spMk id="2" creationId="{1023C92E-1E15-D938-4AD5-B8F2771D30DC}"/>
          </ac:spMkLst>
        </pc:spChg>
        <pc:spChg chg="del">
          <ac:chgData name="越智 統" userId="2de33d77-a65a-42d1-92e2-b40da65bb07e" providerId="ADAL" clId="{08855A7A-197E-4962-81AE-6C5FE400DA0B}" dt="2026-10-15T02:35:49.164" v="9" actId="478"/>
          <ac:spMkLst>
            <pc:docMk/>
            <pc:sldMk cId="1203459450" sldId="256"/>
            <ac:spMk id="3" creationId="{89E3DE19-FAD7-4930-D1C0-A3081271DCE7}"/>
          </ac:spMkLst>
        </pc:spChg>
      </pc:sldChg>
      <pc:sldChg chg="modSp mod">
        <pc:chgData name="越智 統" userId="2de33d77-a65a-42d1-92e2-b40da65bb07e" providerId="ADAL" clId="{08855A7A-197E-4962-81AE-6C5FE400DA0B}" dt="2026-10-15T02:37:06.738" v="44" actId="20577"/>
        <pc:sldMkLst>
          <pc:docMk/>
          <pc:sldMk cId="2244841919" sldId="260"/>
        </pc:sldMkLst>
        <pc:spChg chg="mod">
          <ac:chgData name="越智 統" userId="2de33d77-a65a-42d1-92e2-b40da65bb07e" providerId="ADAL" clId="{08855A7A-197E-4962-81AE-6C5FE400DA0B}" dt="2026-10-15T02:37:06.738" v="44" actId="20577"/>
          <ac:spMkLst>
            <pc:docMk/>
            <pc:sldMk cId="2244841919" sldId="260"/>
            <ac:spMk id="2" creationId="{3627334F-8272-C99B-D484-E710B1ECCE96}"/>
          </ac:spMkLst>
        </pc:spChg>
      </pc:sldChg>
      <pc:sldChg chg="modSp mod">
        <pc:chgData name="越智 統" userId="2de33d77-a65a-42d1-92e2-b40da65bb07e" providerId="ADAL" clId="{08855A7A-197E-4962-81AE-6C5FE400DA0B}" dt="2026-10-15T02:43:50.338" v="71" actId="20577"/>
        <pc:sldMkLst>
          <pc:docMk/>
          <pc:sldMk cId="564767801" sldId="261"/>
        </pc:sldMkLst>
        <pc:spChg chg="mod">
          <ac:chgData name="越智 統" userId="2de33d77-a65a-42d1-92e2-b40da65bb07e" providerId="ADAL" clId="{08855A7A-197E-4962-81AE-6C5FE400DA0B}" dt="2026-10-15T02:43:50.338" v="71" actId="20577"/>
          <ac:spMkLst>
            <pc:docMk/>
            <pc:sldMk cId="564767801" sldId="261"/>
            <ac:spMk id="2" creationId="{1722D8DB-3D74-666B-6A85-95E40E86A0B7}"/>
          </ac:spMkLst>
        </pc:spChg>
      </pc:sldChg>
      <pc:sldChg chg="modSp mod">
        <pc:chgData name="越智 統" userId="2de33d77-a65a-42d1-92e2-b40da65bb07e" providerId="ADAL" clId="{08855A7A-197E-4962-81AE-6C5FE400DA0B}" dt="2026-10-15T02:44:22.263" v="103" actId="20577"/>
        <pc:sldMkLst>
          <pc:docMk/>
          <pc:sldMk cId="1942088428" sldId="262"/>
        </pc:sldMkLst>
        <pc:spChg chg="mod">
          <ac:chgData name="越智 統" userId="2de33d77-a65a-42d1-92e2-b40da65bb07e" providerId="ADAL" clId="{08855A7A-197E-4962-81AE-6C5FE400DA0B}" dt="2026-10-15T02:44:22.263" v="103" actId="20577"/>
          <ac:spMkLst>
            <pc:docMk/>
            <pc:sldMk cId="1942088428" sldId="262"/>
            <ac:spMk id="2" creationId="{E1C18B80-4309-EED2-711B-C6C2AB4F8328}"/>
          </ac:spMkLst>
        </pc:spChg>
      </pc:sldChg>
      <pc:sldChg chg="modSp mod">
        <pc:chgData name="越智 統" userId="2de33d77-a65a-42d1-92e2-b40da65bb07e" providerId="ADAL" clId="{08855A7A-197E-4962-81AE-6C5FE400DA0B}" dt="2026-10-15T02:45:43.169" v="138" actId="20577"/>
        <pc:sldMkLst>
          <pc:docMk/>
          <pc:sldMk cId="3398056951" sldId="263"/>
        </pc:sldMkLst>
        <pc:spChg chg="mod">
          <ac:chgData name="越智 統" userId="2de33d77-a65a-42d1-92e2-b40da65bb07e" providerId="ADAL" clId="{08855A7A-197E-4962-81AE-6C5FE400DA0B}" dt="2026-10-15T02:45:43.169" v="138" actId="20577"/>
          <ac:spMkLst>
            <pc:docMk/>
            <pc:sldMk cId="3398056951" sldId="263"/>
            <ac:spMk id="2" creationId="{05A5F8F2-C544-0DA4-5BD0-738FCFF6C024}"/>
          </ac:spMkLst>
        </pc:spChg>
      </pc:sldChg>
      <pc:sldChg chg="modSp mod">
        <pc:chgData name="越智 統" userId="2de33d77-a65a-42d1-92e2-b40da65bb07e" providerId="ADAL" clId="{08855A7A-197E-4962-81AE-6C5FE400DA0B}" dt="2026-10-15T02:49:09.869" v="181" actId="20577"/>
        <pc:sldMkLst>
          <pc:docMk/>
          <pc:sldMk cId="1360664792" sldId="264"/>
        </pc:sldMkLst>
        <pc:spChg chg="mod">
          <ac:chgData name="越智 統" userId="2de33d77-a65a-42d1-92e2-b40da65bb07e" providerId="ADAL" clId="{08855A7A-197E-4962-81AE-6C5FE400DA0B}" dt="2026-10-15T02:49:09.869" v="181" actId="20577"/>
          <ac:spMkLst>
            <pc:docMk/>
            <pc:sldMk cId="1360664792" sldId="264"/>
            <ac:spMk id="2" creationId="{DD9D8520-4C02-A370-EAD6-0EDE2D7C957C}"/>
          </ac:spMkLst>
        </pc:spChg>
      </pc:sldChg>
    </pc:docChg>
  </pc:docChgLst>
  <pc:docChgLst>
    <pc:chgData name="越智 統" userId="2de33d77-a65a-42d1-92e2-b40da65bb07e" providerId="ADAL" clId="{F6D288C3-54FB-4A42-AB3C-A9C127C5CB81}"/>
    <pc:docChg chg="custSel addSld modSld">
      <pc:chgData name="越智 統" userId="2de33d77-a65a-42d1-92e2-b40da65bb07e" providerId="ADAL" clId="{F6D288C3-54FB-4A42-AB3C-A9C127C5CB81}" dt="2026-09-18T05:12:16.933" v="2195" actId="20577"/>
      <pc:docMkLst>
        <pc:docMk/>
      </pc:docMkLst>
      <pc:sldChg chg="modSp mod">
        <pc:chgData name="越智 統" userId="2de33d77-a65a-42d1-92e2-b40da65bb07e" providerId="ADAL" clId="{F6D288C3-54FB-4A42-AB3C-A9C127C5CB81}" dt="2026-09-18T05:12:16.933" v="2195" actId="20577"/>
        <pc:sldMkLst>
          <pc:docMk/>
          <pc:sldMk cId="2244841919" sldId="260"/>
        </pc:sldMkLst>
        <pc:spChg chg="mod">
          <ac:chgData name="越智 統" userId="2de33d77-a65a-42d1-92e2-b40da65bb07e" providerId="ADAL" clId="{F6D288C3-54FB-4A42-AB3C-A9C127C5CB81}" dt="2026-09-18T05:12:16.933" v="2195" actId="20577"/>
          <ac:spMkLst>
            <pc:docMk/>
            <pc:sldMk cId="2244841919" sldId="260"/>
            <ac:spMk id="3" creationId="{A424766E-9A4B-6462-8BC4-FF09B6FD80F6}"/>
          </ac:spMkLst>
        </pc:spChg>
      </pc:sldChg>
      <pc:sldChg chg="modSp new mod">
        <pc:chgData name="越智 統" userId="2de33d77-a65a-42d1-92e2-b40da65bb07e" providerId="ADAL" clId="{F6D288C3-54FB-4A42-AB3C-A9C127C5CB81}" dt="2026-09-18T01:33:19.812" v="1065" actId="27636"/>
        <pc:sldMkLst>
          <pc:docMk/>
          <pc:sldMk cId="564767801" sldId="261"/>
        </pc:sldMkLst>
        <pc:spChg chg="mod">
          <ac:chgData name="越智 統" userId="2de33d77-a65a-42d1-92e2-b40da65bb07e" providerId="ADAL" clId="{F6D288C3-54FB-4A42-AB3C-A9C127C5CB81}" dt="2026-09-18T01:14:35.643" v="5" actId="20577"/>
          <ac:spMkLst>
            <pc:docMk/>
            <pc:sldMk cId="564767801" sldId="261"/>
            <ac:spMk id="2" creationId="{1722D8DB-3D74-666B-6A85-95E40E86A0B7}"/>
          </ac:spMkLst>
        </pc:spChg>
        <pc:spChg chg="mod">
          <ac:chgData name="越智 統" userId="2de33d77-a65a-42d1-92e2-b40da65bb07e" providerId="ADAL" clId="{F6D288C3-54FB-4A42-AB3C-A9C127C5CB81}" dt="2026-09-18T01:33:19.812" v="1065" actId="27636"/>
          <ac:spMkLst>
            <pc:docMk/>
            <pc:sldMk cId="564767801" sldId="261"/>
            <ac:spMk id="3" creationId="{FD5447EB-4D91-7C28-83BA-F3F1537F1EF6}"/>
          </ac:spMkLst>
        </pc:spChg>
      </pc:sldChg>
      <pc:sldChg chg="modSp new mod">
        <pc:chgData name="越智 統" userId="2de33d77-a65a-42d1-92e2-b40da65bb07e" providerId="ADAL" clId="{F6D288C3-54FB-4A42-AB3C-A9C127C5CB81}" dt="2026-09-18T01:43:35.902" v="1352" actId="20577"/>
        <pc:sldMkLst>
          <pc:docMk/>
          <pc:sldMk cId="1942088428" sldId="262"/>
        </pc:sldMkLst>
        <pc:spChg chg="mod">
          <ac:chgData name="越智 統" userId="2de33d77-a65a-42d1-92e2-b40da65bb07e" providerId="ADAL" clId="{F6D288C3-54FB-4A42-AB3C-A9C127C5CB81}" dt="2026-09-18T01:14:37.958" v="7" actId="20577"/>
          <ac:spMkLst>
            <pc:docMk/>
            <pc:sldMk cId="1942088428" sldId="262"/>
            <ac:spMk id="2" creationId="{E1C18B80-4309-EED2-711B-C6C2AB4F8328}"/>
          </ac:spMkLst>
        </pc:spChg>
        <pc:spChg chg="mod">
          <ac:chgData name="越智 統" userId="2de33d77-a65a-42d1-92e2-b40da65bb07e" providerId="ADAL" clId="{F6D288C3-54FB-4A42-AB3C-A9C127C5CB81}" dt="2026-09-18T01:43:35.902" v="1352" actId="20577"/>
          <ac:spMkLst>
            <pc:docMk/>
            <pc:sldMk cId="1942088428" sldId="262"/>
            <ac:spMk id="3" creationId="{A12A8E91-F9ED-5E35-85DE-248D2D20F89B}"/>
          </ac:spMkLst>
        </pc:spChg>
      </pc:sldChg>
      <pc:sldChg chg="modSp new mod">
        <pc:chgData name="越智 統" userId="2de33d77-a65a-42d1-92e2-b40da65bb07e" providerId="ADAL" clId="{F6D288C3-54FB-4A42-AB3C-A9C127C5CB81}" dt="2026-09-18T02:00:45.890" v="1865" actId="20577"/>
        <pc:sldMkLst>
          <pc:docMk/>
          <pc:sldMk cId="3398056951" sldId="263"/>
        </pc:sldMkLst>
        <pc:spChg chg="mod">
          <ac:chgData name="越智 統" userId="2de33d77-a65a-42d1-92e2-b40da65bb07e" providerId="ADAL" clId="{F6D288C3-54FB-4A42-AB3C-A9C127C5CB81}" dt="2026-09-18T01:14:40.037" v="9" actId="20577"/>
          <ac:spMkLst>
            <pc:docMk/>
            <pc:sldMk cId="3398056951" sldId="263"/>
            <ac:spMk id="2" creationId="{05A5F8F2-C544-0DA4-5BD0-738FCFF6C024}"/>
          </ac:spMkLst>
        </pc:spChg>
        <pc:spChg chg="mod">
          <ac:chgData name="越智 統" userId="2de33d77-a65a-42d1-92e2-b40da65bb07e" providerId="ADAL" clId="{F6D288C3-54FB-4A42-AB3C-A9C127C5CB81}" dt="2026-09-18T02:00:45.890" v="1865" actId="20577"/>
          <ac:spMkLst>
            <pc:docMk/>
            <pc:sldMk cId="3398056951" sldId="263"/>
            <ac:spMk id="3" creationId="{B2F31EBF-795D-B860-924B-796D5764B2B3}"/>
          </ac:spMkLst>
        </pc:spChg>
      </pc:sldChg>
      <pc:sldChg chg="modSp new mod">
        <pc:chgData name="越智 統" userId="2de33d77-a65a-42d1-92e2-b40da65bb07e" providerId="ADAL" clId="{F6D288C3-54FB-4A42-AB3C-A9C127C5CB81}" dt="2026-09-18T03:05:06.703" v="2110" actId="20577"/>
        <pc:sldMkLst>
          <pc:docMk/>
          <pc:sldMk cId="1360664792" sldId="264"/>
        </pc:sldMkLst>
        <pc:spChg chg="mod">
          <ac:chgData name="越智 統" userId="2de33d77-a65a-42d1-92e2-b40da65bb07e" providerId="ADAL" clId="{F6D288C3-54FB-4A42-AB3C-A9C127C5CB81}" dt="2026-09-18T01:14:42.672" v="11" actId="20577"/>
          <ac:spMkLst>
            <pc:docMk/>
            <pc:sldMk cId="1360664792" sldId="264"/>
            <ac:spMk id="2" creationId="{DD9D8520-4C02-A370-EAD6-0EDE2D7C957C}"/>
          </ac:spMkLst>
        </pc:spChg>
        <pc:spChg chg="mod">
          <ac:chgData name="越智 統" userId="2de33d77-a65a-42d1-92e2-b40da65bb07e" providerId="ADAL" clId="{F6D288C3-54FB-4A42-AB3C-A9C127C5CB81}" dt="2026-09-18T03:05:06.703" v="2110" actId="20577"/>
          <ac:spMkLst>
            <pc:docMk/>
            <pc:sldMk cId="1360664792" sldId="264"/>
            <ac:spMk id="3" creationId="{103DBB15-7D65-AD8A-076B-1AECAD767B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5499D-3090-096F-C996-DB9EB894C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2B7E37-24C0-624B-4C0B-2D1C07281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43930-C615-F975-A735-17773608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596D2B-C968-B412-6AF1-0DD0BCBE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16FC01-C7DF-F555-BFE2-216AF9CA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03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3AC62-CE0A-B196-2366-41E826BF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3DDA2-F193-1394-6F54-AE5C4AFA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687DC2-0736-6F1A-A14C-2421A9A4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FAD822-7445-4833-0832-743600D3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3D280-F074-37C0-F19A-E3057716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73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D9F7A-8F1F-73F9-8551-54EDC42D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3925D6-B254-A85F-EA3B-B69E1DC8C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636B65-5BC4-91A2-654F-01BED1CD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F166A0-0A52-F733-633E-1A776733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4837B1-E85C-E2CB-5A8F-FE6AADEA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345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F6D5D-4DD3-BDD0-7D74-26983483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F3F729-8717-DCC2-E55A-28F68A2E8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B95DA6-50C3-4DD0-7071-FDB5D6C60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BE3A6F-CD65-0061-514D-62F80F82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EF4F82-A4F5-FBBE-4B4D-8E25F5C1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54235F-3D70-D858-0CD9-9A07808E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20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CC2243-00AB-D459-514E-1271814B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9E4852-E7ED-8C18-6DAD-2976A091E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0D765E-2E30-F60C-756C-970EA9622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2AEECA-DCA4-99B0-EE23-6F65A5202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5D400F-4543-5BA6-7BD9-74314C355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412C756-E422-A7DC-547D-3421945C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302DE45-B5F5-2F8B-17EC-D99AE1E4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47792E2-8AE2-5F80-2BD8-306B4F46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4086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4DEA51-BEF7-EBF0-D91E-1362B2195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931B1A5-B081-9ABA-E32C-41DF04D7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B6F6EB2-075D-1165-9287-6FDFFC21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1940F7-BB5D-DCBA-9371-16F1C8AC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5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82F93D-906B-A6C4-2B08-18F4E265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4638A5-A03D-E5FD-DF80-60D67D3B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A30F42-B190-E2D5-7B65-249078E3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09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ED5CF-559A-04D4-E9F9-1DD59BBB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41A9E0-66DE-6CD9-D9EF-58F2F325E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40980C-406A-FAB7-2FF3-3C8314BE9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87245C-705C-73B4-53D2-BA1D27AE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508547-714B-3E1A-5651-3BCE78B4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524979-1C30-BA82-300A-5A2D5334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84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081F4-F71B-A454-702E-4DBBE6B1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293D6E-CBB5-7E5F-ADE4-B8BC9D599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EDA6AA-4FD2-7693-F78C-7D6080D38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1A30BE-9E1F-245A-D58F-CA2B708C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DB2A72-F45C-1AB2-E9DC-E4C3722C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68407D-6660-0787-3D08-61D4C233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68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4246F2-4A87-A7A9-16F7-85FF0B4A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A7902E-0FA6-BEA0-7BAF-D0B4FA355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8238EC-629C-18A1-08D9-1BCA0BB9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7B0650-9509-B775-775D-41C95592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941612-08E8-4192-EBE1-DEEE8659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25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456ECE-80D1-A7E3-BAF9-A527B33D5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77EA47-B3CF-5689-4281-8E9FB78F2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828FD-A08B-B2B3-21AC-91E61DE9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B87836-146A-14E7-D71A-2F6FA66A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35485-984E-C55E-6369-D0EC3D3E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08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C602F5-3EA2-9846-B00D-FDAFD0FF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44C679-814C-327C-36BC-CF9BF34E8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AC16A0-0A47-BD70-5502-BE1431573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E8DA6-574B-4AE2-AAFC-A8115DDA4DC1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231F0D-C626-B119-B384-E15F7FF6F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E5A93D-42F9-835F-F025-DB5F90C02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27DC6-DFCE-4799-902A-705B84436D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94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3C92E-1E15-D938-4AD5-B8F2771D3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21-25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345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7334F-8272-C99B-D484-E710B1EC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21: </a:t>
            </a:r>
            <a:r>
              <a:rPr lang="ja-JP" altLang="en-US" dirty="0"/>
              <a:t>文字の回転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24766E-9A4B-6462-8BC4-FF09B6FD8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文字列型の配列 </a:t>
            </a:r>
            <a:r>
              <a:rPr kumimoji="1" lang="en-US" altLang="ja-JP" dirty="0"/>
              <a:t>tango </a:t>
            </a:r>
            <a:r>
              <a:rPr kumimoji="1" lang="ja-JP" altLang="en-US" dirty="0"/>
              <a:t>の末尾の要素を先頭に移動し、他の要素はひとつ後ろにずらす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kumimoji="1" lang="en-US" altLang="ja-JP" dirty="0"/>
              <a:t>i</a:t>
            </a:r>
            <a:r>
              <a:rPr lang="en-US" altLang="ja-JP" dirty="0"/>
              <a:t>: tango</a:t>
            </a:r>
            <a:r>
              <a:rPr lang="ja-JP" altLang="en-US" dirty="0"/>
              <a:t>のインデックス兼カウンタ</a:t>
            </a:r>
            <a:endParaRPr lang="en-US" altLang="ja-JP" dirty="0"/>
          </a:p>
          <a:p>
            <a:pPr lvl="1"/>
            <a:r>
              <a:rPr kumimoji="1" lang="en-US" altLang="ja-JP" dirty="0"/>
              <a:t>n: tango</a:t>
            </a:r>
            <a:r>
              <a:rPr kumimoji="1" lang="ja-JP" altLang="en-US" dirty="0"/>
              <a:t>の要素数</a:t>
            </a:r>
            <a:r>
              <a:rPr kumimoji="1" lang="en-US" altLang="ja-JP" dirty="0"/>
              <a:t>(</a:t>
            </a:r>
            <a:r>
              <a:rPr kumimoji="1" lang="ja-JP" altLang="en-US"/>
              <a:t>すなわち、</a:t>
            </a:r>
            <a:r>
              <a:rPr kumimoji="1" lang="en-US" altLang="ja-JP" dirty="0"/>
              <a:t>tango</a:t>
            </a:r>
            <a:r>
              <a:rPr kumimoji="1" lang="ja-JP" altLang="en-US" dirty="0"/>
              <a:t>の一番最後のインデックス</a:t>
            </a:r>
            <a:r>
              <a:rPr kumimoji="1" lang="en-US" altLang="ja-JP" dirty="0"/>
              <a:t>)</a:t>
            </a:r>
          </a:p>
          <a:p>
            <a:pPr lvl="1"/>
            <a:r>
              <a:rPr lang="en-US" altLang="ja-JP" dirty="0"/>
              <a:t>work: </a:t>
            </a:r>
            <a:r>
              <a:rPr lang="ja-JP" altLang="en-US" dirty="0"/>
              <a:t>要素をずらすための一時的保存用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ja-JP" altLang="en-US" dirty="0"/>
              <a:t>前のものを一つ後ろに入れてゆく</a:t>
            </a:r>
            <a:r>
              <a:rPr lang="en-US" altLang="ja-JP" dirty="0"/>
              <a:t>(tango[i+1]</a:t>
            </a:r>
            <a:r>
              <a:rPr lang="ja-JP" altLang="en-US" dirty="0"/>
              <a:t>←</a:t>
            </a:r>
            <a:r>
              <a:rPr lang="en-US" altLang="ja-JP" dirty="0"/>
              <a:t>tango[</a:t>
            </a:r>
            <a:r>
              <a:rPr lang="en-US" altLang="ja-JP" dirty="0" err="1"/>
              <a:t>i</a:t>
            </a:r>
            <a:r>
              <a:rPr lang="en-US" altLang="ja-JP" dirty="0"/>
              <a:t>])</a:t>
            </a:r>
          </a:p>
          <a:p>
            <a:pPr lvl="1"/>
            <a:r>
              <a:rPr lang="ja-JP" altLang="en-US" dirty="0"/>
              <a:t>一番後ろ</a:t>
            </a:r>
            <a:r>
              <a:rPr lang="en-US" altLang="ja-JP" dirty="0"/>
              <a:t>(tango[n])</a:t>
            </a:r>
            <a:r>
              <a:rPr lang="ja-JP" altLang="en-US" dirty="0"/>
              <a:t>は最初に</a:t>
            </a:r>
            <a:r>
              <a:rPr lang="en-US" altLang="ja-JP" dirty="0"/>
              <a:t>work</a:t>
            </a:r>
            <a:r>
              <a:rPr lang="ja-JP" altLang="en-US" dirty="0"/>
              <a:t>に入れるので、上書きで失われることはない</a:t>
            </a:r>
            <a:endParaRPr kumimoji="1" lang="en-US" altLang="ja-JP" dirty="0"/>
          </a:p>
          <a:p>
            <a:pPr lvl="1"/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4841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2D8DB-3D74-666B-6A85-95E40E86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22: </a:t>
            </a:r>
            <a:r>
              <a:rPr kumimoji="1" lang="ja-JP" altLang="en-US" dirty="0"/>
              <a:t>整数と文字列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5447EB-4D91-7C28-83BA-F3F1537F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 </a:t>
            </a:r>
            <a:r>
              <a:rPr kumimoji="1" lang="ja-JP" altLang="en-US" dirty="0"/>
              <a:t>３桁で区切って「</a:t>
            </a:r>
            <a:r>
              <a:rPr kumimoji="1" lang="en-US" altLang="ja-JP" dirty="0"/>
              <a:t>,</a:t>
            </a:r>
            <a:r>
              <a:rPr kumimoji="1" lang="ja-JP" altLang="en-US" dirty="0"/>
              <a:t>」を入れる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char: </a:t>
            </a:r>
            <a:r>
              <a:rPr lang="ja-JP" altLang="en-US" dirty="0"/>
              <a:t>変換のためのテーブル</a:t>
            </a:r>
            <a:endParaRPr lang="en-US" altLang="ja-JP" dirty="0"/>
          </a:p>
          <a:p>
            <a:pPr lvl="1"/>
            <a:r>
              <a:rPr lang="en-US" altLang="ja-JP" dirty="0"/>
              <a:t>str: </a:t>
            </a:r>
            <a:r>
              <a:rPr lang="ja-JP" altLang="en-US" dirty="0"/>
              <a:t>区切りを入れた数字が逆順に入る</a:t>
            </a:r>
            <a:endParaRPr lang="en-US" altLang="ja-JP" dirty="0"/>
          </a:p>
          <a:p>
            <a:pPr lvl="1"/>
            <a:r>
              <a:rPr lang="en-US" altLang="ja-JP" dirty="0" err="1"/>
              <a:t>cnt</a:t>
            </a:r>
            <a:r>
              <a:rPr lang="en-US" altLang="ja-JP" dirty="0"/>
              <a:t>: 3</a:t>
            </a:r>
            <a:r>
              <a:rPr lang="ja-JP" altLang="en-US" dirty="0"/>
              <a:t>桁目を判断するためのカウンタ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ja-JP" altLang="en-US" dirty="0"/>
              <a:t>下の桁から取り出して、変換して</a:t>
            </a:r>
            <a:r>
              <a:rPr lang="en-US" altLang="ja-JP" dirty="0"/>
              <a:t>str</a:t>
            </a:r>
            <a:r>
              <a:rPr lang="ja-JP" altLang="en-US" dirty="0"/>
              <a:t>に入れ、最後に</a:t>
            </a:r>
            <a:r>
              <a:rPr lang="en-US" altLang="ja-JP" dirty="0"/>
              <a:t>reverse()</a:t>
            </a:r>
            <a:r>
              <a:rPr lang="ja-JP" altLang="en-US" dirty="0"/>
              <a:t>で順序を逆にして、返す</a:t>
            </a:r>
            <a:endParaRPr lang="en-US" altLang="ja-JP" dirty="0"/>
          </a:p>
          <a:p>
            <a:pPr lvl="1"/>
            <a:r>
              <a:rPr lang="en-US" altLang="ja-JP" dirty="0"/>
              <a:t>10</a:t>
            </a:r>
            <a:r>
              <a:rPr lang="ja-JP" altLang="en-US" dirty="0"/>
              <a:t>で割った余りを使って、下の桁から取り出して、数字に変換</a:t>
            </a:r>
            <a:endParaRPr lang="en-US" altLang="ja-JP" dirty="0"/>
          </a:p>
          <a:p>
            <a:pPr lvl="1"/>
            <a:r>
              <a:rPr lang="ja-JP" altLang="en-US" dirty="0"/>
              <a:t>取り出して変換が終わったら、</a:t>
            </a:r>
            <a:r>
              <a:rPr lang="en-US" altLang="ja-JP" dirty="0"/>
              <a:t>10</a:t>
            </a:r>
            <a:r>
              <a:rPr lang="ja-JP" altLang="en-US" dirty="0"/>
              <a:t>で割ることで変換した桁を消す</a:t>
            </a:r>
            <a:endParaRPr lang="en-US" altLang="ja-JP" dirty="0"/>
          </a:p>
          <a:p>
            <a:pPr lvl="1"/>
            <a:r>
              <a:rPr lang="en-US" altLang="ja-JP" dirty="0"/>
              <a:t>3</a:t>
            </a:r>
            <a:r>
              <a:rPr lang="ja-JP" altLang="en-US" dirty="0"/>
              <a:t>回実行するごとに、「</a:t>
            </a:r>
            <a:r>
              <a:rPr lang="en-US" altLang="ja-JP" dirty="0"/>
              <a:t>,</a:t>
            </a:r>
            <a:r>
              <a:rPr lang="ja-JP" altLang="en-US" dirty="0"/>
              <a:t>」を入れる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476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18B80-4309-EED2-711B-C6C2AB4F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23: </a:t>
            </a:r>
            <a:r>
              <a:rPr kumimoji="1" lang="ja-JP" altLang="en-US" dirty="0"/>
              <a:t>回文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2A8E91-F9ED-5E35-85DE-248D2D20F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回文かどうかを調べる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配列をスキャンするためのインデックス兼カウンタ</a:t>
            </a:r>
            <a:endParaRPr lang="en-US" altLang="ja-JP" dirty="0"/>
          </a:p>
          <a:p>
            <a:pPr lvl="1"/>
            <a:r>
              <a:rPr lang="en-US" altLang="ja-JP" dirty="0"/>
              <a:t>num: </a:t>
            </a:r>
            <a:r>
              <a:rPr lang="ja-JP" altLang="en-US" dirty="0"/>
              <a:t>入力テキストの要素数</a:t>
            </a:r>
            <a:endParaRPr lang="en-US" altLang="ja-JP" dirty="0"/>
          </a:p>
          <a:p>
            <a:pPr lvl="1"/>
            <a:r>
              <a:rPr lang="en-US" altLang="ja-JP" dirty="0" err="1"/>
              <a:t>flg</a:t>
            </a:r>
            <a:r>
              <a:rPr lang="en-US" altLang="ja-JP" dirty="0"/>
              <a:t>: </a:t>
            </a:r>
            <a:r>
              <a:rPr lang="ja-JP" altLang="en-US" dirty="0"/>
              <a:t>回文なら</a:t>
            </a:r>
            <a:r>
              <a:rPr lang="en-US" altLang="ja-JP" dirty="0"/>
              <a:t>True, </a:t>
            </a:r>
            <a:r>
              <a:rPr lang="ja-JP" altLang="en-US" dirty="0"/>
              <a:t>そうでなければ</a:t>
            </a:r>
            <a:r>
              <a:rPr lang="en-US" altLang="ja-JP" dirty="0"/>
              <a:t>False</a:t>
            </a:r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インデックスが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から始まるので、</a:t>
            </a:r>
            <a:r>
              <a:rPr kumimoji="1" lang="en-US" altLang="ja-JP" dirty="0" err="1"/>
              <a:t>i</a:t>
            </a:r>
            <a:r>
              <a:rPr kumimoji="1" lang="ja-JP" altLang="en-US" dirty="0"/>
              <a:t>番目に対応するのは、</a:t>
            </a:r>
            <a:r>
              <a:rPr kumimoji="1" lang="en-US" altLang="ja-JP" dirty="0"/>
              <a:t>n-i+1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208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5F8F2-C544-0DA4-5BD0-738FCFF6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24: </a:t>
            </a:r>
            <a:r>
              <a:rPr kumimoji="1" lang="ja-JP" altLang="en-US" dirty="0"/>
              <a:t>特殊な二次元配列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F31EBF-795D-B860-924B-796D5764B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二つの駅間の運賃と特急料金を求める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 err="1"/>
              <a:t>i</a:t>
            </a:r>
            <a:r>
              <a:rPr lang="en-US" altLang="ja-JP" dirty="0"/>
              <a:t>, j: </a:t>
            </a:r>
            <a:r>
              <a:rPr lang="ja-JP" altLang="en-US" dirty="0"/>
              <a:t>駅番号と対応</a:t>
            </a:r>
            <a:endParaRPr lang="en-US" altLang="ja-JP" dirty="0"/>
          </a:p>
          <a:p>
            <a:pPr lvl="1"/>
            <a:r>
              <a:rPr lang="en-US" altLang="ja-JP" dirty="0"/>
              <a:t>fare: [</a:t>
            </a:r>
            <a:r>
              <a:rPr lang="ja-JP" altLang="en-US" dirty="0"/>
              <a:t>運賃</a:t>
            </a:r>
            <a:r>
              <a:rPr lang="en-US" altLang="ja-JP" dirty="0"/>
              <a:t>, </a:t>
            </a:r>
            <a:r>
              <a:rPr lang="ja-JP" altLang="en-US" dirty="0"/>
              <a:t>特急料金</a:t>
            </a:r>
            <a:r>
              <a:rPr lang="en-US" altLang="ja-JP" dirty="0"/>
              <a:t>]</a:t>
            </a:r>
            <a:r>
              <a:rPr lang="ja-JP" altLang="en-US" dirty="0"/>
              <a:t>の配列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ja-JP" altLang="en-US" dirty="0"/>
              <a:t>一つの表の中に、運賃と特急料金の両方がある</a:t>
            </a:r>
            <a:endParaRPr lang="en-US" altLang="ja-JP" dirty="0"/>
          </a:p>
          <a:p>
            <a:pPr lvl="1"/>
            <a:r>
              <a:rPr lang="ja-JP" altLang="en-US" dirty="0"/>
              <a:t>表の横軸を</a:t>
            </a:r>
            <a:r>
              <a:rPr lang="en-US" altLang="ja-JP" dirty="0"/>
              <a:t>x, </a:t>
            </a:r>
            <a:r>
              <a:rPr lang="ja-JP" altLang="en-US" dirty="0"/>
              <a:t>縦軸を</a:t>
            </a:r>
            <a:r>
              <a:rPr lang="en-US" altLang="ja-JP" dirty="0"/>
              <a:t>y</a:t>
            </a:r>
            <a:r>
              <a:rPr lang="ja-JP" altLang="en-US" dirty="0"/>
              <a:t>とすると、</a:t>
            </a:r>
            <a:r>
              <a:rPr lang="en-US" altLang="ja-JP" dirty="0"/>
              <a:t>x&lt;y</a:t>
            </a:r>
            <a:r>
              <a:rPr lang="ja-JP" altLang="en-US" dirty="0"/>
              <a:t>なら運賃、</a:t>
            </a:r>
            <a:r>
              <a:rPr lang="en-US" altLang="ja-JP" dirty="0"/>
              <a:t>x&gt;y</a:t>
            </a:r>
            <a:r>
              <a:rPr lang="ja-JP" altLang="en-US" dirty="0"/>
              <a:t>なら特急料金になる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805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D8520-4C02-A370-EAD6-0EDE2D7C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25: </a:t>
            </a:r>
            <a:r>
              <a:rPr kumimoji="1" lang="ja-JP" altLang="en-US" dirty="0"/>
              <a:t>オブジェクト</a:t>
            </a:r>
            <a:r>
              <a:rPr kumimoji="1" lang="en-US" altLang="ja-JP" dirty="0"/>
              <a:t>(</a:t>
            </a:r>
            <a:r>
              <a:rPr kumimoji="1" lang="ja-JP" altLang="en-US" dirty="0"/>
              <a:t>構造体</a:t>
            </a:r>
            <a:r>
              <a:rPr kumimoji="1" lang="en-US" altLang="ja-JP" dirty="0"/>
              <a:t>)</a:t>
            </a:r>
            <a:r>
              <a:rPr kumimoji="1" lang="ja-JP" altLang="en-US"/>
              <a:t>の配列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3DBB15-7D65-AD8A-076B-1AECAD767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空き部屋検索</a:t>
            </a:r>
            <a:r>
              <a:rPr kumimoji="1" lang="en-US" altLang="ja-JP" dirty="0"/>
              <a:t>(</a:t>
            </a:r>
            <a:r>
              <a:rPr kumimoji="1" lang="ja-JP" altLang="en-US" dirty="0"/>
              <a:t>ランクと利用人数から</a:t>
            </a:r>
            <a:r>
              <a:rPr kumimoji="1" lang="en-US" altLang="ja-JP" dirty="0"/>
              <a:t>)</a:t>
            </a:r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全部屋の配列をスキャンするためのインデックス兼カウンタ</a:t>
            </a:r>
            <a:endParaRPr lang="en-US" altLang="ja-JP" dirty="0"/>
          </a:p>
          <a:p>
            <a:pPr lvl="1"/>
            <a:r>
              <a:rPr lang="en-US" altLang="ja-JP" dirty="0" err="1"/>
              <a:t>cnt</a:t>
            </a:r>
            <a:r>
              <a:rPr lang="en-US" altLang="ja-JP" dirty="0"/>
              <a:t>: </a:t>
            </a:r>
            <a:r>
              <a:rPr lang="ja-JP" altLang="en-US" dirty="0"/>
              <a:t>利用可能な部屋の配列のインデックス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指定ランクが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なら、すべてのランクが</a:t>
            </a:r>
            <a:r>
              <a:rPr kumimoji="1" lang="en-US" altLang="ja-JP"/>
              <a:t>OK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0664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411</Words>
  <Application>Microsoft Office PowerPoint</Application>
  <PresentationFormat>ワイド画面</PresentationFormat>
  <Paragraphs>44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21-25</vt:lpstr>
      <vt:lpstr>問21: 文字の回転</vt:lpstr>
      <vt:lpstr>問22: 整数と文字列</vt:lpstr>
      <vt:lpstr>問23: 回文</vt:lpstr>
      <vt:lpstr>問24: 特殊な二次元配列</vt:lpstr>
      <vt:lpstr>問25: オブジェクト(構造体)の配列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2026-09-17T15:55:15Z</dcterms:created>
  <dcterms:modified xsi:type="dcterms:W3CDTF">2026-10-15T02:49:10Z</dcterms:modified>
</cp:coreProperties>
</file>