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64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91" d="100"/>
          <a:sy n="91" d="100"/>
        </p:scale>
        <p:origin x="27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越智 統" userId="2de33d77-a65a-42d1-92e2-b40da65bb07e" providerId="ADAL" clId="{F6D288C3-54FB-4A42-AB3C-A9C127C5CB81}"/>
    <pc:docChg chg="custSel addSld modSld">
      <pc:chgData name="越智 統" userId="2de33d77-a65a-42d1-92e2-b40da65bb07e" providerId="ADAL" clId="{F6D288C3-54FB-4A42-AB3C-A9C127C5CB81}" dt="2026-09-18T05:12:16.933" v="2195" actId="20577"/>
      <pc:docMkLst>
        <pc:docMk/>
      </pc:docMkLst>
      <pc:sldChg chg="modSp mod">
        <pc:chgData name="越智 統" userId="2de33d77-a65a-42d1-92e2-b40da65bb07e" providerId="ADAL" clId="{F6D288C3-54FB-4A42-AB3C-A9C127C5CB81}" dt="2026-09-18T05:12:16.933" v="2195" actId="20577"/>
        <pc:sldMkLst>
          <pc:docMk/>
          <pc:sldMk cId="2244841919" sldId="260"/>
        </pc:sldMkLst>
        <pc:spChg chg="mod">
          <ac:chgData name="越智 統" userId="2de33d77-a65a-42d1-92e2-b40da65bb07e" providerId="ADAL" clId="{F6D288C3-54FB-4A42-AB3C-A9C127C5CB81}" dt="2026-09-18T05:12:16.933" v="2195" actId="20577"/>
          <ac:spMkLst>
            <pc:docMk/>
            <pc:sldMk cId="2244841919" sldId="260"/>
            <ac:spMk id="3" creationId="{A424766E-9A4B-6462-8BC4-FF09B6FD80F6}"/>
          </ac:spMkLst>
        </pc:spChg>
      </pc:sldChg>
      <pc:sldChg chg="modSp new mod">
        <pc:chgData name="越智 統" userId="2de33d77-a65a-42d1-92e2-b40da65bb07e" providerId="ADAL" clId="{F6D288C3-54FB-4A42-AB3C-A9C127C5CB81}" dt="2026-09-18T01:33:19.812" v="1065" actId="27636"/>
        <pc:sldMkLst>
          <pc:docMk/>
          <pc:sldMk cId="564767801" sldId="261"/>
        </pc:sldMkLst>
        <pc:spChg chg="mod">
          <ac:chgData name="越智 統" userId="2de33d77-a65a-42d1-92e2-b40da65bb07e" providerId="ADAL" clId="{F6D288C3-54FB-4A42-AB3C-A9C127C5CB81}" dt="2026-09-18T01:14:35.643" v="5" actId="20577"/>
          <ac:spMkLst>
            <pc:docMk/>
            <pc:sldMk cId="564767801" sldId="261"/>
            <ac:spMk id="2" creationId="{1722D8DB-3D74-666B-6A85-95E40E86A0B7}"/>
          </ac:spMkLst>
        </pc:spChg>
        <pc:spChg chg="mod">
          <ac:chgData name="越智 統" userId="2de33d77-a65a-42d1-92e2-b40da65bb07e" providerId="ADAL" clId="{F6D288C3-54FB-4A42-AB3C-A9C127C5CB81}" dt="2026-09-18T01:33:19.812" v="1065" actId="27636"/>
          <ac:spMkLst>
            <pc:docMk/>
            <pc:sldMk cId="564767801" sldId="261"/>
            <ac:spMk id="3" creationId="{FD5447EB-4D91-7C28-83BA-F3F1537F1EF6}"/>
          </ac:spMkLst>
        </pc:spChg>
      </pc:sldChg>
      <pc:sldChg chg="modSp new mod">
        <pc:chgData name="越智 統" userId="2de33d77-a65a-42d1-92e2-b40da65bb07e" providerId="ADAL" clId="{F6D288C3-54FB-4A42-AB3C-A9C127C5CB81}" dt="2026-09-18T01:43:35.902" v="1352" actId="20577"/>
        <pc:sldMkLst>
          <pc:docMk/>
          <pc:sldMk cId="1942088428" sldId="262"/>
        </pc:sldMkLst>
        <pc:spChg chg="mod">
          <ac:chgData name="越智 統" userId="2de33d77-a65a-42d1-92e2-b40da65bb07e" providerId="ADAL" clId="{F6D288C3-54FB-4A42-AB3C-A9C127C5CB81}" dt="2026-09-18T01:14:37.958" v="7" actId="20577"/>
          <ac:spMkLst>
            <pc:docMk/>
            <pc:sldMk cId="1942088428" sldId="262"/>
            <ac:spMk id="2" creationId="{E1C18B80-4309-EED2-711B-C6C2AB4F8328}"/>
          </ac:spMkLst>
        </pc:spChg>
        <pc:spChg chg="mod">
          <ac:chgData name="越智 統" userId="2de33d77-a65a-42d1-92e2-b40da65bb07e" providerId="ADAL" clId="{F6D288C3-54FB-4A42-AB3C-A9C127C5CB81}" dt="2026-09-18T01:43:35.902" v="1352" actId="20577"/>
          <ac:spMkLst>
            <pc:docMk/>
            <pc:sldMk cId="1942088428" sldId="262"/>
            <ac:spMk id="3" creationId="{A12A8E91-F9ED-5E35-85DE-248D2D20F89B}"/>
          </ac:spMkLst>
        </pc:spChg>
      </pc:sldChg>
      <pc:sldChg chg="modSp new mod">
        <pc:chgData name="越智 統" userId="2de33d77-a65a-42d1-92e2-b40da65bb07e" providerId="ADAL" clId="{F6D288C3-54FB-4A42-AB3C-A9C127C5CB81}" dt="2026-09-18T02:00:45.890" v="1865" actId="20577"/>
        <pc:sldMkLst>
          <pc:docMk/>
          <pc:sldMk cId="3398056951" sldId="263"/>
        </pc:sldMkLst>
        <pc:spChg chg="mod">
          <ac:chgData name="越智 統" userId="2de33d77-a65a-42d1-92e2-b40da65bb07e" providerId="ADAL" clId="{F6D288C3-54FB-4A42-AB3C-A9C127C5CB81}" dt="2026-09-18T01:14:40.037" v="9" actId="20577"/>
          <ac:spMkLst>
            <pc:docMk/>
            <pc:sldMk cId="3398056951" sldId="263"/>
            <ac:spMk id="2" creationId="{05A5F8F2-C544-0DA4-5BD0-738FCFF6C024}"/>
          </ac:spMkLst>
        </pc:spChg>
        <pc:spChg chg="mod">
          <ac:chgData name="越智 統" userId="2de33d77-a65a-42d1-92e2-b40da65bb07e" providerId="ADAL" clId="{F6D288C3-54FB-4A42-AB3C-A9C127C5CB81}" dt="2026-09-18T02:00:45.890" v="1865" actId="20577"/>
          <ac:spMkLst>
            <pc:docMk/>
            <pc:sldMk cId="3398056951" sldId="263"/>
            <ac:spMk id="3" creationId="{B2F31EBF-795D-B860-924B-796D5764B2B3}"/>
          </ac:spMkLst>
        </pc:spChg>
      </pc:sldChg>
      <pc:sldChg chg="modSp new mod">
        <pc:chgData name="越智 統" userId="2de33d77-a65a-42d1-92e2-b40da65bb07e" providerId="ADAL" clId="{F6D288C3-54FB-4A42-AB3C-A9C127C5CB81}" dt="2026-09-18T03:05:06.703" v="2110" actId="20577"/>
        <pc:sldMkLst>
          <pc:docMk/>
          <pc:sldMk cId="1360664792" sldId="264"/>
        </pc:sldMkLst>
        <pc:spChg chg="mod">
          <ac:chgData name="越智 統" userId="2de33d77-a65a-42d1-92e2-b40da65bb07e" providerId="ADAL" clId="{F6D288C3-54FB-4A42-AB3C-A9C127C5CB81}" dt="2026-09-18T01:14:42.672" v="11" actId="20577"/>
          <ac:spMkLst>
            <pc:docMk/>
            <pc:sldMk cId="1360664792" sldId="264"/>
            <ac:spMk id="2" creationId="{DD9D8520-4C02-A370-EAD6-0EDE2D7C957C}"/>
          </ac:spMkLst>
        </pc:spChg>
        <pc:spChg chg="mod">
          <ac:chgData name="越智 統" userId="2de33d77-a65a-42d1-92e2-b40da65bb07e" providerId="ADAL" clId="{F6D288C3-54FB-4A42-AB3C-A9C127C5CB81}" dt="2026-09-18T03:05:06.703" v="2110" actId="20577"/>
          <ac:spMkLst>
            <pc:docMk/>
            <pc:sldMk cId="1360664792" sldId="264"/>
            <ac:spMk id="3" creationId="{103DBB15-7D65-AD8A-076B-1AECAD767B0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3B5499D-3090-096F-C996-DB9EB894C9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02B7E37-24C0-624B-4C0B-2D1C07281C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C943930-C615-F975-A735-17773608D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E8DA6-574B-4AE2-AAFC-A8115DDA4DC1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596D2B-C968-B412-6AF1-0DD0BCBE2D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716FC01-C7DF-F555-BFE2-216AF9CAE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7DC6-DFCE-4799-902A-705B84436D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30387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63AC62-CE0A-B196-2366-41E826BF2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83DDA2-F193-1394-6F54-AE5C4AFA62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A687DC2-0736-6F1A-A14C-2421A9A48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E8DA6-574B-4AE2-AAFC-A8115DDA4DC1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FAD822-7445-4833-0832-743600D37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C3D280-F074-37C0-F19A-E3057716C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7DC6-DFCE-4799-902A-705B84436D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67332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ED9F7A-8F1F-73F9-8551-54EDC42DA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E3925D6-B254-A85F-EA3B-B69E1DC8C0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0636B65-5BC4-91A2-654F-01BED1CD2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E8DA6-574B-4AE2-AAFC-A8115DDA4DC1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AF166A0-0A52-F733-633E-1A7767330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B4837B1-E85C-E2CB-5A8F-FE6AADEA0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7DC6-DFCE-4799-902A-705B84436D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33451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AF6D5D-4DD3-BDD0-7D74-26983483E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1F3F729-8717-DCC2-E55A-28F68A2E86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AB95DA6-50C3-4DD0-7071-FDB5D6C606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5BE3A6F-CD65-0061-514D-62F80F825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E8DA6-574B-4AE2-AAFC-A8115DDA4DC1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BEF4F82-A4F5-FBBE-4B4D-8E25F5C13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D54235F-3D70-D858-0CD9-9A07808E5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7DC6-DFCE-4799-902A-705B84436D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02075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BCC2243-00AB-D459-514E-1271814BA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19E4852-E7ED-8C18-6DAD-2976A091EB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70D765E-2E30-F60C-756C-970EA96227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F2AEECA-DCA4-99B0-EE23-6F65A52023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55D400F-4543-5BA6-7BD9-74314C3558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1412C756-E422-A7DC-547D-3421945C1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E8DA6-574B-4AE2-AAFC-A8115DDA4DC1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302DE45-B5F5-2F8B-17EC-D99AE1E4D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47792E2-8AE2-5F80-2BD8-306B4F46F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7DC6-DFCE-4799-902A-705B84436D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4086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4DEA51-BEF7-EBF0-D91E-1362B2195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931B1A5-B081-9ABA-E32C-41DF04D77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E8DA6-574B-4AE2-AAFC-A8115DDA4DC1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B6F6EB2-075D-1165-9287-6FDFFC21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F1940F7-BB5D-DCBA-9371-16F1C8AC8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7DC6-DFCE-4799-902A-705B84436D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95017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B82F93D-906B-A6C4-2B08-18F4E265BF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E8DA6-574B-4AE2-AAFC-A8115DDA4DC1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14638A5-A03D-E5FD-DF80-60D67D3BE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9A30F42-B190-E2D5-7B65-249078E31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7DC6-DFCE-4799-902A-705B84436D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0900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9ED5CF-559A-04D4-E9F9-1DD59BBBA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B41A9E0-66DE-6CD9-D9EF-58F2F325E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540980C-406A-FAB7-2FF3-3C8314BE90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687245C-705C-73B4-53D2-BA1D27AE1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E8DA6-574B-4AE2-AAFC-A8115DDA4DC1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7508547-714B-3E1A-5651-3BCE78B4A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7524979-1C30-BA82-300A-5A2D53344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7DC6-DFCE-4799-902A-705B84436D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1846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89081F4-F71B-A454-702E-4DBBE6B17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A293D6E-CBB5-7E5F-ADE4-B8BC9D599A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5EDA6AA-4FD2-7693-F78C-7D6080D38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A1A30BE-9E1F-245A-D58F-CA2B708C6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E8DA6-574B-4AE2-AAFC-A8115DDA4DC1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ADB2A72-F45C-1AB2-E9DC-E4C3722C2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768407D-6660-0787-3D08-61D4C2334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7DC6-DFCE-4799-902A-705B84436D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66828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4246F2-4A87-A7A9-16F7-85FF0B4A0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5A7902E-0FA6-BEA0-7BAF-D0B4FA3557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8238EC-629C-18A1-08D9-1BCA0BB90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E8DA6-574B-4AE2-AAFC-A8115DDA4DC1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E7B0650-9509-B775-775D-41C955924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A941612-08E8-4192-EBE1-DEEE8659E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7DC6-DFCE-4799-902A-705B84436D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42258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7456ECE-80D1-A7E3-BAF9-A527B33D51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377EA47-B3CF-5689-4281-8E9FB78F20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73828FD-A08B-B2B3-21AC-91E61DE98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E8DA6-574B-4AE2-AAFC-A8115DDA4DC1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5B87836-146A-14E7-D71A-2F6FA66A7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535485-984E-C55E-6369-D0EC3D3E4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7DC6-DFCE-4799-902A-705B84436D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20820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4C602F5-3EA2-9846-B00D-FDAFD0FFC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F44C679-814C-327C-36BC-CF9BF34E80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9AC16A0-0A47-BD70-5502-BE1431573F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8E8DA6-574B-4AE2-AAFC-A8115DDA4DC1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C231F0D-C626-B119-B384-E15F7FF6FB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8E5A93D-42F9-835F-F025-DB5F90C027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027DC6-DFCE-4799-902A-705B84436D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8944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23C92E-1E15-D938-4AD5-B8F2771D30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9E3DE19-FAD7-4930-D1C0-A3081271DC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3459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627334F-8272-C99B-D484-E710B1ECC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21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424766E-9A4B-6462-8BC4-FF09B6FD80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 </a:t>
            </a:r>
            <a:r>
              <a:rPr kumimoji="1" lang="ja-JP" altLang="en-US" dirty="0"/>
              <a:t>文字列型の配列 </a:t>
            </a:r>
            <a:r>
              <a:rPr kumimoji="1" lang="en-US" altLang="ja-JP" dirty="0"/>
              <a:t>tango </a:t>
            </a:r>
            <a:r>
              <a:rPr kumimoji="1" lang="ja-JP" altLang="en-US" dirty="0"/>
              <a:t>の末尾の要素を先頭に移動し、他の要素はひとつ後ろにずらす</a:t>
            </a:r>
            <a:endParaRPr kumimoji="1" lang="en-US" altLang="ja-JP" dirty="0"/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kumimoji="1" lang="en-US" altLang="ja-JP" dirty="0"/>
              <a:t>i</a:t>
            </a:r>
            <a:r>
              <a:rPr lang="en-US" altLang="ja-JP" dirty="0"/>
              <a:t>: tango</a:t>
            </a:r>
            <a:r>
              <a:rPr lang="ja-JP" altLang="en-US" dirty="0"/>
              <a:t>のインデックス兼カウンタ</a:t>
            </a:r>
            <a:endParaRPr lang="en-US" altLang="ja-JP" dirty="0"/>
          </a:p>
          <a:p>
            <a:pPr lvl="1"/>
            <a:r>
              <a:rPr kumimoji="1" lang="en-US" altLang="ja-JP" dirty="0"/>
              <a:t>n: tango</a:t>
            </a:r>
            <a:r>
              <a:rPr kumimoji="1" lang="ja-JP" altLang="en-US" dirty="0"/>
              <a:t>の要素数</a:t>
            </a:r>
            <a:r>
              <a:rPr kumimoji="1" lang="en-US" altLang="ja-JP" dirty="0"/>
              <a:t>(</a:t>
            </a:r>
            <a:r>
              <a:rPr kumimoji="1" lang="ja-JP" altLang="en-US"/>
              <a:t>すなわち、</a:t>
            </a:r>
            <a:r>
              <a:rPr kumimoji="1" lang="en-US" altLang="ja-JP" dirty="0"/>
              <a:t>tango</a:t>
            </a:r>
            <a:r>
              <a:rPr kumimoji="1" lang="ja-JP" altLang="en-US" dirty="0"/>
              <a:t>の一番最後のインデックス</a:t>
            </a:r>
            <a:r>
              <a:rPr kumimoji="1" lang="en-US" altLang="ja-JP" dirty="0"/>
              <a:t>)</a:t>
            </a:r>
          </a:p>
          <a:p>
            <a:pPr lvl="1"/>
            <a:r>
              <a:rPr lang="en-US" altLang="ja-JP" dirty="0"/>
              <a:t>work: </a:t>
            </a:r>
            <a:r>
              <a:rPr lang="ja-JP" altLang="en-US" dirty="0"/>
              <a:t>要素をずらすための一時的保存用</a:t>
            </a:r>
            <a:endParaRPr lang="en-US" altLang="ja-JP" dirty="0"/>
          </a:p>
          <a:p>
            <a:r>
              <a:rPr kumimoji="1" lang="ja-JP" altLang="en-US" dirty="0"/>
              <a:t>ポイント</a:t>
            </a:r>
            <a:endParaRPr kumimoji="1" lang="en-US" altLang="ja-JP" dirty="0"/>
          </a:p>
          <a:p>
            <a:pPr lvl="1"/>
            <a:r>
              <a:rPr lang="ja-JP" altLang="en-US" dirty="0"/>
              <a:t>前のものを一つ後ろに入れてゆく</a:t>
            </a:r>
            <a:r>
              <a:rPr lang="en-US" altLang="ja-JP" dirty="0"/>
              <a:t>(tango[i+1]</a:t>
            </a:r>
            <a:r>
              <a:rPr lang="ja-JP" altLang="en-US" dirty="0"/>
              <a:t>←</a:t>
            </a:r>
            <a:r>
              <a:rPr lang="en-US" altLang="ja-JP" dirty="0"/>
              <a:t>tango[</a:t>
            </a:r>
            <a:r>
              <a:rPr lang="en-US" altLang="ja-JP" dirty="0" err="1"/>
              <a:t>i</a:t>
            </a:r>
            <a:r>
              <a:rPr lang="en-US" altLang="ja-JP" dirty="0"/>
              <a:t>])</a:t>
            </a:r>
          </a:p>
          <a:p>
            <a:pPr lvl="1"/>
            <a:r>
              <a:rPr lang="ja-JP" altLang="en-US" dirty="0"/>
              <a:t>一番後ろ</a:t>
            </a:r>
            <a:r>
              <a:rPr lang="en-US" altLang="ja-JP" dirty="0"/>
              <a:t>(tango[n])</a:t>
            </a:r>
            <a:r>
              <a:rPr lang="ja-JP" altLang="en-US" dirty="0"/>
              <a:t>は最初に</a:t>
            </a:r>
            <a:r>
              <a:rPr lang="en-US" altLang="ja-JP" dirty="0"/>
              <a:t>work</a:t>
            </a:r>
            <a:r>
              <a:rPr lang="ja-JP" altLang="en-US" dirty="0"/>
              <a:t>に入れるので、上書きで失われることはない</a:t>
            </a:r>
            <a:endParaRPr kumimoji="1" lang="en-US" altLang="ja-JP" dirty="0"/>
          </a:p>
          <a:p>
            <a:pPr lvl="1"/>
            <a:endParaRPr kumimoji="1"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448419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22D8DB-3D74-666B-6A85-95E40E86A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22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D5447EB-4D91-7C28-83BA-F3F1537F1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  </a:t>
            </a:r>
            <a:r>
              <a:rPr kumimoji="1" lang="ja-JP" altLang="en-US" dirty="0"/>
              <a:t>３桁で区切って「</a:t>
            </a:r>
            <a:r>
              <a:rPr kumimoji="1" lang="en-US" altLang="ja-JP" dirty="0"/>
              <a:t>,</a:t>
            </a:r>
            <a:r>
              <a:rPr kumimoji="1" lang="ja-JP" altLang="en-US" dirty="0"/>
              <a:t>」を入れる</a:t>
            </a:r>
            <a:endParaRPr kumimoji="1" lang="en-US" altLang="ja-JP" dirty="0"/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lang="en-US" altLang="ja-JP" dirty="0"/>
              <a:t>char: </a:t>
            </a:r>
            <a:r>
              <a:rPr lang="ja-JP" altLang="en-US" dirty="0"/>
              <a:t>変換のためのテーブル</a:t>
            </a:r>
            <a:endParaRPr lang="en-US" altLang="ja-JP" dirty="0"/>
          </a:p>
          <a:p>
            <a:pPr lvl="1"/>
            <a:r>
              <a:rPr lang="en-US" altLang="ja-JP" dirty="0"/>
              <a:t>str: </a:t>
            </a:r>
            <a:r>
              <a:rPr lang="ja-JP" altLang="en-US" dirty="0"/>
              <a:t>区切りを入れた数字が逆順に入る</a:t>
            </a:r>
            <a:endParaRPr lang="en-US" altLang="ja-JP" dirty="0"/>
          </a:p>
          <a:p>
            <a:pPr lvl="1"/>
            <a:r>
              <a:rPr lang="en-US" altLang="ja-JP" dirty="0" err="1"/>
              <a:t>cnt</a:t>
            </a:r>
            <a:r>
              <a:rPr lang="en-US" altLang="ja-JP" dirty="0"/>
              <a:t>: 3</a:t>
            </a:r>
            <a:r>
              <a:rPr lang="ja-JP" altLang="en-US" dirty="0"/>
              <a:t>桁目を判断するためのカウンタ</a:t>
            </a:r>
            <a:endParaRPr lang="en-US" altLang="ja-JP" dirty="0"/>
          </a:p>
          <a:p>
            <a:r>
              <a:rPr kumimoji="1" lang="ja-JP" altLang="en-US" dirty="0"/>
              <a:t>ポイント</a:t>
            </a:r>
            <a:endParaRPr kumimoji="1" lang="en-US" altLang="ja-JP" dirty="0"/>
          </a:p>
          <a:p>
            <a:pPr lvl="1"/>
            <a:r>
              <a:rPr lang="ja-JP" altLang="en-US" dirty="0"/>
              <a:t>下の桁から取り出して、変換して</a:t>
            </a:r>
            <a:r>
              <a:rPr lang="en-US" altLang="ja-JP" dirty="0"/>
              <a:t>str</a:t>
            </a:r>
            <a:r>
              <a:rPr lang="ja-JP" altLang="en-US" dirty="0"/>
              <a:t>に入れ、最後に</a:t>
            </a:r>
            <a:r>
              <a:rPr lang="en-US" altLang="ja-JP" dirty="0"/>
              <a:t>reverse()</a:t>
            </a:r>
            <a:r>
              <a:rPr lang="ja-JP" altLang="en-US" dirty="0"/>
              <a:t>で順序を逆にして、返す</a:t>
            </a:r>
            <a:endParaRPr lang="en-US" altLang="ja-JP" dirty="0"/>
          </a:p>
          <a:p>
            <a:pPr lvl="1"/>
            <a:r>
              <a:rPr lang="en-US" altLang="ja-JP" dirty="0"/>
              <a:t>10</a:t>
            </a:r>
            <a:r>
              <a:rPr lang="ja-JP" altLang="en-US" dirty="0"/>
              <a:t>で割った余りを使って、下の桁から取り出して、数字に変換</a:t>
            </a:r>
            <a:endParaRPr lang="en-US" altLang="ja-JP" dirty="0"/>
          </a:p>
          <a:p>
            <a:pPr lvl="1"/>
            <a:r>
              <a:rPr lang="ja-JP" altLang="en-US" dirty="0"/>
              <a:t>取り出して変換が終わったら、</a:t>
            </a:r>
            <a:r>
              <a:rPr lang="en-US" altLang="ja-JP" dirty="0"/>
              <a:t>10</a:t>
            </a:r>
            <a:r>
              <a:rPr lang="ja-JP" altLang="en-US" dirty="0"/>
              <a:t>で割ることで変換した桁を消す</a:t>
            </a:r>
            <a:endParaRPr lang="en-US" altLang="ja-JP" dirty="0"/>
          </a:p>
          <a:p>
            <a:pPr lvl="1"/>
            <a:r>
              <a:rPr lang="en-US" altLang="ja-JP" dirty="0"/>
              <a:t>3</a:t>
            </a:r>
            <a:r>
              <a:rPr lang="ja-JP" altLang="en-US" dirty="0"/>
              <a:t>回実行するごとに、「</a:t>
            </a:r>
            <a:r>
              <a:rPr lang="en-US" altLang="ja-JP" dirty="0"/>
              <a:t>,</a:t>
            </a:r>
            <a:r>
              <a:rPr lang="ja-JP" altLang="en-US" dirty="0"/>
              <a:t>」を入れる</a:t>
            </a:r>
            <a:endParaRPr lang="en-US" altLang="ja-JP" dirty="0"/>
          </a:p>
          <a:p>
            <a:pPr lvl="1"/>
            <a:endParaRPr kumimoji="1"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64767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C18B80-4309-EED2-711B-C6C2AB4F8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23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12A8E91-F9ED-5E35-85DE-248D2D20F8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 </a:t>
            </a:r>
            <a:r>
              <a:rPr kumimoji="1" lang="ja-JP" altLang="en-US" dirty="0"/>
              <a:t>回文かどうかを調べる</a:t>
            </a:r>
            <a:endParaRPr kumimoji="1" lang="en-US" altLang="ja-JP" dirty="0"/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lang="en-US" altLang="ja-JP" dirty="0"/>
              <a:t>i: </a:t>
            </a:r>
            <a:r>
              <a:rPr lang="ja-JP" altLang="en-US" dirty="0"/>
              <a:t>配列をスキャンするためのインデックス兼カウンタ</a:t>
            </a:r>
            <a:endParaRPr lang="en-US" altLang="ja-JP" dirty="0"/>
          </a:p>
          <a:p>
            <a:pPr lvl="1"/>
            <a:r>
              <a:rPr lang="en-US" altLang="ja-JP" dirty="0"/>
              <a:t>num: </a:t>
            </a:r>
            <a:r>
              <a:rPr lang="ja-JP" altLang="en-US" dirty="0"/>
              <a:t>入力テキストの要素数</a:t>
            </a:r>
            <a:endParaRPr lang="en-US" altLang="ja-JP" dirty="0"/>
          </a:p>
          <a:p>
            <a:pPr lvl="1"/>
            <a:r>
              <a:rPr lang="en-US" altLang="ja-JP" dirty="0" err="1"/>
              <a:t>flg</a:t>
            </a:r>
            <a:r>
              <a:rPr lang="en-US" altLang="ja-JP" dirty="0"/>
              <a:t>: </a:t>
            </a:r>
            <a:r>
              <a:rPr lang="ja-JP" altLang="en-US" dirty="0"/>
              <a:t>回文なら</a:t>
            </a:r>
            <a:r>
              <a:rPr lang="en-US" altLang="ja-JP" dirty="0"/>
              <a:t>True, </a:t>
            </a:r>
            <a:r>
              <a:rPr lang="ja-JP" altLang="en-US" dirty="0"/>
              <a:t>そうでなければ</a:t>
            </a:r>
            <a:r>
              <a:rPr lang="en-US" altLang="ja-JP" dirty="0"/>
              <a:t>False</a:t>
            </a:r>
          </a:p>
          <a:p>
            <a:r>
              <a:rPr kumimoji="1" lang="ja-JP" altLang="en-US" dirty="0"/>
              <a:t>ポイント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インデックスが</a:t>
            </a:r>
            <a:r>
              <a:rPr kumimoji="1" lang="en-US" altLang="ja-JP" dirty="0"/>
              <a:t>1</a:t>
            </a:r>
            <a:r>
              <a:rPr kumimoji="1" lang="ja-JP" altLang="en-US" dirty="0"/>
              <a:t>から始まるので、</a:t>
            </a:r>
            <a:r>
              <a:rPr kumimoji="1" lang="en-US" altLang="ja-JP" dirty="0" err="1"/>
              <a:t>i</a:t>
            </a:r>
            <a:r>
              <a:rPr kumimoji="1" lang="ja-JP" altLang="en-US" dirty="0"/>
              <a:t>番目に対応するのは、</a:t>
            </a:r>
            <a:r>
              <a:rPr kumimoji="1" lang="en-US" altLang="ja-JP" dirty="0"/>
              <a:t>n-i+1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420884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A5F8F2-C544-0DA4-5BD0-738FCFF6C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24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2F31EBF-795D-B860-924B-796D5764B2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 </a:t>
            </a:r>
            <a:r>
              <a:rPr kumimoji="1" lang="ja-JP" altLang="en-US" dirty="0"/>
              <a:t>二つの駅間の運賃と特急料金を求める</a:t>
            </a:r>
            <a:endParaRPr kumimoji="1" lang="en-US" altLang="ja-JP" dirty="0"/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lang="en-US" altLang="ja-JP" dirty="0" err="1"/>
              <a:t>i</a:t>
            </a:r>
            <a:r>
              <a:rPr lang="en-US" altLang="ja-JP" dirty="0"/>
              <a:t>, j: </a:t>
            </a:r>
            <a:r>
              <a:rPr lang="ja-JP" altLang="en-US" dirty="0"/>
              <a:t>駅番号と対応</a:t>
            </a:r>
            <a:endParaRPr lang="en-US" altLang="ja-JP" dirty="0"/>
          </a:p>
          <a:p>
            <a:pPr lvl="1"/>
            <a:r>
              <a:rPr lang="en-US" altLang="ja-JP" dirty="0"/>
              <a:t>fare: [</a:t>
            </a:r>
            <a:r>
              <a:rPr lang="ja-JP" altLang="en-US" dirty="0"/>
              <a:t>運賃</a:t>
            </a:r>
            <a:r>
              <a:rPr lang="en-US" altLang="ja-JP" dirty="0"/>
              <a:t>, </a:t>
            </a:r>
            <a:r>
              <a:rPr lang="ja-JP" altLang="en-US" dirty="0"/>
              <a:t>特急料金</a:t>
            </a:r>
            <a:r>
              <a:rPr lang="en-US" altLang="ja-JP" dirty="0"/>
              <a:t>]</a:t>
            </a:r>
            <a:r>
              <a:rPr lang="ja-JP" altLang="en-US" dirty="0"/>
              <a:t>の配列</a:t>
            </a:r>
            <a:endParaRPr lang="en-US" altLang="ja-JP" dirty="0"/>
          </a:p>
          <a:p>
            <a:r>
              <a:rPr kumimoji="1" lang="ja-JP" altLang="en-US" dirty="0"/>
              <a:t>ポイント</a:t>
            </a:r>
            <a:endParaRPr kumimoji="1" lang="en-US" altLang="ja-JP" dirty="0"/>
          </a:p>
          <a:p>
            <a:pPr lvl="1"/>
            <a:r>
              <a:rPr lang="ja-JP" altLang="en-US" dirty="0"/>
              <a:t>一つの表の中に、運賃と特急料金の両方がある</a:t>
            </a:r>
            <a:endParaRPr lang="en-US" altLang="ja-JP" dirty="0"/>
          </a:p>
          <a:p>
            <a:pPr lvl="1"/>
            <a:r>
              <a:rPr lang="ja-JP" altLang="en-US" dirty="0"/>
              <a:t>表の横軸を</a:t>
            </a:r>
            <a:r>
              <a:rPr lang="en-US" altLang="ja-JP" dirty="0"/>
              <a:t>x, </a:t>
            </a:r>
            <a:r>
              <a:rPr lang="ja-JP" altLang="en-US" dirty="0"/>
              <a:t>縦軸を</a:t>
            </a:r>
            <a:r>
              <a:rPr lang="en-US" altLang="ja-JP" dirty="0"/>
              <a:t>y</a:t>
            </a:r>
            <a:r>
              <a:rPr lang="ja-JP" altLang="en-US" dirty="0"/>
              <a:t>とすると、</a:t>
            </a:r>
            <a:r>
              <a:rPr lang="en-US" altLang="ja-JP" dirty="0"/>
              <a:t>x&lt;y</a:t>
            </a:r>
            <a:r>
              <a:rPr lang="ja-JP" altLang="en-US" dirty="0"/>
              <a:t>なら運賃、</a:t>
            </a:r>
            <a:r>
              <a:rPr lang="en-US" altLang="ja-JP" dirty="0"/>
              <a:t>x&gt;y</a:t>
            </a:r>
            <a:r>
              <a:rPr lang="ja-JP" altLang="en-US" dirty="0"/>
              <a:t>なら特急料金になる</a:t>
            </a:r>
            <a:endParaRPr lang="en-US" altLang="ja-JP" dirty="0"/>
          </a:p>
          <a:p>
            <a:pPr lvl="1"/>
            <a:endParaRPr kumimoji="1"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980569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9D8520-4C02-A370-EAD6-0EDE2D7C9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25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03DBB15-7D65-AD8A-076B-1AECAD767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 </a:t>
            </a:r>
            <a:r>
              <a:rPr kumimoji="1" lang="ja-JP" altLang="en-US" dirty="0"/>
              <a:t>空き部屋検索</a:t>
            </a:r>
            <a:r>
              <a:rPr kumimoji="1" lang="en-US" altLang="ja-JP" dirty="0"/>
              <a:t>(</a:t>
            </a:r>
            <a:r>
              <a:rPr kumimoji="1" lang="ja-JP" altLang="en-US" dirty="0"/>
              <a:t>ランクと利用人数から</a:t>
            </a:r>
            <a:r>
              <a:rPr kumimoji="1" lang="en-US" altLang="ja-JP" dirty="0"/>
              <a:t>)</a:t>
            </a:r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lang="en-US" altLang="ja-JP" dirty="0"/>
              <a:t>i: </a:t>
            </a:r>
            <a:r>
              <a:rPr lang="ja-JP" altLang="en-US" dirty="0"/>
              <a:t>全部屋の配列をスキャンするためのインデックス兼カウンタ</a:t>
            </a:r>
            <a:endParaRPr lang="en-US" altLang="ja-JP" dirty="0"/>
          </a:p>
          <a:p>
            <a:pPr lvl="1"/>
            <a:r>
              <a:rPr lang="en-US" altLang="ja-JP" dirty="0" err="1"/>
              <a:t>cnt</a:t>
            </a:r>
            <a:r>
              <a:rPr lang="en-US" altLang="ja-JP" dirty="0"/>
              <a:t>: </a:t>
            </a:r>
            <a:r>
              <a:rPr lang="ja-JP" altLang="en-US" dirty="0"/>
              <a:t>利用可能な部屋の配列のインデックス</a:t>
            </a:r>
            <a:endParaRPr lang="en-US" altLang="ja-JP" dirty="0"/>
          </a:p>
          <a:p>
            <a:r>
              <a:rPr kumimoji="1" lang="ja-JP" altLang="en-US" dirty="0"/>
              <a:t>ポイント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指定ランクが</a:t>
            </a:r>
            <a:r>
              <a:rPr kumimoji="1" lang="en-US" altLang="ja-JP" dirty="0"/>
              <a:t>0</a:t>
            </a:r>
            <a:r>
              <a:rPr kumimoji="1" lang="ja-JP" altLang="en-US" dirty="0"/>
              <a:t>なら、すべてのランクが</a:t>
            </a:r>
            <a:r>
              <a:rPr kumimoji="1" lang="en-US" altLang="ja-JP"/>
              <a:t>OK</a:t>
            </a:r>
            <a:endParaRPr kumimoji="1"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3606647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383</Words>
  <Application>Microsoft Office PowerPoint</Application>
  <PresentationFormat>ワイド画面</PresentationFormat>
  <Paragraphs>43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21</vt:lpstr>
      <vt:lpstr>22</vt:lpstr>
      <vt:lpstr>23</vt:lpstr>
      <vt:lpstr>24</vt:lpstr>
      <vt:lpstr>25</vt:lpstr>
    </vt:vector>
  </TitlesOfParts>
  <Company>SCMCC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越智 統</dc:creator>
  <cp:lastModifiedBy>越智 統</cp:lastModifiedBy>
  <cp:revision>1</cp:revision>
  <dcterms:created xsi:type="dcterms:W3CDTF">2026-09-17T15:55:15Z</dcterms:created>
  <dcterms:modified xsi:type="dcterms:W3CDTF">2026-09-18T05:12:23Z</dcterms:modified>
</cp:coreProperties>
</file>