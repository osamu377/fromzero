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400EF8CD-DB59-4520-A61C-04DA4AF0DB19}"/>
    <pc:docChg chg="custSel modSld">
      <pc:chgData name="越智 統" userId="2de33d77-a65a-42d1-92e2-b40da65bb07e" providerId="ADAL" clId="{400EF8CD-DB59-4520-A61C-04DA4AF0DB19}" dt="2026-10-15T02:34:43.695" v="169" actId="20577"/>
      <pc:docMkLst>
        <pc:docMk/>
      </pc:docMkLst>
      <pc:sldChg chg="delSp modSp mod">
        <pc:chgData name="越智 統" userId="2de33d77-a65a-42d1-92e2-b40da65bb07e" providerId="ADAL" clId="{400EF8CD-DB59-4520-A61C-04DA4AF0DB19}" dt="2026-10-15T02:24:55.014" v="5" actId="478"/>
        <pc:sldMkLst>
          <pc:docMk/>
          <pc:sldMk cId="1570175009" sldId="256"/>
        </pc:sldMkLst>
        <pc:spChg chg="mod">
          <ac:chgData name="越智 統" userId="2de33d77-a65a-42d1-92e2-b40da65bb07e" providerId="ADAL" clId="{400EF8CD-DB59-4520-A61C-04DA4AF0DB19}" dt="2026-10-15T02:24:49.297" v="4" actId="20577"/>
          <ac:spMkLst>
            <pc:docMk/>
            <pc:sldMk cId="1570175009" sldId="256"/>
            <ac:spMk id="2" creationId="{CE85D16A-BA53-EE03-E632-FE8CE65D4ABF}"/>
          </ac:spMkLst>
        </pc:spChg>
        <pc:spChg chg="del">
          <ac:chgData name="越智 統" userId="2de33d77-a65a-42d1-92e2-b40da65bb07e" providerId="ADAL" clId="{400EF8CD-DB59-4520-A61C-04DA4AF0DB19}" dt="2026-10-15T02:24:55.014" v="5" actId="478"/>
          <ac:spMkLst>
            <pc:docMk/>
            <pc:sldMk cId="1570175009" sldId="256"/>
            <ac:spMk id="3" creationId="{83AA0770-6090-BD1C-381B-1D4777FE114E}"/>
          </ac:spMkLst>
        </pc:spChg>
      </pc:sldChg>
      <pc:sldChg chg="modSp mod">
        <pc:chgData name="越智 統" userId="2de33d77-a65a-42d1-92e2-b40da65bb07e" providerId="ADAL" clId="{400EF8CD-DB59-4520-A61C-04DA4AF0DB19}" dt="2026-10-15T02:25:24.223" v="23" actId="20577"/>
        <pc:sldMkLst>
          <pc:docMk/>
          <pc:sldMk cId="3530105440" sldId="257"/>
        </pc:sldMkLst>
        <pc:spChg chg="mod">
          <ac:chgData name="越智 統" userId="2de33d77-a65a-42d1-92e2-b40da65bb07e" providerId="ADAL" clId="{400EF8CD-DB59-4520-A61C-04DA4AF0DB19}" dt="2026-10-15T02:25:24.223" v="23" actId="20577"/>
          <ac:spMkLst>
            <pc:docMk/>
            <pc:sldMk cId="3530105440" sldId="257"/>
            <ac:spMk id="2" creationId="{94DD7F12-9B3E-F2F2-0489-76610CCF7BFB}"/>
          </ac:spMkLst>
        </pc:spChg>
      </pc:sldChg>
      <pc:sldChg chg="modSp mod">
        <pc:chgData name="越智 統" userId="2de33d77-a65a-42d1-92e2-b40da65bb07e" providerId="ADAL" clId="{400EF8CD-DB59-4520-A61C-04DA4AF0DB19}" dt="2026-10-15T02:27:25.439" v="71" actId="20577"/>
        <pc:sldMkLst>
          <pc:docMk/>
          <pc:sldMk cId="648242494" sldId="258"/>
        </pc:sldMkLst>
        <pc:spChg chg="mod">
          <ac:chgData name="越智 統" userId="2de33d77-a65a-42d1-92e2-b40da65bb07e" providerId="ADAL" clId="{400EF8CD-DB59-4520-A61C-04DA4AF0DB19}" dt="2026-10-15T02:27:25.439" v="71" actId="20577"/>
          <ac:spMkLst>
            <pc:docMk/>
            <pc:sldMk cId="648242494" sldId="258"/>
            <ac:spMk id="2" creationId="{372F936B-CBBB-B56D-1208-E6E88D4FF25D}"/>
          </ac:spMkLst>
        </pc:spChg>
      </pc:sldChg>
      <pc:sldChg chg="modSp mod">
        <pc:chgData name="越智 統" userId="2de33d77-a65a-42d1-92e2-b40da65bb07e" providerId="ADAL" clId="{400EF8CD-DB59-4520-A61C-04DA4AF0DB19}" dt="2026-10-15T02:27:51.999" v="92" actId="20577"/>
        <pc:sldMkLst>
          <pc:docMk/>
          <pc:sldMk cId="2386720897" sldId="259"/>
        </pc:sldMkLst>
        <pc:spChg chg="mod">
          <ac:chgData name="越智 統" userId="2de33d77-a65a-42d1-92e2-b40da65bb07e" providerId="ADAL" clId="{400EF8CD-DB59-4520-A61C-04DA4AF0DB19}" dt="2026-10-15T02:27:51.999" v="92" actId="20577"/>
          <ac:spMkLst>
            <pc:docMk/>
            <pc:sldMk cId="2386720897" sldId="259"/>
            <ac:spMk id="2" creationId="{9257C93D-8DB5-208C-5335-CB78C6DC7EAE}"/>
          </ac:spMkLst>
        </pc:spChg>
      </pc:sldChg>
      <pc:sldChg chg="modSp mod">
        <pc:chgData name="越智 統" userId="2de33d77-a65a-42d1-92e2-b40da65bb07e" providerId="ADAL" clId="{400EF8CD-DB59-4520-A61C-04DA4AF0DB19}" dt="2026-10-15T02:28:56.749" v="126" actId="20577"/>
        <pc:sldMkLst>
          <pc:docMk/>
          <pc:sldMk cId="4186866345" sldId="261"/>
        </pc:sldMkLst>
        <pc:spChg chg="mod">
          <ac:chgData name="越智 統" userId="2de33d77-a65a-42d1-92e2-b40da65bb07e" providerId="ADAL" clId="{400EF8CD-DB59-4520-A61C-04DA4AF0DB19}" dt="2026-10-15T02:28:56.749" v="126" actId="20577"/>
          <ac:spMkLst>
            <pc:docMk/>
            <pc:sldMk cId="4186866345" sldId="261"/>
            <ac:spMk id="2" creationId="{9A9E94F4-5C34-7B9F-77EF-30BFE7CE7B32}"/>
          </ac:spMkLst>
        </pc:spChg>
      </pc:sldChg>
      <pc:sldChg chg="modSp mod">
        <pc:chgData name="越智 統" userId="2de33d77-a65a-42d1-92e2-b40da65bb07e" providerId="ADAL" clId="{400EF8CD-DB59-4520-A61C-04DA4AF0DB19}" dt="2026-10-15T02:34:43.695" v="169" actId="20577"/>
        <pc:sldMkLst>
          <pc:docMk/>
          <pc:sldMk cId="1761245448" sldId="262"/>
        </pc:sldMkLst>
        <pc:spChg chg="mod">
          <ac:chgData name="越智 統" userId="2de33d77-a65a-42d1-92e2-b40da65bb07e" providerId="ADAL" clId="{400EF8CD-DB59-4520-A61C-04DA4AF0DB19}" dt="2026-10-15T02:34:43.695" v="169" actId="20577"/>
          <ac:spMkLst>
            <pc:docMk/>
            <pc:sldMk cId="1761245448" sldId="262"/>
            <ac:spMk id="2" creationId="{F13297F6-8EAB-8250-167C-D6BC2AA3F03B}"/>
          </ac:spMkLst>
        </pc:spChg>
        <pc:spChg chg="mod">
          <ac:chgData name="越智 統" userId="2de33d77-a65a-42d1-92e2-b40da65bb07e" providerId="ADAL" clId="{400EF8CD-DB59-4520-A61C-04DA4AF0DB19}" dt="2026-10-15T02:34:34.300" v="146" actId="20577"/>
          <ac:spMkLst>
            <pc:docMk/>
            <pc:sldMk cId="1761245448" sldId="262"/>
            <ac:spMk id="3" creationId="{E699B07D-0D65-B10B-87F5-97B68D445217}"/>
          </ac:spMkLst>
        </pc:spChg>
      </pc:sldChg>
    </pc:docChg>
  </pc:docChgLst>
  <pc:docChgLst>
    <pc:chgData name="越智 統" userId="2de33d77-a65a-42d1-92e2-b40da65bb07e" providerId="ADAL" clId="{97B26ABB-C4E8-42C3-8A44-69517257DADB}"/>
    <pc:docChg chg="undo custSel addSld delSld modSld sldOrd">
      <pc:chgData name="越智 統" userId="2de33d77-a65a-42d1-92e2-b40da65bb07e" providerId="ADAL" clId="{97B26ABB-C4E8-42C3-8A44-69517257DADB}" dt="2026-09-18T04:49:46.667" v="2763" actId="20577"/>
      <pc:docMkLst>
        <pc:docMk/>
      </pc:docMkLst>
      <pc:sldChg chg="modSp mod">
        <pc:chgData name="越智 統" userId="2de33d77-a65a-42d1-92e2-b40da65bb07e" providerId="ADAL" clId="{97B26ABB-C4E8-42C3-8A44-69517257DADB}" dt="2026-09-15T01:18:47.869" v="39" actId="20577"/>
        <pc:sldMkLst>
          <pc:docMk/>
          <pc:sldMk cId="3530105440" sldId="257"/>
        </pc:sldMkLst>
        <pc:spChg chg="mod">
          <ac:chgData name="越智 統" userId="2de33d77-a65a-42d1-92e2-b40da65bb07e" providerId="ADAL" clId="{97B26ABB-C4E8-42C3-8A44-69517257DADB}" dt="2026-09-15T01:18:47.869" v="39" actId="20577"/>
          <ac:spMkLst>
            <pc:docMk/>
            <pc:sldMk cId="3530105440" sldId="257"/>
            <ac:spMk id="3" creationId="{94722087-0370-F109-61D2-90EBB966394F}"/>
          </ac:spMkLst>
        </pc:spChg>
      </pc:sldChg>
      <pc:sldChg chg="modSp new mod">
        <pc:chgData name="越智 統" userId="2de33d77-a65a-42d1-92e2-b40da65bb07e" providerId="ADAL" clId="{97B26ABB-C4E8-42C3-8A44-69517257DADB}" dt="2026-09-18T04:31:10.874" v="2740" actId="20577"/>
        <pc:sldMkLst>
          <pc:docMk/>
          <pc:sldMk cId="648242494" sldId="258"/>
        </pc:sldMkLst>
        <pc:spChg chg="mod">
          <ac:chgData name="越智 統" userId="2de33d77-a65a-42d1-92e2-b40da65bb07e" providerId="ADAL" clId="{97B26ABB-C4E8-42C3-8A44-69517257DADB}" dt="2026-09-15T01:18:59.076" v="42" actId="20577"/>
          <ac:spMkLst>
            <pc:docMk/>
            <pc:sldMk cId="648242494" sldId="258"/>
            <ac:spMk id="2" creationId="{372F936B-CBBB-B56D-1208-E6E88D4FF25D}"/>
          </ac:spMkLst>
        </pc:spChg>
        <pc:spChg chg="mod">
          <ac:chgData name="越智 統" userId="2de33d77-a65a-42d1-92e2-b40da65bb07e" providerId="ADAL" clId="{97B26ABB-C4E8-42C3-8A44-69517257DADB}" dt="2026-09-18T04:31:10.874" v="2740" actId="20577"/>
          <ac:spMkLst>
            <pc:docMk/>
            <pc:sldMk cId="648242494" sldId="258"/>
            <ac:spMk id="3" creationId="{32669644-E9AE-7378-60D0-B7F2F2F370A5}"/>
          </ac:spMkLst>
        </pc:spChg>
      </pc:sldChg>
      <pc:sldChg chg="modSp new mod">
        <pc:chgData name="越智 統" userId="2de33d77-a65a-42d1-92e2-b40da65bb07e" providerId="ADAL" clId="{97B26ABB-C4E8-42C3-8A44-69517257DADB}" dt="2026-09-17T15:17:52.706" v="1300" actId="20577"/>
        <pc:sldMkLst>
          <pc:docMk/>
          <pc:sldMk cId="2386720897" sldId="259"/>
        </pc:sldMkLst>
        <pc:spChg chg="mod">
          <ac:chgData name="越智 統" userId="2de33d77-a65a-42d1-92e2-b40da65bb07e" providerId="ADAL" clId="{97B26ABB-C4E8-42C3-8A44-69517257DADB}" dt="2026-09-15T01:29:51.804" v="561" actId="20577"/>
          <ac:spMkLst>
            <pc:docMk/>
            <pc:sldMk cId="2386720897" sldId="259"/>
            <ac:spMk id="2" creationId="{9257C93D-8DB5-208C-5335-CB78C6DC7EAE}"/>
          </ac:spMkLst>
        </pc:spChg>
        <pc:spChg chg="mod">
          <ac:chgData name="越智 統" userId="2de33d77-a65a-42d1-92e2-b40da65bb07e" providerId="ADAL" clId="{97B26ABB-C4E8-42C3-8A44-69517257DADB}" dt="2026-09-17T15:17:52.706" v="1300" actId="20577"/>
          <ac:spMkLst>
            <pc:docMk/>
            <pc:sldMk cId="2386720897" sldId="259"/>
            <ac:spMk id="3" creationId="{39514B44-F3A2-B278-BC6E-0D141D87CBD4}"/>
          </ac:spMkLst>
        </pc:spChg>
      </pc:sldChg>
      <pc:sldChg chg="modSp new del mod">
        <pc:chgData name="越智 統" userId="2de33d77-a65a-42d1-92e2-b40da65bb07e" providerId="ADAL" clId="{97B26ABB-C4E8-42C3-8A44-69517257DADB}" dt="2026-09-17T15:55:59.414" v="2718" actId="2696"/>
        <pc:sldMkLst>
          <pc:docMk/>
          <pc:sldMk cId="2244841919" sldId="260"/>
        </pc:sldMkLst>
      </pc:sldChg>
      <pc:sldChg chg="modSp new mod ord">
        <pc:chgData name="越智 統" userId="2de33d77-a65a-42d1-92e2-b40da65bb07e" providerId="ADAL" clId="{97B26ABB-C4E8-42C3-8A44-69517257DADB}" dt="2026-09-18T04:49:46.667" v="2763" actId="20577"/>
        <pc:sldMkLst>
          <pc:docMk/>
          <pc:sldMk cId="4186866345" sldId="261"/>
        </pc:sldMkLst>
        <pc:spChg chg="mod">
          <ac:chgData name="越智 統" userId="2de33d77-a65a-42d1-92e2-b40da65bb07e" providerId="ADAL" clId="{97B26ABB-C4E8-42C3-8A44-69517257DADB}" dt="2026-09-17T15:35:19.371" v="1894" actId="20577"/>
          <ac:spMkLst>
            <pc:docMk/>
            <pc:sldMk cId="4186866345" sldId="261"/>
            <ac:spMk id="2" creationId="{9A9E94F4-5C34-7B9F-77EF-30BFE7CE7B32}"/>
          </ac:spMkLst>
        </pc:spChg>
        <pc:spChg chg="mod">
          <ac:chgData name="越智 統" userId="2de33d77-a65a-42d1-92e2-b40da65bb07e" providerId="ADAL" clId="{97B26ABB-C4E8-42C3-8A44-69517257DADB}" dt="2026-09-18T04:49:46.667" v="2763" actId="20577"/>
          <ac:spMkLst>
            <pc:docMk/>
            <pc:sldMk cId="4186866345" sldId="261"/>
            <ac:spMk id="3" creationId="{68FE0679-0F98-7AA8-51D3-9D658BB33CD0}"/>
          </ac:spMkLst>
        </pc:spChg>
      </pc:sldChg>
      <pc:sldChg chg="modSp new mod">
        <pc:chgData name="越智 統" userId="2de33d77-a65a-42d1-92e2-b40da65bb07e" providerId="ADAL" clId="{97B26ABB-C4E8-42C3-8A44-69517257DADB}" dt="2026-09-17T15:54:48.587" v="2715" actId="20577"/>
        <pc:sldMkLst>
          <pc:docMk/>
          <pc:sldMk cId="1761245448" sldId="262"/>
        </pc:sldMkLst>
        <pc:spChg chg="mod">
          <ac:chgData name="越智 統" userId="2de33d77-a65a-42d1-92e2-b40da65bb07e" providerId="ADAL" clId="{97B26ABB-C4E8-42C3-8A44-69517257DADB}" dt="2026-09-17T15:42:52.229" v="2207" actId="20577"/>
          <ac:spMkLst>
            <pc:docMk/>
            <pc:sldMk cId="1761245448" sldId="262"/>
            <ac:spMk id="2" creationId="{F13297F6-8EAB-8250-167C-D6BC2AA3F03B}"/>
          </ac:spMkLst>
        </pc:spChg>
        <pc:spChg chg="mod">
          <ac:chgData name="越智 統" userId="2de33d77-a65a-42d1-92e2-b40da65bb07e" providerId="ADAL" clId="{97B26ABB-C4E8-42C3-8A44-69517257DADB}" dt="2026-09-17T15:54:48.587" v="2715" actId="20577"/>
          <ac:spMkLst>
            <pc:docMk/>
            <pc:sldMk cId="1761245448" sldId="262"/>
            <ac:spMk id="3" creationId="{E699B07D-0D65-B10B-87F5-97B68D445217}"/>
          </ac:spMkLst>
        </pc:spChg>
      </pc:sldChg>
      <pc:sldChg chg="add del">
        <pc:chgData name="越智 統" userId="2de33d77-a65a-42d1-92e2-b40da65bb07e" providerId="ADAL" clId="{97B26ABB-C4E8-42C3-8A44-69517257DADB}" dt="2026-09-17T15:55:51.305" v="2717" actId="2890"/>
        <pc:sldMkLst>
          <pc:docMk/>
          <pc:sldMk cId="1951367297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AD230-6C59-4600-8422-6E5E4772C8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B3426-1340-4905-A5B9-F41445688B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81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426-1340-4905-A5B9-F41445688B9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46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4DEB4-93E2-AE86-E1A2-7045C1912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DCA023-D9E6-B497-51EC-CA7868312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4B30B7-C53D-6D87-D6D3-36762217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6C60F0-405C-5E6F-835A-05753DD4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ED90FD-61ED-E6AD-198A-A417DC77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06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1D1A4-BCEF-E0AC-0F26-13A2DACF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305F24-A781-E916-3C28-E14C4E320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D9B3CA-CC9D-26D6-436A-BFEE2469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550773-F6FB-9F4D-E616-5D3DA775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C8FEAD-7660-DCF5-4E46-69F53C5D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81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F5D6BA-F92F-84E4-35A0-0EF1DD9A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9B2807-732F-AC65-DC66-FC8B63116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99CA7A-F490-26B6-6999-07FD38C5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F6AB31-B2B4-579E-C8E9-DAA0B312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2C7703-1D27-3D53-17EE-E26EBE5A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88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AE21B-B6C1-F44F-5194-4EB0C0FC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7DFD93-3DB9-A951-2CEF-9788A6C92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48D56C-1763-F35E-7251-55D8BE2BD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BD29BB-10FD-E9A6-1943-0839FE72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7CE449-6066-A1CB-4772-22F4766C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A68A48-6C1C-EF26-F937-AF79F638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51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90FC6-5414-8E73-4813-A5D80FFA2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1EFBD5-F467-22FB-07DD-9142B1F6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348191-6792-495F-4A33-E6D1C26D4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7ED3CE-D551-AF3B-5035-4D7335309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8773F6-8041-EE35-8119-B4FEE25EC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263705-2A04-8B5B-EC24-9476E60A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F65625-0852-B896-1FEB-398DC501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E7E938-590F-D025-8B20-171896CA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41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E2E5F-DA2B-D67E-5E02-2A6E3570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EAD7BD-E908-6F1D-EEC8-D050E749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785C9F-EF50-6987-F562-064B487C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2C04BC-8263-9925-1D4A-EB87FE27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1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FF889A-DB20-D78E-E052-5DD12F64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90AA92-D64B-8F2B-A122-A47B45B2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16EEF0-869A-AD25-8D69-23281B2D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14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15FDD-F594-2E52-EB97-6CD1ED7C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50A7F0-221F-3468-63BA-B2AC2275B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576130-BC7A-5BDB-6993-55D2C0454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C0535C-A3F6-7276-79B1-4E08559B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9D0D9D-71AF-7288-E2DD-1E3BA226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8B4B4-EA36-6199-E03C-1902EB4C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26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0D70C-91C1-07AF-7F43-C1EFF17B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B557AB-E420-9B0D-C03F-A9B12759E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D6610E-9602-D9EF-D1CA-23B4C7219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9D1688-D079-BD33-4FA4-2CAD3638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B38A59-39EE-5051-9540-02576F7D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6E3029-C169-AA9B-9B22-64B5406D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39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84361-9D03-0215-3384-F552E3F1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96789E-3644-E850-E538-5FDDC0D13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920618-BE8D-63C0-D700-7423D076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1154F-4D7B-FF06-3404-795495F1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BEAD10-59D7-BB1D-6326-F6FD4475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52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31AF9F-B391-A9C9-8090-CCA79C13D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6DE79F-09DE-4CB0-492D-6EC50F81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83A283-E2C8-AF5F-8D47-2228143D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506586-9934-35B6-05C4-57A8D8AF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92D6C1-D749-67F8-5234-DE3A96B7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64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C3F1A7-577C-6C74-B1EF-2A8165EA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080BAB-C7DC-79FD-4402-4CD289F62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EAC868-63EB-138B-4D3B-E28E35711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3B4FA-B1A1-42CA-852B-C72C39E7D8B3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1697C-DB03-E678-4411-B029F7FDF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C3EA7-05C5-9879-24B0-4BB30753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F7F9E-A542-428E-9F57-0D22FB6AC3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0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5D16A-BA53-EE03-E632-FE8CE65D4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16-20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017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D7F12-9B3E-F2F2-0489-76610CCF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16: </a:t>
            </a:r>
            <a:r>
              <a:rPr kumimoji="1" lang="ja-JP" altLang="en-US" dirty="0"/>
              <a:t>写像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722087-0370-F109-61D2-90EBB9663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写像</a:t>
            </a:r>
            <a:r>
              <a:rPr lang="en-US" altLang="ja-JP" dirty="0"/>
              <a:t> </a:t>
            </a:r>
            <a:r>
              <a:rPr kumimoji="1" lang="en-US" altLang="ja-JP" dirty="0"/>
              <a:t>(1,1)</a:t>
            </a:r>
            <a:r>
              <a:rPr kumimoji="1" lang="ja-JP" altLang="en-US" dirty="0"/>
              <a:t>→</a:t>
            </a:r>
            <a:r>
              <a:rPr kumimoji="1" lang="en-US" altLang="ja-JP" dirty="0"/>
              <a:t>(1,2), (1,2)</a:t>
            </a:r>
            <a:r>
              <a:rPr kumimoji="1" lang="ja-JP" altLang="en-US" dirty="0"/>
              <a:t>→</a:t>
            </a:r>
            <a:r>
              <a:rPr kumimoji="1" lang="en-US" altLang="ja-JP" dirty="0"/>
              <a:t>(2,1), (2,1)</a:t>
            </a:r>
            <a:r>
              <a:rPr kumimoji="1" lang="ja-JP" altLang="en-US" dirty="0"/>
              <a:t>→</a:t>
            </a:r>
            <a:r>
              <a:rPr kumimoji="1" lang="en-US" altLang="ja-JP" dirty="0"/>
              <a:t>(2,2), (2,2)</a:t>
            </a:r>
            <a:r>
              <a:rPr kumimoji="1" lang="ja-JP" altLang="en-US" dirty="0"/>
              <a:t>→</a:t>
            </a:r>
            <a:r>
              <a:rPr kumimoji="1" lang="en-US" altLang="ja-JP" dirty="0"/>
              <a:t>(1,1)</a:t>
            </a:r>
          </a:p>
          <a:p>
            <a:r>
              <a:rPr kumimoji="1" lang="ja-JP" altLang="en-US" dirty="0"/>
              <a:t>変数</a:t>
            </a:r>
            <a:endParaRPr kumimoji="1" lang="en-US" altLang="ja-JP" dirty="0"/>
          </a:p>
          <a:p>
            <a:pPr lvl="1"/>
            <a:r>
              <a:rPr lang="en-US" altLang="ja-JP" dirty="0"/>
              <a:t>I, j: </a:t>
            </a:r>
            <a:r>
              <a:rPr lang="ja-JP" altLang="en-US" dirty="0"/>
              <a:t>カウンタ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写像の法則を探す</a:t>
            </a:r>
            <a:r>
              <a:rPr lang="en-US" altLang="ja-JP" dirty="0"/>
              <a:t>(</a:t>
            </a:r>
            <a:r>
              <a:rPr lang="ja-JP" altLang="en-US" dirty="0"/>
              <a:t>全組み合わせを試す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010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F936B-CBBB-B56D-1208-E6E88D4F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17: </a:t>
            </a:r>
            <a:r>
              <a:rPr kumimoji="1" lang="ja-JP" altLang="en-US" dirty="0"/>
              <a:t>書き分かち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669644-E9AE-7378-60D0-B7F2F2F37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単語に分割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kumimoji="1" lang="en-US" altLang="ja-JP" dirty="0" err="1"/>
              <a:t>idx</a:t>
            </a:r>
            <a:r>
              <a:rPr kumimoji="1" lang="en-US" altLang="ja-JP" dirty="0"/>
              <a:t>: </a:t>
            </a:r>
            <a:r>
              <a:rPr lang="ja-JP" altLang="en-US" dirty="0"/>
              <a:t>引数文字列のインデックス（</a:t>
            </a:r>
            <a:r>
              <a:rPr lang="en-US" altLang="ja-JP" dirty="0"/>
              <a:t>1</a:t>
            </a:r>
            <a:r>
              <a:rPr lang="ja-JP" altLang="en-US" dirty="0"/>
              <a:t>文字ずつ取り出すための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en-US" altLang="ja-JP" dirty="0"/>
              <a:t>i, j: </a:t>
            </a:r>
            <a:r>
              <a:rPr lang="ja-JP" altLang="en-US" dirty="0"/>
              <a:t>分割した単語を入れるための二次元配列のインデックス</a:t>
            </a:r>
            <a:endParaRPr lang="en-US" altLang="ja-JP" dirty="0"/>
          </a:p>
          <a:p>
            <a:pPr lvl="2"/>
            <a:r>
              <a:rPr lang="en-US" altLang="ja-JP" dirty="0"/>
              <a:t>i: </a:t>
            </a:r>
            <a:r>
              <a:rPr lang="ja-JP" altLang="en-US" dirty="0"/>
              <a:t>単語</a:t>
            </a:r>
            <a:r>
              <a:rPr lang="en-US" altLang="ja-JP" dirty="0"/>
              <a:t>,</a:t>
            </a:r>
          </a:p>
          <a:p>
            <a:pPr lvl="2"/>
            <a:r>
              <a:rPr lang="en-US" altLang="ja-JP" dirty="0"/>
              <a:t>j: </a:t>
            </a:r>
            <a:r>
              <a:rPr lang="ja-JP" altLang="en-US" dirty="0"/>
              <a:t>文字</a:t>
            </a:r>
            <a:endParaRPr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en-US" altLang="ja-JP" dirty="0"/>
              <a:t>`</a:t>
            </a:r>
            <a:r>
              <a:rPr lang="en-US" altLang="ja-JP" dirty="0" err="1"/>
              <a:t>i</a:t>
            </a:r>
            <a:r>
              <a:rPr lang="en-US" altLang="ja-JP" dirty="0"/>
              <a:t> </a:t>
            </a:r>
            <a:r>
              <a:rPr lang="ja-JP" altLang="en-US" dirty="0"/>
              <a:t>← </a:t>
            </a:r>
            <a:r>
              <a:rPr lang="en-US" altLang="ja-JP" dirty="0" err="1"/>
              <a:t>i</a:t>
            </a:r>
            <a:r>
              <a:rPr lang="en-US" altLang="ja-JP" dirty="0"/>
              <a:t> + 1; j </a:t>
            </a:r>
            <a:r>
              <a:rPr lang="ja-JP" altLang="en-US" dirty="0"/>
              <a:t>← </a:t>
            </a:r>
            <a:r>
              <a:rPr lang="en-US" altLang="ja-JP" dirty="0"/>
              <a:t>1` </a:t>
            </a:r>
            <a:r>
              <a:rPr lang="ja-JP" altLang="en-US" dirty="0"/>
              <a:t>は、単語の区切りを検知したときの処理</a:t>
            </a:r>
            <a:endParaRPr lang="en-US" altLang="ja-JP" dirty="0"/>
          </a:p>
          <a:p>
            <a:pPr lvl="1"/>
            <a:r>
              <a:rPr kumimoji="1" lang="ja-JP" altLang="en-US" dirty="0"/>
              <a:t>単語の区切りは、スペースとカンマ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824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7C93D-8DB5-208C-5335-CB78C6DC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18: </a:t>
            </a:r>
            <a:r>
              <a:rPr kumimoji="1" lang="ja-JP" altLang="en-US" dirty="0"/>
              <a:t>？？？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514B44-F3A2-B278-BC6E-0D141D87C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？？？（説明とコードに食い違いあり）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kumimoji="1" lang="en-US" altLang="ja-JP" dirty="0"/>
              <a:t>i: </a:t>
            </a:r>
            <a:r>
              <a:rPr kumimoji="1" lang="ja-JP" altLang="en-US" dirty="0"/>
              <a:t>行のカウンタ</a:t>
            </a:r>
            <a:endParaRPr kumimoji="1" lang="en-US" altLang="ja-JP" dirty="0"/>
          </a:p>
          <a:p>
            <a:pPr lvl="1"/>
            <a:r>
              <a:rPr lang="en-US" altLang="ja-JP" dirty="0"/>
              <a:t>j: </a:t>
            </a:r>
            <a:r>
              <a:rPr lang="ja-JP" altLang="en-US" dirty="0"/>
              <a:t>列のカウンタ</a:t>
            </a:r>
            <a:endParaRPr lang="en-US" altLang="ja-JP" dirty="0"/>
          </a:p>
          <a:p>
            <a:pPr lvl="1"/>
            <a:r>
              <a:rPr kumimoji="1" lang="en-US" altLang="ja-JP" dirty="0"/>
              <a:t>k:</a:t>
            </a:r>
            <a:r>
              <a:rPr lang="ja-JP" altLang="en-US" dirty="0"/>
              <a:t>列のカウンタ</a:t>
            </a:r>
            <a:endParaRPr kumimoji="1"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kumimoji="1" lang="ja-JP" altLang="en-US" dirty="0"/>
              <a:t>各行ごとに</a:t>
            </a:r>
            <a:r>
              <a:rPr lang="en-US" altLang="ja-JP" dirty="0"/>
              <a:t>k</a:t>
            </a:r>
            <a:r>
              <a:rPr lang="ja-JP" altLang="en-US" dirty="0"/>
              <a:t>は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(j-1)</a:t>
            </a:r>
            <a:r>
              <a:rPr lang="ja-JP" altLang="en-US" dirty="0"/>
              <a:t> と動き、</a:t>
            </a:r>
            <a:r>
              <a:rPr lang="en-US" altLang="ja-JP" dirty="0"/>
              <a:t>j</a:t>
            </a:r>
            <a:r>
              <a:rPr lang="ja-JP" altLang="en-US" dirty="0"/>
              <a:t>は５～１と動く</a:t>
            </a:r>
            <a:endParaRPr lang="en-US" altLang="ja-JP" dirty="0"/>
          </a:p>
          <a:p>
            <a:pPr lvl="1"/>
            <a:r>
              <a:rPr lang="ja-JP" altLang="en-US" dirty="0"/>
              <a:t>したがって、</a:t>
            </a:r>
            <a:r>
              <a:rPr lang="en-US" altLang="ja-JP" dirty="0"/>
              <a:t>α</a:t>
            </a:r>
            <a:r>
              <a:rPr lang="ja-JP" altLang="en-US" dirty="0"/>
              <a:t>は</a:t>
            </a:r>
            <a:r>
              <a:rPr lang="en-US" altLang="ja-JP" dirty="0"/>
              <a:t>(4+3+2+1)×3</a:t>
            </a:r>
            <a:r>
              <a:rPr lang="ja-JP" altLang="en-US" dirty="0"/>
              <a:t>回実行される</a:t>
            </a:r>
            <a:endParaRPr lang="en-US" altLang="ja-JP" dirty="0"/>
          </a:p>
          <a:p>
            <a:pPr lvl="1"/>
            <a:r>
              <a:rPr lang="ja-JP" altLang="en-US" dirty="0"/>
              <a:t>行数</a:t>
            </a:r>
            <a:r>
              <a:rPr lang="en-US" altLang="ja-JP" dirty="0"/>
              <a:t>row, </a:t>
            </a:r>
            <a:r>
              <a:rPr lang="ja-JP" altLang="en-US" dirty="0"/>
              <a:t>列数</a:t>
            </a:r>
            <a:r>
              <a:rPr lang="en-US" altLang="ja-JP" dirty="0"/>
              <a:t>col </a:t>
            </a:r>
            <a:r>
              <a:rPr lang="ja-JP" altLang="en-US" dirty="0"/>
              <a:t>とすると、これは</a:t>
            </a:r>
            <a:r>
              <a:rPr lang="en-US" altLang="ja-JP" dirty="0"/>
              <a:t>((col-1)+(col-2)+...+1)×row</a:t>
            </a:r>
          </a:p>
          <a:p>
            <a:pPr lvl="1"/>
            <a:r>
              <a:rPr lang="ja-JP" altLang="en-US" dirty="0"/>
              <a:t>そして</a:t>
            </a:r>
            <a:r>
              <a:rPr lang="en-US" altLang="ja-JP" dirty="0"/>
              <a:t>((col-1)+(col-2)+...+1) = col × (col -1) ÷ 2 </a:t>
            </a:r>
            <a:r>
              <a:rPr lang="ja-JP" altLang="en-US" dirty="0"/>
              <a:t>なので</a:t>
            </a:r>
            <a:endParaRPr lang="en-US" altLang="ja-JP" dirty="0"/>
          </a:p>
          <a:p>
            <a:pPr lvl="1"/>
            <a:r>
              <a:rPr lang="ja-JP" altLang="en-US" dirty="0"/>
              <a:t>答えは、</a:t>
            </a:r>
            <a:r>
              <a:rPr lang="en-US" altLang="ja-JP" dirty="0"/>
              <a:t>row × col × (col -1) ÷ 2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672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9E94F4-5C34-7B9F-77EF-30BFE7CE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19: </a:t>
            </a:r>
            <a:r>
              <a:rPr kumimoji="1" lang="ja-JP" altLang="en-US" dirty="0"/>
              <a:t>カエサル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シーザー</a:t>
            </a:r>
            <a:r>
              <a:rPr kumimoji="1" lang="en-US" altLang="ja-JP" dirty="0"/>
              <a:t>)</a:t>
            </a:r>
            <a:r>
              <a:rPr kumimoji="1" lang="ja-JP" altLang="en-US" dirty="0"/>
              <a:t>暗号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FE0679-0F98-7AA8-51D3-9D658BB3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平文を暗号化し、</a:t>
            </a:r>
            <a:r>
              <a:rPr lang="ja-JP" altLang="en-US" dirty="0"/>
              <a:t>復号</a:t>
            </a:r>
            <a:r>
              <a:rPr kumimoji="1" lang="ja-JP" altLang="en-US" dirty="0"/>
              <a:t>キーを返す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平文（入力）側のカウンタ兼インデックス</a:t>
            </a:r>
            <a:endParaRPr lang="en-US" altLang="ja-JP" dirty="0"/>
          </a:p>
          <a:p>
            <a:pPr lvl="1"/>
            <a:r>
              <a:rPr lang="en-US" altLang="ja-JP" dirty="0"/>
              <a:t>n:</a:t>
            </a:r>
            <a:r>
              <a:rPr lang="ja-JP" altLang="en-US" dirty="0"/>
              <a:t>アルファベット上の（ずらした後の）インデックス</a:t>
            </a:r>
            <a:endParaRPr lang="en-US" altLang="ja-JP" dirty="0"/>
          </a:p>
          <a:p>
            <a:pPr lvl="1"/>
            <a:r>
              <a:rPr lang="en-US" altLang="ja-JP" dirty="0" err="1"/>
              <a:t>caesarNum</a:t>
            </a:r>
            <a:r>
              <a:rPr lang="en-US" altLang="ja-JP" dirty="0"/>
              <a:t>: </a:t>
            </a:r>
            <a:r>
              <a:rPr lang="ja-JP" altLang="en-US" dirty="0"/>
              <a:t>復号キー</a:t>
            </a:r>
            <a:r>
              <a:rPr kumimoji="1" lang="ja-JP" altLang="en-US" dirty="0"/>
              <a:t>（いくつずらすか）で、入力文字数</a:t>
            </a:r>
            <a:endParaRPr kumimoji="1"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 err="1"/>
              <a:t>caesarNum</a:t>
            </a:r>
            <a:r>
              <a:rPr lang="ja-JP" altLang="en-US" dirty="0"/>
              <a:t>は「いくつずらすか」を決める数だが、それは入力文字数と等しい</a:t>
            </a:r>
            <a:endParaRPr lang="en-US" altLang="ja-JP" dirty="0"/>
          </a:p>
          <a:p>
            <a:pPr lvl="1"/>
            <a:r>
              <a:rPr lang="en-US" altLang="ja-JP" dirty="0"/>
              <a:t>“BOX”</a:t>
            </a:r>
            <a:r>
              <a:rPr lang="ja-JP" altLang="en-US" dirty="0"/>
              <a:t>は</a:t>
            </a:r>
            <a:r>
              <a:rPr lang="en-US" altLang="ja-JP" dirty="0"/>
              <a:t>3</a:t>
            </a:r>
            <a:r>
              <a:rPr lang="ja-JP" altLang="en-US" dirty="0"/>
              <a:t>文字なので、</a:t>
            </a:r>
            <a:r>
              <a:rPr lang="en-US" altLang="ja-JP" dirty="0"/>
              <a:t>3</a:t>
            </a:r>
            <a:r>
              <a:rPr lang="ja-JP" altLang="en-US" dirty="0"/>
              <a:t>個ずらし、解答群</a:t>
            </a:r>
            <a:r>
              <a:rPr lang="en-US" altLang="ja-JP" dirty="0"/>
              <a:t>b </a:t>
            </a:r>
            <a:r>
              <a:rPr lang="ja-JP" altLang="en-US" dirty="0"/>
              <a:t>と比較する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686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297F6-8EAB-8250-167C-D6BC2AA3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20: </a:t>
            </a:r>
            <a:r>
              <a:rPr kumimoji="1" lang="ja-JP" altLang="en-US" dirty="0"/>
              <a:t>トレース問題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99B07D-0D65-B10B-87F5-97B68D445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不明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out: </a:t>
            </a:r>
            <a:r>
              <a:rPr lang="ja-JP" altLang="en-US" dirty="0"/>
              <a:t>出力する配列（返り値）</a:t>
            </a:r>
            <a:endParaRPr lang="en-US" altLang="ja-JP" dirty="0"/>
          </a:p>
          <a:p>
            <a:pPr lvl="1"/>
            <a:r>
              <a:rPr kumimoji="1" lang="en-US" altLang="ja-JP" dirty="0"/>
              <a:t>i: </a:t>
            </a:r>
            <a:r>
              <a:rPr lang="ja-JP" altLang="en-US" dirty="0"/>
              <a:t>入力をスキャンするためのインデックス兼カウンタ</a:t>
            </a:r>
            <a:endParaRPr lang="en-US" altLang="ja-JP" dirty="0"/>
          </a:p>
          <a:p>
            <a:pPr lvl="1"/>
            <a:r>
              <a:rPr kumimoji="1" lang="en-US" altLang="ja-JP" dirty="0"/>
              <a:t>tail: </a:t>
            </a:r>
            <a:r>
              <a:rPr kumimoji="1" lang="ja-JP" altLang="en-US" dirty="0"/>
              <a:t>出力配列の末尾の要素</a:t>
            </a:r>
            <a:endParaRPr kumimoji="1" lang="en-US" altLang="ja-JP" dirty="0"/>
          </a:p>
          <a:p>
            <a:r>
              <a:rPr kumimoji="1" lang="ja-JP" altLang="en-US" dirty="0"/>
              <a:t>ポイント</a:t>
            </a:r>
            <a:endParaRPr kumimoji="1" lang="en-US" altLang="ja-JP" dirty="0"/>
          </a:p>
          <a:p>
            <a:pPr lvl="1"/>
            <a:r>
              <a:rPr lang="ja-JP" altLang="en-US" dirty="0"/>
              <a:t>トレース問題</a:t>
            </a:r>
            <a:endParaRPr lang="en-US" altLang="ja-JP" dirty="0"/>
          </a:p>
          <a:p>
            <a:pPr lvl="1"/>
            <a:r>
              <a:rPr lang="ja-JP" altLang="en-US" dirty="0"/>
              <a:t>入力配列を先頭から一つずつ取り出し、それを出力配列のその時の末尾と足して、結果を末尾の後ろに追加する</a:t>
            </a:r>
            <a:endParaRPr lang="en-US" altLang="ja-JP" dirty="0"/>
          </a:p>
          <a:p>
            <a:pPr marL="457200" lvl="1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124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412</Words>
  <Application>Microsoft Office PowerPoint</Application>
  <PresentationFormat>ワイド画面</PresentationFormat>
  <Paragraphs>48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16-20</vt:lpstr>
      <vt:lpstr>問16: 写像 </vt:lpstr>
      <vt:lpstr>問17: 書き分かち</vt:lpstr>
      <vt:lpstr>問18: ？？？</vt:lpstr>
      <vt:lpstr>問19: カエサル(シーザー)暗号</vt:lpstr>
      <vt:lpstr>問20: トレース問題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2026-09-15T00:13:19Z</dcterms:created>
  <dcterms:modified xsi:type="dcterms:W3CDTF">2026-10-15T02:34:52Z</dcterms:modified>
</cp:coreProperties>
</file>