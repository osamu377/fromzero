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越智 統" userId="2de33d77-a65a-42d1-92e2-b40da65bb07e" providerId="ADAL" clId="{22F8ED2B-18D2-4601-9F49-FA8E21207138}"/>
    <pc:docChg chg="undo custSel addSld modSld">
      <pc:chgData name="越智 統" userId="2de33d77-a65a-42d1-92e2-b40da65bb07e" providerId="ADAL" clId="{22F8ED2B-18D2-4601-9F49-FA8E21207138}" dt="2026-10-01T03:00:58.470" v="2141" actId="20577"/>
      <pc:docMkLst>
        <pc:docMk/>
      </pc:docMkLst>
      <pc:sldChg chg="modSp mod">
        <pc:chgData name="越智 統" userId="2de33d77-a65a-42d1-92e2-b40da65bb07e" providerId="ADAL" clId="{22F8ED2B-18D2-4601-9F49-FA8E21207138}" dt="2026-09-30T14:09:32.339" v="2087" actId="20577"/>
        <pc:sldMkLst>
          <pc:docMk/>
          <pc:sldMk cId="1381180910" sldId="257"/>
        </pc:sldMkLst>
        <pc:spChg chg="mod">
          <ac:chgData name="越智 統" userId="2de33d77-a65a-42d1-92e2-b40da65bb07e" providerId="ADAL" clId="{22F8ED2B-18D2-4601-9F49-FA8E21207138}" dt="2026-09-30T10:07:48.131" v="6" actId="20577"/>
          <ac:spMkLst>
            <pc:docMk/>
            <pc:sldMk cId="1381180910" sldId="257"/>
            <ac:spMk id="2" creationId="{B968937A-3176-383E-0947-05E92015501B}"/>
          </ac:spMkLst>
        </pc:spChg>
        <pc:spChg chg="mod">
          <ac:chgData name="越智 統" userId="2de33d77-a65a-42d1-92e2-b40da65bb07e" providerId="ADAL" clId="{22F8ED2B-18D2-4601-9F49-FA8E21207138}" dt="2026-09-30T14:09:32.339" v="2087" actId="20577"/>
          <ac:spMkLst>
            <pc:docMk/>
            <pc:sldMk cId="1381180910" sldId="257"/>
            <ac:spMk id="3" creationId="{28D3B1A5-5E5E-CBED-89C4-D967D0BF763A}"/>
          </ac:spMkLst>
        </pc:spChg>
      </pc:sldChg>
      <pc:sldChg chg="modSp add mod">
        <pc:chgData name="越智 統" userId="2de33d77-a65a-42d1-92e2-b40da65bb07e" providerId="ADAL" clId="{22F8ED2B-18D2-4601-9F49-FA8E21207138}" dt="2026-09-30T14:12:14.836" v="2112" actId="20577"/>
        <pc:sldMkLst>
          <pc:docMk/>
          <pc:sldMk cId="3744609821" sldId="258"/>
        </pc:sldMkLst>
        <pc:spChg chg="mod">
          <ac:chgData name="越智 統" userId="2de33d77-a65a-42d1-92e2-b40da65bb07e" providerId="ADAL" clId="{22F8ED2B-18D2-4601-9F49-FA8E21207138}" dt="2026-09-30T10:09:07.475" v="12" actId="20577"/>
          <ac:spMkLst>
            <pc:docMk/>
            <pc:sldMk cId="3744609821" sldId="258"/>
            <ac:spMk id="2" creationId="{D048EBCD-4034-B7BA-617D-CA1001E23782}"/>
          </ac:spMkLst>
        </pc:spChg>
        <pc:spChg chg="mod">
          <ac:chgData name="越智 統" userId="2de33d77-a65a-42d1-92e2-b40da65bb07e" providerId="ADAL" clId="{22F8ED2B-18D2-4601-9F49-FA8E21207138}" dt="2026-09-30T14:12:14.836" v="2112" actId="20577"/>
          <ac:spMkLst>
            <pc:docMk/>
            <pc:sldMk cId="3744609821" sldId="258"/>
            <ac:spMk id="3" creationId="{C834614B-78FA-B9FF-AA48-91D9EB06D5B3}"/>
          </ac:spMkLst>
        </pc:spChg>
      </pc:sldChg>
      <pc:sldChg chg="modSp add mod">
        <pc:chgData name="越智 統" userId="2de33d77-a65a-42d1-92e2-b40da65bb07e" providerId="ADAL" clId="{22F8ED2B-18D2-4601-9F49-FA8E21207138}" dt="2026-10-01T02:59:30.140" v="2138" actId="5793"/>
        <pc:sldMkLst>
          <pc:docMk/>
          <pc:sldMk cId="1708065229" sldId="259"/>
        </pc:sldMkLst>
        <pc:spChg chg="mod">
          <ac:chgData name="越智 統" userId="2de33d77-a65a-42d1-92e2-b40da65bb07e" providerId="ADAL" clId="{22F8ED2B-18D2-4601-9F49-FA8E21207138}" dt="2026-09-30T10:09:11.663" v="14" actId="20577"/>
          <ac:spMkLst>
            <pc:docMk/>
            <pc:sldMk cId="1708065229" sldId="259"/>
            <ac:spMk id="2" creationId="{2AB57BEC-6746-2E08-7CAB-7795EE265F62}"/>
          </ac:spMkLst>
        </pc:spChg>
        <pc:spChg chg="mod">
          <ac:chgData name="越智 統" userId="2de33d77-a65a-42d1-92e2-b40da65bb07e" providerId="ADAL" clId="{22F8ED2B-18D2-4601-9F49-FA8E21207138}" dt="2026-10-01T02:59:30.140" v="2138" actId="5793"/>
          <ac:spMkLst>
            <pc:docMk/>
            <pc:sldMk cId="1708065229" sldId="259"/>
            <ac:spMk id="3" creationId="{457F61DD-E845-4F23-551A-54C1CF98CAC2}"/>
          </ac:spMkLst>
        </pc:spChg>
      </pc:sldChg>
      <pc:sldChg chg="modSp add mod">
        <pc:chgData name="越智 統" userId="2de33d77-a65a-42d1-92e2-b40da65bb07e" providerId="ADAL" clId="{22F8ED2B-18D2-4601-9F49-FA8E21207138}" dt="2026-10-01T03:00:58.470" v="2141" actId="20577"/>
        <pc:sldMkLst>
          <pc:docMk/>
          <pc:sldMk cId="726733351" sldId="260"/>
        </pc:sldMkLst>
        <pc:spChg chg="mod">
          <ac:chgData name="越智 統" userId="2de33d77-a65a-42d1-92e2-b40da65bb07e" providerId="ADAL" clId="{22F8ED2B-18D2-4601-9F49-FA8E21207138}" dt="2026-09-30T10:09:16.098" v="16" actId="20577"/>
          <ac:spMkLst>
            <pc:docMk/>
            <pc:sldMk cId="726733351" sldId="260"/>
            <ac:spMk id="2" creationId="{5FE03257-FFC7-2DBD-BE0D-CBFCA97122A9}"/>
          </ac:spMkLst>
        </pc:spChg>
        <pc:spChg chg="mod">
          <ac:chgData name="越智 統" userId="2de33d77-a65a-42d1-92e2-b40da65bb07e" providerId="ADAL" clId="{22F8ED2B-18D2-4601-9F49-FA8E21207138}" dt="2026-10-01T03:00:58.470" v="2141" actId="20577"/>
          <ac:spMkLst>
            <pc:docMk/>
            <pc:sldMk cId="726733351" sldId="260"/>
            <ac:spMk id="3" creationId="{824375A6-D6CB-3A70-FAAC-B64BEC2B3C8D}"/>
          </ac:spMkLst>
        </pc:spChg>
      </pc:sldChg>
      <pc:sldChg chg="addSp modSp add mod">
        <pc:chgData name="越智 統" userId="2de33d77-a65a-42d1-92e2-b40da65bb07e" providerId="ADAL" clId="{22F8ED2B-18D2-4601-9F49-FA8E21207138}" dt="2026-09-30T14:08:32.132" v="2075" actId="20577"/>
        <pc:sldMkLst>
          <pc:docMk/>
          <pc:sldMk cId="4182950463" sldId="261"/>
        </pc:sldMkLst>
        <pc:spChg chg="mod">
          <ac:chgData name="越智 統" userId="2de33d77-a65a-42d1-92e2-b40da65bb07e" providerId="ADAL" clId="{22F8ED2B-18D2-4601-9F49-FA8E21207138}" dt="2026-09-30T10:09:20.412" v="20" actId="20577"/>
          <ac:spMkLst>
            <pc:docMk/>
            <pc:sldMk cId="4182950463" sldId="261"/>
            <ac:spMk id="2" creationId="{3CD92476-9077-3C49-91BA-34D05D1CBB55}"/>
          </ac:spMkLst>
        </pc:spChg>
        <pc:spChg chg="mod">
          <ac:chgData name="越智 統" userId="2de33d77-a65a-42d1-92e2-b40da65bb07e" providerId="ADAL" clId="{22F8ED2B-18D2-4601-9F49-FA8E21207138}" dt="2026-09-30T14:08:32.132" v="2075" actId="20577"/>
          <ac:spMkLst>
            <pc:docMk/>
            <pc:sldMk cId="4182950463" sldId="261"/>
            <ac:spMk id="3" creationId="{3F1673BF-A543-E6C2-3CCB-832F3F7C8C84}"/>
          </ac:spMkLst>
        </pc:spChg>
      </pc:sldChg>
    </pc:docChg>
  </pc:docChgLst>
  <pc:docChgLst>
    <pc:chgData name="越智 統" userId="2de33d77-a65a-42d1-92e2-b40da65bb07e" providerId="ADAL" clId="{CC672AF0-535E-4CC8-9DE5-927F74B7A99E}"/>
    <pc:docChg chg="modSld">
      <pc:chgData name="越智 統" userId="2de33d77-a65a-42d1-92e2-b40da65bb07e" providerId="ADAL" clId="{CC672AF0-535E-4CC8-9DE5-927F74B7A99E}" dt="2026-10-15T02:54:56.689" v="119" actId="20577"/>
      <pc:docMkLst>
        <pc:docMk/>
      </pc:docMkLst>
      <pc:sldChg chg="modSp mod">
        <pc:chgData name="越智 統" userId="2de33d77-a65a-42d1-92e2-b40da65bb07e" providerId="ADAL" clId="{CC672AF0-535E-4CC8-9DE5-927F74B7A99E}" dt="2026-10-15T02:53:43.908" v="4" actId="20577"/>
        <pc:sldMkLst>
          <pc:docMk/>
          <pc:sldMk cId="726608565" sldId="256"/>
        </pc:sldMkLst>
        <pc:spChg chg="mod">
          <ac:chgData name="越智 統" userId="2de33d77-a65a-42d1-92e2-b40da65bb07e" providerId="ADAL" clId="{CC672AF0-535E-4CC8-9DE5-927F74B7A99E}" dt="2026-10-15T02:53:43.908" v="4" actId="20577"/>
          <ac:spMkLst>
            <pc:docMk/>
            <pc:sldMk cId="726608565" sldId="256"/>
            <ac:spMk id="2" creationId="{23C95CAC-6E1E-1182-775A-A0DF8C1D0E55}"/>
          </ac:spMkLst>
        </pc:spChg>
      </pc:sldChg>
      <pc:sldChg chg="modSp mod">
        <pc:chgData name="越智 統" userId="2de33d77-a65a-42d1-92e2-b40da65bb07e" providerId="ADAL" clId="{CC672AF0-535E-4CC8-9DE5-927F74B7A99E}" dt="2026-10-15T02:54:24.305" v="61" actId="20577"/>
        <pc:sldMkLst>
          <pc:docMk/>
          <pc:sldMk cId="1381180910" sldId="257"/>
        </pc:sldMkLst>
        <pc:spChg chg="mod">
          <ac:chgData name="越智 統" userId="2de33d77-a65a-42d1-92e2-b40da65bb07e" providerId="ADAL" clId="{CC672AF0-535E-4CC8-9DE5-927F74B7A99E}" dt="2026-10-15T02:54:24.305" v="61" actId="20577"/>
          <ac:spMkLst>
            <pc:docMk/>
            <pc:sldMk cId="1381180910" sldId="257"/>
            <ac:spMk id="2" creationId="{B968937A-3176-383E-0947-05E92015501B}"/>
          </ac:spMkLst>
        </pc:spChg>
      </pc:sldChg>
      <pc:sldChg chg="modSp mod">
        <pc:chgData name="越智 統" userId="2de33d77-a65a-42d1-92e2-b40da65bb07e" providerId="ADAL" clId="{CC672AF0-535E-4CC8-9DE5-927F74B7A99E}" dt="2026-10-15T02:54:33.716" v="79" actId="20577"/>
        <pc:sldMkLst>
          <pc:docMk/>
          <pc:sldMk cId="3744609821" sldId="258"/>
        </pc:sldMkLst>
        <pc:spChg chg="mod">
          <ac:chgData name="越智 統" userId="2de33d77-a65a-42d1-92e2-b40da65bb07e" providerId="ADAL" clId="{CC672AF0-535E-4CC8-9DE5-927F74B7A99E}" dt="2026-10-15T02:54:33.716" v="79" actId="20577"/>
          <ac:spMkLst>
            <pc:docMk/>
            <pc:sldMk cId="3744609821" sldId="258"/>
            <ac:spMk id="2" creationId="{D048EBCD-4034-B7BA-617D-CA1001E23782}"/>
          </ac:spMkLst>
        </pc:spChg>
      </pc:sldChg>
      <pc:sldChg chg="modSp mod">
        <pc:chgData name="越智 統" userId="2de33d77-a65a-42d1-92e2-b40da65bb07e" providerId="ADAL" clId="{CC672AF0-535E-4CC8-9DE5-927F74B7A99E}" dt="2026-10-15T02:54:42.751" v="90" actId="20577"/>
        <pc:sldMkLst>
          <pc:docMk/>
          <pc:sldMk cId="1708065229" sldId="259"/>
        </pc:sldMkLst>
        <pc:spChg chg="mod">
          <ac:chgData name="越智 統" userId="2de33d77-a65a-42d1-92e2-b40da65bb07e" providerId="ADAL" clId="{CC672AF0-535E-4CC8-9DE5-927F74B7A99E}" dt="2026-10-15T02:54:42.751" v="90" actId="20577"/>
          <ac:spMkLst>
            <pc:docMk/>
            <pc:sldMk cId="1708065229" sldId="259"/>
            <ac:spMk id="2" creationId="{2AB57BEC-6746-2E08-7CAB-7795EE265F62}"/>
          </ac:spMkLst>
        </pc:spChg>
      </pc:sldChg>
      <pc:sldChg chg="modSp mod">
        <pc:chgData name="越智 統" userId="2de33d77-a65a-42d1-92e2-b40da65bb07e" providerId="ADAL" clId="{CC672AF0-535E-4CC8-9DE5-927F74B7A99E}" dt="2026-10-15T02:54:48.916" v="99" actId="20577"/>
        <pc:sldMkLst>
          <pc:docMk/>
          <pc:sldMk cId="726733351" sldId="260"/>
        </pc:sldMkLst>
        <pc:spChg chg="mod">
          <ac:chgData name="越智 統" userId="2de33d77-a65a-42d1-92e2-b40da65bb07e" providerId="ADAL" clId="{CC672AF0-535E-4CC8-9DE5-927F74B7A99E}" dt="2026-10-15T02:54:48.916" v="99" actId="20577"/>
          <ac:spMkLst>
            <pc:docMk/>
            <pc:sldMk cId="726733351" sldId="260"/>
            <ac:spMk id="2" creationId="{5FE03257-FFC7-2DBD-BE0D-CBFCA97122A9}"/>
          </ac:spMkLst>
        </pc:spChg>
      </pc:sldChg>
      <pc:sldChg chg="modSp mod">
        <pc:chgData name="越智 統" userId="2de33d77-a65a-42d1-92e2-b40da65bb07e" providerId="ADAL" clId="{CC672AF0-535E-4CC8-9DE5-927F74B7A99E}" dt="2026-10-15T02:54:56.689" v="119" actId="20577"/>
        <pc:sldMkLst>
          <pc:docMk/>
          <pc:sldMk cId="4182950463" sldId="261"/>
        </pc:sldMkLst>
        <pc:spChg chg="mod">
          <ac:chgData name="越智 統" userId="2de33d77-a65a-42d1-92e2-b40da65bb07e" providerId="ADAL" clId="{CC672AF0-535E-4CC8-9DE5-927F74B7A99E}" dt="2026-10-15T02:54:56.689" v="119" actId="20577"/>
          <ac:spMkLst>
            <pc:docMk/>
            <pc:sldMk cId="4182950463" sldId="261"/>
            <ac:spMk id="2" creationId="{3CD92476-9077-3C49-91BA-34D05D1CBB5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164BC2-A76A-1BD9-FA61-AD5DCA442C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B78824D-F5FD-8069-4D9B-C4317298B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7BCCD3-1065-A89D-7B1E-04DDF2F62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F326BE-3695-0CB8-9A57-437F943B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D9ECB0F-6978-E933-BAA3-3A2FA90F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623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6E33FC-E91B-082F-4E14-906C45C1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67BF6F-B1A2-9E3E-4263-F6DAC7F6A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2DB40B-D2EC-3F5E-EE2C-63829593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4FDF07-732D-28C5-4899-8FB72AFE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A57F97-CC07-CD11-7A33-95C77D325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796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142B36-5146-3239-2756-D6E12BB43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66CBA6-C969-021A-EF52-90B0F18A7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A5D43F-EAE1-D8C8-E2CA-818B484E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3DEFC6-6BC9-54F8-1211-E2C0E89DD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E875D3-2DD6-C5E9-AB38-CBD92E34F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042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8EEE8-DF97-C005-0106-DA3CCA26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F9BC2F-BFED-6F8D-D7AA-7CD2927AC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7410F29-EBFD-F8A7-872E-2F4BD177A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8451B2-37D1-A386-64D1-7AF70227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63E041-D724-E861-674E-4B709B9D6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9CB1E4-7E07-FA6D-9F6A-9C405E80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8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966285-CAF1-B9D7-1C32-E282EC9E9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593EE2-3A0E-A186-132C-4D9D580AC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FE1335E-BA2D-FC81-6FDD-0EE9BFEAB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7E6FAE2-EA88-2EC3-72F8-4C6797CFC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093A24C-AEB2-6212-B2C9-D04F999E7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943AAA-B1D5-1BC1-BE6F-D7E467354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F75FE4-3015-76F8-DDF9-C67F789E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E20D63-6D11-B4B2-EEE2-91211D29D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71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15FE54-404C-3EEE-275D-B79DC0EC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87D02BF-8A5B-F891-1D2A-C977F917E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8A935C1-7105-CFF1-0B3B-20545A52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CBA4484-4E91-9152-4572-066420A8A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46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8651E64-077A-76D8-3CC8-0DC4BC45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AD5E5B5-4ED2-F814-9986-F61EA6D0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088F87-9FF1-6757-896D-87F5584D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674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344F6B-695A-177F-1715-EE4F509F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CCF376A-4D4E-3A2B-0788-0B1ABC519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FBB17A-FD18-BC2A-041C-B4D95D643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61605B-7EAD-27C4-EE4F-48A14F0BD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EC1C78C-1087-D65B-7EAA-31D19399F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619E3FC-A5E6-45AE-C5C3-F87979C4D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696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7EDD65-9E51-817A-4102-DE23CDA6D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B2F5C56-E84E-592D-E74A-A53960B1A7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14D05CF-297A-441F-2054-8817CC88D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7B4D74-6FFD-F33D-31EF-7182819E2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0D9887-777C-DC4C-C955-D648EBC1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DAB73C-AB40-84EE-7A8B-41B5D665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688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3C17E2-77D0-3E57-CD96-8598A3C78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AE9970A-26D2-3B25-40E6-7FA74BAB5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E77962-2E98-25E1-E6F7-E1AECEE2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B8B335C-973B-2370-84A3-C2919C2A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6726A8-0917-1921-9FCB-56A84A04F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1588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F90FFD-24B7-398B-0910-438210307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8498D46-1E85-6F39-FEAE-96425F5BE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62FFD5-E381-23BB-BB1A-9315AC243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ABAFC4-AC44-1D0F-37C2-67B3120E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0A59D5-2DFD-D620-653C-51B46A4BA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568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3B94870-B49A-AE83-CC75-5F6FA1F6A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5D749C-D6E0-092E-18BC-2C6AFD703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32D86D-B3D5-EF5A-2526-310B6905A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FFEB1-BB62-4BC8-914B-D89CCFAA158A}" type="datetimeFigureOut">
              <a:rPr kumimoji="1" lang="ja-JP" altLang="en-US" smtClean="0"/>
              <a:t>2026/10/15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091E5C-502B-FE3A-CBB2-C780BFF36D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1AAA8B-68A7-591C-167D-EA2BE5EC11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EE35F-2D32-4CDF-8863-018222313E3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29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C95CAC-6E1E-1182-775A-A0DF8C1D0E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26-30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CAA3B70-5BE4-1026-A160-1B8B076CE9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660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68937A-3176-383E-0947-05E920155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26: </a:t>
            </a:r>
            <a:r>
              <a:rPr kumimoji="1" lang="ja-JP" altLang="en-US" dirty="0"/>
              <a:t>文字列と実数の変換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8D3B1A5-5E5E-CBED-89C4-D967D0BF7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文字列型の実数を実数型の数値に変換する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real: </a:t>
            </a:r>
            <a:r>
              <a:rPr lang="ja-JP" altLang="en-US" dirty="0"/>
              <a:t>文字列を実数型に変換した結果</a:t>
            </a:r>
            <a:endParaRPr lang="en-US" altLang="ja-JP" dirty="0"/>
          </a:p>
          <a:p>
            <a:pPr lvl="1"/>
            <a:r>
              <a:rPr lang="en-US" altLang="ja-JP" dirty="0" err="1"/>
              <a:t>cnt</a:t>
            </a:r>
            <a:r>
              <a:rPr lang="en-US" altLang="ja-JP" dirty="0"/>
              <a:t>: </a:t>
            </a:r>
            <a:r>
              <a:rPr lang="ja-JP" altLang="en-US" dirty="0"/>
              <a:t>小数点以下の桁を逆数で表す</a:t>
            </a:r>
            <a:r>
              <a:rPr lang="en-US" altLang="ja-JP" dirty="0"/>
              <a:t>(0.1</a:t>
            </a:r>
            <a:r>
              <a:rPr lang="ja-JP" altLang="en-US" dirty="0"/>
              <a:t>の桁は</a:t>
            </a:r>
            <a:r>
              <a:rPr lang="en-US" altLang="ja-JP" dirty="0"/>
              <a:t>10, 0.01</a:t>
            </a:r>
            <a:r>
              <a:rPr lang="ja-JP" altLang="en-US" dirty="0"/>
              <a:t>の桁は</a:t>
            </a:r>
            <a:r>
              <a:rPr lang="en-US" altLang="ja-JP" dirty="0"/>
              <a:t>100)</a:t>
            </a:r>
          </a:p>
          <a:p>
            <a:pPr lvl="1"/>
            <a:r>
              <a:rPr lang="en-US" altLang="ja-JP" dirty="0" err="1"/>
              <a:t>tmp</a:t>
            </a:r>
            <a:r>
              <a:rPr lang="en-US" altLang="ja-JP" dirty="0"/>
              <a:t>: </a:t>
            </a:r>
            <a:r>
              <a:rPr lang="ja-JP" altLang="en-US" dirty="0"/>
              <a:t>文字列から順に取り出した</a:t>
            </a:r>
            <a:r>
              <a:rPr lang="en-US" altLang="ja-JP" dirty="0"/>
              <a:t>1</a:t>
            </a:r>
            <a:r>
              <a:rPr lang="ja-JP" altLang="en-US" dirty="0"/>
              <a:t>文字を整数に変換したもの</a:t>
            </a:r>
            <a:endParaRPr lang="en-US" altLang="ja-JP" dirty="0"/>
          </a:p>
          <a:p>
            <a:r>
              <a:rPr lang="en-US" altLang="ja-JP" dirty="0"/>
              <a:t>for</a:t>
            </a:r>
            <a:r>
              <a:rPr lang="ja-JP" altLang="en-US" dirty="0"/>
              <a:t>ループ</a:t>
            </a:r>
            <a:endParaRPr lang="en-US" altLang="ja-JP" dirty="0"/>
          </a:p>
          <a:p>
            <a:pPr lvl="1"/>
            <a:r>
              <a:rPr lang="en-US" altLang="ja-JP" dirty="0"/>
              <a:t>1</a:t>
            </a:r>
            <a:r>
              <a:rPr lang="ja-JP" altLang="en-US" dirty="0"/>
              <a:t>文字ずつ取り出して、それ以前の数を</a:t>
            </a:r>
            <a:r>
              <a:rPr lang="en-US" altLang="ja-JP" dirty="0"/>
              <a:t>×10</a:t>
            </a:r>
            <a:r>
              <a:rPr lang="ja-JP" altLang="en-US" dirty="0"/>
              <a:t>したものに＋</a:t>
            </a:r>
            <a:endParaRPr lang="en-US" altLang="ja-JP" dirty="0"/>
          </a:p>
          <a:p>
            <a:pPr lvl="1"/>
            <a:r>
              <a:rPr lang="en-US" altLang="ja-JP" dirty="0" err="1"/>
              <a:t>cnt</a:t>
            </a:r>
            <a:r>
              <a:rPr lang="ja-JP" altLang="en-US" dirty="0"/>
              <a:t>に小数点以下の桁を、逆数で表したものを入れる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en-US" altLang="ja-JP" dirty="0" err="1"/>
              <a:t>cnt</a:t>
            </a:r>
            <a:r>
              <a:rPr lang="ja-JP" altLang="en-US" dirty="0"/>
              <a:t>は逆数なので、最後に割り算して、桁合わせ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8118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F1316-B8D8-DDB3-7392-8852759E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48EBCD-4034-B7BA-617D-CA1001E2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27: </a:t>
            </a:r>
            <a:r>
              <a:rPr kumimoji="1" lang="ja-JP" altLang="en-US" dirty="0"/>
              <a:t>素因数分解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34614B-78FA-B9FF-AA48-91D9EB06D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素因数分解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カウンタ兼、素因数候補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dirty="0"/>
              <a:t>割り切れたら素因数</a:t>
            </a:r>
            <a:endParaRPr lang="en-US" altLang="ja-JP" dirty="0"/>
          </a:p>
          <a:p>
            <a:pPr lvl="1"/>
            <a:r>
              <a:rPr lang="ja-JP" altLang="en-US" dirty="0"/>
              <a:t>一つの素因数で割り切れるうちは、何回でも同じ素因数で割る</a:t>
            </a:r>
            <a:endParaRPr lang="en-US" altLang="ja-JP" dirty="0"/>
          </a:p>
          <a:p>
            <a:pPr lvl="1"/>
            <a:r>
              <a:rPr lang="en-US" altLang="ja-JP" dirty="0" err="1"/>
              <a:t>i</a:t>
            </a:r>
            <a:r>
              <a:rPr lang="ja-JP" altLang="en-US" dirty="0"/>
              <a:t>が素数でなければ、</a:t>
            </a:r>
            <a:r>
              <a:rPr lang="en-US" altLang="ja-JP" dirty="0" err="1"/>
              <a:t>i</a:t>
            </a:r>
            <a:r>
              <a:rPr lang="ja-JP" altLang="en-US" dirty="0"/>
              <a:t>の素因数ですでに割りつくしているので、割り切れない（</a:t>
            </a:r>
            <a:r>
              <a:rPr lang="en-US" altLang="ja-JP" dirty="0" err="1"/>
              <a:t>i</a:t>
            </a:r>
            <a:r>
              <a:rPr lang="ja-JP" altLang="en-US" dirty="0"/>
              <a:t>が</a:t>
            </a:r>
            <a:r>
              <a:rPr lang="en-US" altLang="ja-JP" dirty="0"/>
              <a:t>4</a:t>
            </a:r>
            <a:r>
              <a:rPr lang="ja-JP" altLang="en-US" dirty="0"/>
              <a:t>であれば、すでに</a:t>
            </a:r>
            <a:r>
              <a:rPr lang="en-US" altLang="ja-JP" dirty="0"/>
              <a:t>2</a:t>
            </a:r>
            <a:r>
              <a:rPr lang="ja-JP" altLang="en-US" dirty="0"/>
              <a:t>で割れるだけ割っているので、もう割り切れない）</a:t>
            </a:r>
            <a:endParaRPr lang="en-US" altLang="ja-JP" dirty="0"/>
          </a:p>
          <a:p>
            <a:pPr lvl="1"/>
            <a:r>
              <a:rPr lang="ja-JP" altLang="en-US" dirty="0"/>
              <a:t>割り算を繰り返す処理なので、最後は</a:t>
            </a:r>
            <a:r>
              <a:rPr lang="en-US" altLang="ja-JP" dirty="0"/>
              <a:t>0</a:t>
            </a:r>
            <a:r>
              <a:rPr lang="ja-JP" altLang="en-US" dirty="0"/>
              <a:t>でなく</a:t>
            </a:r>
            <a:r>
              <a:rPr lang="en-US" altLang="ja-JP" dirty="0"/>
              <a:t>1</a:t>
            </a:r>
            <a:r>
              <a:rPr lang="ja-JP" altLang="en-US" dirty="0"/>
              <a:t>になる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4460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7BA90-58E3-0372-4BD9-1761A97E6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B57BEC-6746-2E08-7CAB-7795EE265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28: </a:t>
            </a:r>
            <a:r>
              <a:rPr kumimoji="1" lang="ja-JP" altLang="en-US" dirty="0"/>
              <a:t>約数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7F61DD-E845-4F23-551A-54C1CF98C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すべての約数を求める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/>
              <a:t>f: </a:t>
            </a:r>
            <a:r>
              <a:rPr lang="ja-JP" altLang="en-US" dirty="0"/>
              <a:t>カウンタ兼、約数候補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dirty="0"/>
              <a:t>自然数</a:t>
            </a:r>
            <a:r>
              <a:rPr lang="en-US" altLang="ja-JP" dirty="0"/>
              <a:t>num</a:t>
            </a:r>
            <a:r>
              <a:rPr lang="ja-JP" altLang="en-US" dirty="0"/>
              <a:t>自身も</a:t>
            </a:r>
            <a:r>
              <a:rPr lang="en-US" altLang="ja-JP" dirty="0"/>
              <a:t>num</a:t>
            </a:r>
            <a:r>
              <a:rPr lang="ja-JP" altLang="en-US" dirty="0"/>
              <a:t>の約数に含まれる（ので、最後に戻り値の配列に加える）</a:t>
            </a:r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806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D2D2D-20BB-EDEF-8A57-7A0F3E2F8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E03257-FFC7-2DBD-BE0D-CBFCA9712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kumimoji="1" lang="en-US" altLang="ja-JP" dirty="0"/>
              <a:t>29: </a:t>
            </a:r>
            <a:r>
              <a:rPr kumimoji="1" lang="ja-JP" altLang="en-US" dirty="0"/>
              <a:t>素数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24375A6-D6CB-3A70-FAAC-B64BEC2B3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与えられた整数以下のすべての素数を配列にする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 err="1"/>
              <a:t>pnList</a:t>
            </a:r>
            <a:r>
              <a:rPr lang="en-US" altLang="ja-JP" dirty="0"/>
              <a:t>:</a:t>
            </a:r>
            <a:r>
              <a:rPr kumimoji="1" lang="ja-JP" altLang="en-US" dirty="0"/>
              <a:t>与えられた整数以下のすべての素数の配列</a:t>
            </a:r>
            <a:endParaRPr kumimoji="1" lang="en-US" altLang="ja-JP" dirty="0"/>
          </a:p>
          <a:p>
            <a:pPr lvl="1"/>
            <a:r>
              <a:rPr lang="en-US" altLang="ja-JP" dirty="0"/>
              <a:t>i: </a:t>
            </a:r>
            <a:r>
              <a:rPr lang="ja-JP" altLang="en-US" dirty="0"/>
              <a:t>外ループのカウンタ兼、素数候補</a:t>
            </a:r>
            <a:endParaRPr lang="en-US" altLang="ja-JP" dirty="0"/>
          </a:p>
          <a:p>
            <a:pPr lvl="1"/>
            <a:r>
              <a:rPr lang="en-US" altLang="ja-JP" dirty="0"/>
              <a:t>j: </a:t>
            </a:r>
            <a:r>
              <a:rPr lang="ja-JP" altLang="en-US" dirty="0"/>
              <a:t>内ループのカウンタ兼、</a:t>
            </a:r>
            <a:r>
              <a:rPr lang="en-US" altLang="ja-JP" dirty="0" err="1"/>
              <a:t>i</a:t>
            </a:r>
            <a:r>
              <a:rPr lang="ja-JP" altLang="en-US" dirty="0"/>
              <a:t>が素数であるかを判別するために、</a:t>
            </a:r>
            <a:r>
              <a:rPr lang="en-US" altLang="ja-JP" dirty="0" err="1"/>
              <a:t>i</a:t>
            </a:r>
            <a:r>
              <a:rPr lang="ja-JP" altLang="en-US" dirty="0"/>
              <a:t>を割り算する数</a:t>
            </a:r>
            <a:endParaRPr lang="en-US" altLang="ja-JP" dirty="0"/>
          </a:p>
          <a:p>
            <a:pPr lvl="1"/>
            <a:r>
              <a:rPr lang="en-US" altLang="ja-JP" dirty="0" err="1"/>
              <a:t>divideFlag</a:t>
            </a:r>
            <a:r>
              <a:rPr lang="en-US" altLang="ja-JP" dirty="0"/>
              <a:t>: </a:t>
            </a:r>
            <a:r>
              <a:rPr lang="en-US" altLang="ja-JP" dirty="0" err="1"/>
              <a:t>i</a:t>
            </a:r>
            <a:r>
              <a:rPr lang="ja-JP" altLang="en-US" dirty="0"/>
              <a:t>が</a:t>
            </a:r>
            <a:r>
              <a:rPr lang="en-US" altLang="ja-JP" dirty="0"/>
              <a:t>j</a:t>
            </a:r>
            <a:r>
              <a:rPr lang="ja-JP" altLang="en-US" dirty="0"/>
              <a:t>で割り切れるかを示すフラグ</a:t>
            </a:r>
            <a:r>
              <a:rPr lang="en-US" altLang="ja-JP" dirty="0"/>
              <a:t>(</a:t>
            </a:r>
            <a:r>
              <a:rPr lang="ja-JP" altLang="en-US" dirty="0"/>
              <a:t>割り切れるとき</a:t>
            </a:r>
            <a:r>
              <a:rPr lang="en-US" altLang="ja-JP" dirty="0"/>
              <a:t>false)</a:t>
            </a:r>
          </a:p>
          <a:p>
            <a:r>
              <a:rPr lang="ja-JP" altLang="en-US"/>
              <a:t>ポイント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26733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51A3-AE37-6622-4D1E-A0C22A81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D92476-9077-3C49-91BA-34D05D1CB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問</a:t>
            </a:r>
            <a:r>
              <a:rPr lang="en-US" altLang="ja-JP" dirty="0"/>
              <a:t>30: </a:t>
            </a:r>
            <a:r>
              <a:rPr lang="ja-JP" altLang="en-US"/>
              <a:t>最大公約数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1673BF-A543-E6C2-3CCB-832F3F7C8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与えられた二つの自然数の最大公約数</a:t>
            </a:r>
            <a:endParaRPr kumimoji="1" lang="en-US" altLang="ja-JP" dirty="0"/>
          </a:p>
          <a:p>
            <a:r>
              <a:rPr lang="ja-JP" altLang="en-US" dirty="0"/>
              <a:t>変数</a:t>
            </a:r>
            <a:endParaRPr lang="en-US" altLang="ja-JP" dirty="0"/>
          </a:p>
          <a:p>
            <a:pPr lvl="1"/>
            <a:r>
              <a:rPr lang="en-US" altLang="ja-JP" dirty="0" err="1"/>
              <a:t>flg</a:t>
            </a:r>
            <a:r>
              <a:rPr lang="en-US" altLang="ja-JP" dirty="0"/>
              <a:t>: </a:t>
            </a:r>
            <a:r>
              <a:rPr lang="ja-JP" altLang="en-US" dirty="0"/>
              <a:t>最大公約数かどうかのフラグ</a:t>
            </a:r>
            <a:endParaRPr lang="en-US" altLang="ja-JP" dirty="0"/>
          </a:p>
          <a:p>
            <a:r>
              <a:rPr lang="ja-JP" altLang="en-US" dirty="0"/>
              <a:t>ポイント</a:t>
            </a:r>
            <a:endParaRPr lang="en-US" altLang="ja-JP" dirty="0"/>
          </a:p>
          <a:p>
            <a:pPr lvl="1"/>
            <a:r>
              <a:rPr lang="ja-JP" altLang="en-US" dirty="0"/>
              <a:t>実際に計算してみる</a:t>
            </a:r>
            <a:endParaRPr lang="en-US" altLang="ja-JP" dirty="0"/>
          </a:p>
          <a:p>
            <a:r>
              <a:rPr kumimoji="1" lang="ja-JP" altLang="en-US" dirty="0"/>
              <a:t>参考</a:t>
            </a:r>
            <a:r>
              <a:rPr lang="en-US" altLang="ja-JP" dirty="0"/>
              <a:t>: </a:t>
            </a:r>
            <a:r>
              <a:rPr kumimoji="1" lang="ja-JP" altLang="en-US" dirty="0"/>
              <a:t>なぜ引き算で求められるのか？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2</a:t>
            </a:r>
            <a:r>
              <a:rPr kumimoji="1" lang="ja-JP" altLang="en-US" dirty="0"/>
              <a:t>つの数に共通する約数（公約数）は、その</a:t>
            </a:r>
            <a:r>
              <a:rPr kumimoji="1" lang="en-US" altLang="ja-JP" dirty="0"/>
              <a:t>2</a:t>
            </a:r>
            <a:r>
              <a:rPr kumimoji="1" lang="ja-JP" altLang="en-US" dirty="0"/>
              <a:t>つの数の「差」も割り切ります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そのため、大きい数から小さい数を何度引いても、最大公約数は変わりません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引き算を繰り返して同じ数字に行き着いたとき、その数字自身がすべての共通の割り切れる限界（最大公約数）になります。</a:t>
            </a:r>
          </a:p>
        </p:txBody>
      </p:sp>
    </p:spTree>
    <p:extLst>
      <p:ext uri="{BB962C8B-B14F-4D97-AF65-F5344CB8AC3E}">
        <p14:creationId xmlns:p14="http://schemas.microsoft.com/office/powerpoint/2010/main" val="4182950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</TotalTime>
  <Words>426</Words>
  <Application>Microsoft Office PowerPoint</Application>
  <PresentationFormat>ワイド画面</PresentationFormat>
  <Paragraphs>45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26-30</vt:lpstr>
      <vt:lpstr>問26: 文字列と実数の変換</vt:lpstr>
      <vt:lpstr>問27: 素因数分解</vt:lpstr>
      <vt:lpstr>問28: 約数</vt:lpstr>
      <vt:lpstr>問29: 素数</vt:lpstr>
      <vt:lpstr>問30: 最大公約数</vt:lpstr>
    </vt:vector>
  </TitlesOfParts>
  <Company>SCMCC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越智 統</dc:creator>
  <cp:lastModifiedBy>越智 統</cp:lastModifiedBy>
  <cp:revision>1</cp:revision>
  <dcterms:created xsi:type="dcterms:W3CDTF">2026-09-18T05:25:54Z</dcterms:created>
  <dcterms:modified xsi:type="dcterms:W3CDTF">2026-10-15T02:55:08Z</dcterms:modified>
</cp:coreProperties>
</file>